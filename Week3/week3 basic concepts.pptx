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94"/>
  </p:notesMasterIdLst>
  <p:handoutMasterIdLst>
    <p:handoutMasterId r:id="rId95"/>
  </p:handoutMasterIdLst>
  <p:sldIdLst>
    <p:sldId id="265" r:id="rId2"/>
    <p:sldId id="509" r:id="rId3"/>
    <p:sldId id="599" r:id="rId4"/>
    <p:sldId id="606" r:id="rId5"/>
    <p:sldId id="602" r:id="rId6"/>
    <p:sldId id="603" r:id="rId7"/>
    <p:sldId id="604" r:id="rId8"/>
    <p:sldId id="605" r:id="rId9"/>
    <p:sldId id="607" r:id="rId10"/>
    <p:sldId id="609" r:id="rId11"/>
    <p:sldId id="610" r:id="rId12"/>
    <p:sldId id="612" r:id="rId13"/>
    <p:sldId id="613" r:id="rId14"/>
    <p:sldId id="614" r:id="rId15"/>
    <p:sldId id="611" r:id="rId16"/>
    <p:sldId id="608" r:id="rId17"/>
    <p:sldId id="615" r:id="rId18"/>
    <p:sldId id="693" r:id="rId19"/>
    <p:sldId id="616" r:id="rId20"/>
    <p:sldId id="617" r:id="rId21"/>
    <p:sldId id="618" r:id="rId22"/>
    <p:sldId id="619" r:id="rId23"/>
    <p:sldId id="642" r:id="rId24"/>
    <p:sldId id="620" r:id="rId25"/>
    <p:sldId id="621" r:id="rId26"/>
    <p:sldId id="622" r:id="rId27"/>
    <p:sldId id="623" r:id="rId28"/>
    <p:sldId id="630" r:id="rId29"/>
    <p:sldId id="624" r:id="rId30"/>
    <p:sldId id="643" r:id="rId31"/>
    <p:sldId id="645" r:id="rId32"/>
    <p:sldId id="646" r:id="rId33"/>
    <p:sldId id="647" r:id="rId34"/>
    <p:sldId id="644" r:id="rId35"/>
    <p:sldId id="625" r:id="rId36"/>
    <p:sldId id="648" r:id="rId37"/>
    <p:sldId id="649" r:id="rId38"/>
    <p:sldId id="650" r:id="rId39"/>
    <p:sldId id="626" r:id="rId40"/>
    <p:sldId id="651" r:id="rId41"/>
    <p:sldId id="652" r:id="rId42"/>
    <p:sldId id="627" r:id="rId43"/>
    <p:sldId id="653" r:id="rId44"/>
    <p:sldId id="654" r:id="rId45"/>
    <p:sldId id="655" r:id="rId46"/>
    <p:sldId id="656" r:id="rId47"/>
    <p:sldId id="657" r:id="rId48"/>
    <p:sldId id="628" r:id="rId49"/>
    <p:sldId id="658" r:id="rId50"/>
    <p:sldId id="659" r:id="rId51"/>
    <p:sldId id="631" r:id="rId52"/>
    <p:sldId id="660" r:id="rId53"/>
    <p:sldId id="694" r:id="rId54"/>
    <p:sldId id="661" r:id="rId55"/>
    <p:sldId id="662" r:id="rId56"/>
    <p:sldId id="629" r:id="rId57"/>
    <p:sldId id="663" r:id="rId58"/>
    <p:sldId id="664" r:id="rId59"/>
    <p:sldId id="665" r:id="rId60"/>
    <p:sldId id="632" r:id="rId61"/>
    <p:sldId id="666" r:id="rId62"/>
    <p:sldId id="668" r:id="rId63"/>
    <p:sldId id="667" r:id="rId64"/>
    <p:sldId id="639" r:id="rId65"/>
    <p:sldId id="672" r:id="rId66"/>
    <p:sldId id="669" r:id="rId67"/>
    <p:sldId id="670" r:id="rId68"/>
    <p:sldId id="671" r:id="rId69"/>
    <p:sldId id="640" r:id="rId70"/>
    <p:sldId id="673" r:id="rId71"/>
    <p:sldId id="675" r:id="rId72"/>
    <p:sldId id="674" r:id="rId73"/>
    <p:sldId id="676" r:id="rId74"/>
    <p:sldId id="677" r:id="rId75"/>
    <p:sldId id="678" r:id="rId76"/>
    <p:sldId id="680" r:id="rId77"/>
    <p:sldId id="679" r:id="rId78"/>
    <p:sldId id="634" r:id="rId79"/>
    <p:sldId id="681" r:id="rId80"/>
    <p:sldId id="635" r:id="rId81"/>
    <p:sldId id="636" r:id="rId82"/>
    <p:sldId id="637" r:id="rId83"/>
    <p:sldId id="638" r:id="rId84"/>
    <p:sldId id="682" r:id="rId85"/>
    <p:sldId id="684" r:id="rId86"/>
    <p:sldId id="685" r:id="rId87"/>
    <p:sldId id="687" r:id="rId88"/>
    <p:sldId id="689" r:id="rId89"/>
    <p:sldId id="688" r:id="rId90"/>
    <p:sldId id="686" r:id="rId91"/>
    <p:sldId id="691" r:id="rId92"/>
    <p:sldId id="690" r:id="rId93"/>
  </p:sldIdLst>
  <p:sldSz cx="9144000" cy="6858000" type="screen4x3"/>
  <p:notesSz cx="6797675" cy="987425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634"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김 준태" initials="김준" lastIdx="1" clrIdx="0">
    <p:extLst>
      <p:ext uri="{19B8F6BF-5375-455C-9EA6-DF929625EA0E}">
        <p15:presenceInfo xmlns:p15="http://schemas.microsoft.com/office/powerpoint/2012/main" userId="e588e086b754a516"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7C80"/>
    <a:srgbClr val="CC3300"/>
    <a:srgbClr val="FF9966"/>
    <a:srgbClr val="CAABA2"/>
    <a:srgbClr val="FFFFCC"/>
    <a:srgbClr val="FFFF66"/>
    <a:srgbClr val="CCFF99"/>
    <a:srgbClr val="CCECFF"/>
    <a:srgbClr val="99CC00"/>
    <a:srgbClr val="8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스타일 없음, 눈금 없음">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180" autoAdjust="0"/>
    <p:restoredTop sz="77333" autoAdjust="0"/>
  </p:normalViewPr>
  <p:slideViewPr>
    <p:cSldViewPr snapToGrid="0" showGuides="1">
      <p:cViewPr varScale="1">
        <p:scale>
          <a:sx n="87" d="100"/>
          <a:sy n="87" d="100"/>
        </p:scale>
        <p:origin x="1656" y="96"/>
      </p:cViewPr>
      <p:guideLst>
        <p:guide orient="horz" pos="3634"/>
        <p:guide pos="2880"/>
      </p:guideLst>
    </p:cSldViewPr>
  </p:slideViewPr>
  <p:notesTextViewPr>
    <p:cViewPr>
      <p:scale>
        <a:sx n="150" d="100"/>
        <a:sy n="15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handoutMaster" Target="handoutMasters/handoutMaster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notesMaster" Target="notesMasters/notesMaster1.xml"/><Relationship Id="rId9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1"/>
            <a:ext cx="2945659" cy="495427"/>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sz="quarter" idx="1"/>
          </p:nvPr>
        </p:nvSpPr>
        <p:spPr>
          <a:xfrm>
            <a:off x="3850443" y="1"/>
            <a:ext cx="2945659" cy="495427"/>
          </a:xfrm>
          <a:prstGeom prst="rect">
            <a:avLst/>
          </a:prstGeom>
        </p:spPr>
        <p:txBody>
          <a:bodyPr vert="horz" lIns="91440" tIns="45720" rIns="91440" bIns="45720" rtlCol="0"/>
          <a:lstStyle>
            <a:lvl1pPr algn="r">
              <a:defRPr sz="1200"/>
            </a:lvl1pPr>
          </a:lstStyle>
          <a:p>
            <a:fld id="{D9D2A4DD-E6C5-4446-8814-DDCEAB64F4E0}" type="datetimeFigureOut">
              <a:rPr lang="ko-KR" altLang="en-US" smtClean="0"/>
              <a:t>2026-03-18</a:t>
            </a:fld>
            <a:endParaRPr lang="ko-KR" altLang="en-US"/>
          </a:p>
        </p:txBody>
      </p:sp>
      <p:sp>
        <p:nvSpPr>
          <p:cNvPr id="4" name="바닥글 개체 틀 3"/>
          <p:cNvSpPr>
            <a:spLocks noGrp="1"/>
          </p:cNvSpPr>
          <p:nvPr>
            <p:ph type="ftr" sz="quarter" idx="2"/>
          </p:nvPr>
        </p:nvSpPr>
        <p:spPr>
          <a:xfrm>
            <a:off x="0" y="9378824"/>
            <a:ext cx="2945659" cy="495426"/>
          </a:xfrm>
          <a:prstGeom prst="rect">
            <a:avLst/>
          </a:prstGeom>
        </p:spPr>
        <p:txBody>
          <a:bodyPr vert="horz" lIns="91440" tIns="45720" rIns="91440" bIns="45720" rtlCol="0" anchor="b"/>
          <a:lstStyle>
            <a:lvl1pPr algn="l">
              <a:defRPr sz="1200"/>
            </a:lvl1pPr>
          </a:lstStyle>
          <a:p>
            <a:endParaRPr lang="ko-KR" altLang="en-US"/>
          </a:p>
        </p:txBody>
      </p:sp>
      <p:sp>
        <p:nvSpPr>
          <p:cNvPr id="5" name="슬라이드 번호 개체 틀 4"/>
          <p:cNvSpPr>
            <a:spLocks noGrp="1"/>
          </p:cNvSpPr>
          <p:nvPr>
            <p:ph type="sldNum" sz="quarter" idx="3"/>
          </p:nvPr>
        </p:nvSpPr>
        <p:spPr>
          <a:xfrm>
            <a:off x="3850443" y="9378824"/>
            <a:ext cx="2945659" cy="495426"/>
          </a:xfrm>
          <a:prstGeom prst="rect">
            <a:avLst/>
          </a:prstGeom>
        </p:spPr>
        <p:txBody>
          <a:bodyPr vert="horz" lIns="91440" tIns="45720" rIns="91440" bIns="45720" rtlCol="0" anchor="b"/>
          <a:lstStyle>
            <a:lvl1pPr algn="r">
              <a:defRPr sz="1200"/>
            </a:lvl1pPr>
          </a:lstStyle>
          <a:p>
            <a:fld id="{C3AE5394-4E77-4E42-BEDA-D88072962C61}" type="slidenum">
              <a:rPr lang="ko-KR" altLang="en-US" smtClean="0"/>
              <a:t>‹#›</a:t>
            </a:fld>
            <a:endParaRPr lang="ko-KR" altLang="en-US"/>
          </a:p>
        </p:txBody>
      </p:sp>
    </p:spTree>
    <p:extLst>
      <p:ext uri="{BB962C8B-B14F-4D97-AF65-F5344CB8AC3E}">
        <p14:creationId xmlns:p14="http://schemas.microsoft.com/office/powerpoint/2010/main" val="186587540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1"/>
            <a:ext cx="2945659" cy="495427"/>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50443" y="1"/>
            <a:ext cx="2945659" cy="495427"/>
          </a:xfrm>
          <a:prstGeom prst="rect">
            <a:avLst/>
          </a:prstGeom>
        </p:spPr>
        <p:txBody>
          <a:bodyPr vert="horz" lIns="91440" tIns="45720" rIns="91440" bIns="45720" rtlCol="0"/>
          <a:lstStyle>
            <a:lvl1pPr algn="r">
              <a:defRPr sz="1200"/>
            </a:lvl1pPr>
          </a:lstStyle>
          <a:p>
            <a:fld id="{BF4D36B7-6BC9-4358-A9C9-63F4AFA82B46}" type="datetimeFigureOut">
              <a:rPr lang="ko-KR" altLang="en-US" smtClean="0"/>
              <a:t>2026-03-18</a:t>
            </a:fld>
            <a:endParaRPr lang="ko-KR" altLang="en-US"/>
          </a:p>
        </p:txBody>
      </p:sp>
      <p:sp>
        <p:nvSpPr>
          <p:cNvPr id="4" name="슬라이드 이미지 개체 틀 3"/>
          <p:cNvSpPr>
            <a:spLocks noGrp="1" noRot="1" noChangeAspect="1"/>
          </p:cNvSpPr>
          <p:nvPr>
            <p:ph type="sldImg" idx="2"/>
          </p:nvPr>
        </p:nvSpPr>
        <p:spPr>
          <a:xfrm>
            <a:off x="1176338" y="1233488"/>
            <a:ext cx="4445000" cy="333375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79768" y="4751982"/>
            <a:ext cx="5438140" cy="3887987"/>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9378824"/>
            <a:ext cx="2945659" cy="495426"/>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50443" y="9378824"/>
            <a:ext cx="2945659" cy="495426"/>
          </a:xfrm>
          <a:prstGeom prst="rect">
            <a:avLst/>
          </a:prstGeom>
        </p:spPr>
        <p:txBody>
          <a:bodyPr vert="horz" lIns="91440" tIns="45720" rIns="91440" bIns="45720" rtlCol="0" anchor="b"/>
          <a:lstStyle>
            <a:lvl1pPr algn="r">
              <a:defRPr sz="1200"/>
            </a:lvl1pPr>
          </a:lstStyle>
          <a:p>
            <a:fld id="{AE7DD7B4-6F0D-4FE3-8660-A7DE31D2AD67}" type="slidenum">
              <a:rPr lang="ko-KR" altLang="en-US" smtClean="0"/>
              <a:t>‹#›</a:t>
            </a:fld>
            <a:endParaRPr lang="ko-KR" altLang="en-US"/>
          </a:p>
        </p:txBody>
      </p:sp>
    </p:spTree>
    <p:extLst>
      <p:ext uri="{BB962C8B-B14F-4D97-AF65-F5344CB8AC3E}">
        <p14:creationId xmlns:p14="http://schemas.microsoft.com/office/powerpoint/2010/main" val="2329960749"/>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we will explore the foundational concepts in mathematics that support the structure and logic of deep learning algorithms.</a:t>
            </a:r>
            <a:endParaRPr lang="ko-KR" altLang="en-US" dirty="0"/>
          </a:p>
        </p:txBody>
      </p:sp>
      <p:sp>
        <p:nvSpPr>
          <p:cNvPr id="4" name="슬라이드 번호 개체 틀 3"/>
          <p:cNvSpPr>
            <a:spLocks noGrp="1"/>
          </p:cNvSpPr>
          <p:nvPr>
            <p:ph type="sldNum" sz="quarter" idx="5"/>
          </p:nvPr>
        </p:nvSpPr>
        <p:spPr/>
        <p:txBody>
          <a:bodyPr/>
          <a:lstStyle/>
          <a:p>
            <a:fld id="{AE7DD7B4-6F0D-4FE3-8660-A7DE31D2AD67}" type="slidenum">
              <a:rPr lang="ko-KR" altLang="en-US" smtClean="0"/>
              <a:t>1</a:t>
            </a:fld>
            <a:endParaRPr lang="ko-KR" altLang="en-US"/>
          </a:p>
        </p:txBody>
      </p:sp>
    </p:spTree>
    <p:extLst>
      <p:ext uri="{BB962C8B-B14F-4D97-AF65-F5344CB8AC3E}">
        <p14:creationId xmlns:p14="http://schemas.microsoft.com/office/powerpoint/2010/main" val="15784598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In this part, we begin with functions, which form the backbone of mathematical representation. In deep learning, functions are used to map input values to predicted outputs. Understanding how functions work is essential to interpreting how models learn.</a:t>
            </a:r>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2</a:t>
            </a:fld>
            <a:endParaRPr lang="ko-KR" altLang="en-US"/>
          </a:p>
        </p:txBody>
      </p:sp>
    </p:spTree>
    <p:extLst>
      <p:ext uri="{BB962C8B-B14F-4D97-AF65-F5344CB8AC3E}">
        <p14:creationId xmlns:p14="http://schemas.microsoft.com/office/powerpoint/2010/main" val="27823149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When we talk about functions, it’s important to understand domain and range. The domain is the set of all possible inputs, while the range is the set of all possible outputs that result from applying the function to those inputs.</a:t>
            </a:r>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3</a:t>
            </a:fld>
            <a:endParaRPr lang="ko-KR" altLang="en-US"/>
          </a:p>
        </p:txBody>
      </p:sp>
    </p:spTree>
    <p:extLst>
      <p:ext uri="{BB962C8B-B14F-4D97-AF65-F5344CB8AC3E}">
        <p14:creationId xmlns:p14="http://schemas.microsoft.com/office/powerpoint/2010/main" val="40284126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Let’s look at why functions are crucial in deep learning. When we want to predict a value y from input x, we need to find appropriate parameters, such as a and b, that define this relationship. This process represents the learning mechanism in deep learning.</a:t>
            </a:r>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4</a:t>
            </a:fld>
            <a:endParaRPr lang="ko-KR" altLang="en-US"/>
          </a:p>
        </p:txBody>
      </p:sp>
    </p:spTree>
    <p:extLst>
      <p:ext uri="{BB962C8B-B14F-4D97-AF65-F5344CB8AC3E}">
        <p14:creationId xmlns:p14="http://schemas.microsoft.com/office/powerpoint/2010/main" val="30832248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a:buNone/>
            </a:pPr>
            <a:r>
              <a:rPr lang="en-US" altLang="ko-KR" dirty="0"/>
              <a:t>So, what is a linear function?</a:t>
            </a:r>
          </a:p>
          <a:p>
            <a:pPr>
              <a:buNone/>
            </a:pPr>
            <a:r>
              <a:rPr lang="en-US" altLang="ko-KR" dirty="0"/>
              <a:t>A linear function is a mathematical expression where the variable </a:t>
            </a:r>
            <a:r>
              <a:rPr lang="en-US" altLang="ko-KR" b="1" dirty="0"/>
              <a:t>x</a:t>
            </a:r>
            <a:r>
              <a:rPr lang="en-US" altLang="ko-KR" dirty="0"/>
              <a:t> is used to compute the value of </a:t>
            </a:r>
            <a:r>
              <a:rPr lang="en-US" altLang="ko-KR" b="1" dirty="0"/>
              <a:t>y</a:t>
            </a:r>
            <a:r>
              <a:rPr lang="en-US" altLang="ko-KR" dirty="0"/>
              <a:t> in a linear form. The general form is:</a:t>
            </a:r>
          </a:p>
          <a:p>
            <a:pPr>
              <a:buNone/>
            </a:pPr>
            <a:r>
              <a:rPr lang="en-US" altLang="ko-KR" dirty="0"/>
              <a:t>  </a:t>
            </a:r>
            <a:r>
              <a:rPr lang="en-US" altLang="ko-KR" b="1" dirty="0"/>
              <a:t>y = αx + b</a:t>
            </a:r>
            <a:r>
              <a:rPr lang="en-US" altLang="ko-KR" dirty="0"/>
              <a:t>, where </a:t>
            </a:r>
            <a:r>
              <a:rPr lang="en-US" altLang="ko-KR" b="1" dirty="0"/>
              <a:t>α ≠ 0</a:t>
            </a:r>
            <a:r>
              <a:rPr lang="en-US" altLang="ko-KR" dirty="0"/>
              <a:t>.</a:t>
            </a:r>
          </a:p>
          <a:p>
            <a:pPr>
              <a:buNone/>
            </a:pPr>
            <a:r>
              <a:rPr lang="en-US" altLang="ko-KR" dirty="0"/>
              <a:t>Here, </a:t>
            </a:r>
            <a:r>
              <a:rPr lang="en-US" altLang="ko-KR" b="1" dirty="0"/>
              <a:t>α</a:t>
            </a:r>
            <a:r>
              <a:rPr lang="en-US" altLang="ko-KR" dirty="0"/>
              <a:t> is a constant that represents the slope of the line, and </a:t>
            </a:r>
            <a:r>
              <a:rPr lang="en-US" altLang="ko-KR" b="1" dirty="0"/>
              <a:t>b</a:t>
            </a:r>
            <a:r>
              <a:rPr lang="en-US" altLang="ko-KR" dirty="0"/>
              <a:t> is the intercept, which is the point where the line crosses the y-axis.</a:t>
            </a:r>
          </a:p>
          <a:p>
            <a:r>
              <a:rPr lang="en-US" altLang="ko-KR" dirty="0"/>
              <a:t>The slope </a:t>
            </a:r>
            <a:r>
              <a:rPr lang="en-US" altLang="ko-KR" b="1" dirty="0"/>
              <a:t>α</a:t>
            </a:r>
            <a:r>
              <a:rPr lang="en-US" altLang="ko-KR" dirty="0"/>
              <a:t> indicates how much </a:t>
            </a:r>
            <a:r>
              <a:rPr lang="en-US" altLang="ko-KR" b="1" dirty="0"/>
              <a:t>y</a:t>
            </a:r>
            <a:r>
              <a:rPr lang="en-US" altLang="ko-KR" dirty="0"/>
              <a:t> changes when </a:t>
            </a:r>
            <a:r>
              <a:rPr lang="en-US" altLang="ko-KR" b="1" dirty="0"/>
              <a:t>x</a:t>
            </a:r>
            <a:r>
              <a:rPr lang="en-US" altLang="ko-KR" dirty="0"/>
              <a:t> increases. As shown in the graph, for every unit increase in </a:t>
            </a:r>
            <a:r>
              <a:rPr lang="en-US" altLang="ko-KR" b="1" dirty="0"/>
              <a:t>x</a:t>
            </a:r>
            <a:r>
              <a:rPr lang="en-US" altLang="ko-KR" dirty="0"/>
              <a:t>, the </a:t>
            </a:r>
            <a:r>
              <a:rPr lang="en-US" altLang="ko-KR" b="1" dirty="0"/>
              <a:t>y</a:t>
            </a:r>
            <a:r>
              <a:rPr lang="en-US" altLang="ko-KR" dirty="0"/>
              <a:t> value increases by </a:t>
            </a:r>
            <a:r>
              <a:rPr lang="en-US" altLang="ko-KR" b="1" dirty="0"/>
              <a:t>α</a:t>
            </a:r>
            <a:r>
              <a:rPr lang="en-US" altLang="ko-KR" dirty="0"/>
              <a:t> times that amount.</a:t>
            </a:r>
          </a:p>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5</a:t>
            </a:fld>
            <a:endParaRPr lang="ko-KR" altLang="en-US"/>
          </a:p>
        </p:txBody>
      </p:sp>
    </p:spTree>
    <p:extLst>
      <p:ext uri="{BB962C8B-B14F-4D97-AF65-F5344CB8AC3E}">
        <p14:creationId xmlns:p14="http://schemas.microsoft.com/office/powerpoint/2010/main" val="41833067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Quadratic functions are a great way to understand how optimization works. These functions are shaped like a parabola and have a clear minimum point. By visualizing this, we can see how the training process aims to find the minimum value of the loss function.</a:t>
            </a:r>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6</a:t>
            </a:fld>
            <a:endParaRPr lang="ko-KR" altLang="en-US"/>
          </a:p>
        </p:txBody>
      </p:sp>
    </p:spTree>
    <p:extLst>
      <p:ext uri="{BB962C8B-B14F-4D97-AF65-F5344CB8AC3E}">
        <p14:creationId xmlns:p14="http://schemas.microsoft.com/office/powerpoint/2010/main" val="37311621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quadratic functions can be shifted both horizontally and vertically. These shifts help us understand how changing parameters in a function can affect its graph and, in deep learning, how parameter tuning alters model behavior</a:t>
            </a:r>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7</a:t>
            </a:fld>
            <a:endParaRPr lang="ko-KR" altLang="en-US"/>
          </a:p>
        </p:txBody>
      </p:sp>
    </p:spTree>
    <p:extLst>
      <p:ext uri="{BB962C8B-B14F-4D97-AF65-F5344CB8AC3E}">
        <p14:creationId xmlns:p14="http://schemas.microsoft.com/office/powerpoint/2010/main" val="41669993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a:buNone/>
            </a:pPr>
            <a:r>
              <a:rPr lang="en-US" altLang="ko-KR" dirty="0"/>
              <a:t>Now, let’s talk about the concept of exponents. An exponent is written in the form </a:t>
            </a:r>
            <a:r>
              <a:rPr lang="en-US" altLang="ko-KR" b="1" dirty="0"/>
              <a:t>a to the power of x</a:t>
            </a:r>
            <a:r>
              <a:rPr lang="en-US" altLang="ko-KR" dirty="0"/>
              <a:t>.</a:t>
            </a:r>
          </a:p>
          <a:p>
            <a:pPr>
              <a:buNone/>
            </a:pPr>
            <a:r>
              <a:rPr lang="en-US" altLang="ko-KR" dirty="0"/>
              <a:t>In this example, we see </a:t>
            </a:r>
            <a:r>
              <a:rPr lang="en-US" altLang="ko-KR" b="1" dirty="0"/>
              <a:t>5 to the power of 3</a:t>
            </a:r>
            <a:r>
              <a:rPr lang="en-US" altLang="ko-KR" dirty="0"/>
              <a:t>.</a:t>
            </a:r>
            <a:br>
              <a:rPr lang="en-US" altLang="ko-KR" dirty="0"/>
            </a:br>
            <a:r>
              <a:rPr lang="en-US" altLang="ko-KR" dirty="0"/>
              <a:t>Here, </a:t>
            </a:r>
            <a:r>
              <a:rPr lang="en-US" altLang="ko-KR" b="1" dirty="0"/>
              <a:t>5</a:t>
            </a:r>
            <a:r>
              <a:rPr lang="en-US" altLang="ko-KR" dirty="0"/>
              <a:t> is called the </a:t>
            </a:r>
            <a:r>
              <a:rPr lang="en-US" altLang="ko-KR" b="1" dirty="0"/>
              <a:t>base</a:t>
            </a:r>
            <a:r>
              <a:rPr lang="en-US" altLang="ko-KR" dirty="0"/>
              <a:t>, and </a:t>
            </a:r>
            <a:r>
              <a:rPr lang="en-US" altLang="ko-KR" b="1" dirty="0"/>
              <a:t>3</a:t>
            </a:r>
            <a:r>
              <a:rPr lang="en-US" altLang="ko-KR" dirty="0"/>
              <a:t> is the </a:t>
            </a:r>
            <a:r>
              <a:rPr lang="en-US" altLang="ko-KR" b="1" dirty="0"/>
              <a:t>exponent</a:t>
            </a:r>
            <a:r>
              <a:rPr lang="en-US" altLang="ko-KR" dirty="0"/>
              <a:t> or </a:t>
            </a:r>
            <a:r>
              <a:rPr lang="en-US" altLang="ko-KR" b="1" dirty="0"/>
              <a:t>power</a:t>
            </a:r>
            <a:r>
              <a:rPr lang="en-US" altLang="ko-KR" dirty="0"/>
              <a:t>.</a:t>
            </a:r>
          </a:p>
          <a:p>
            <a:pPr>
              <a:buNone/>
            </a:pPr>
            <a:r>
              <a:rPr lang="en-US" altLang="ko-KR" dirty="0"/>
              <a:t>This means we multiply the base, </a:t>
            </a:r>
            <a:r>
              <a:rPr lang="en-US" altLang="ko-KR" b="1" dirty="0"/>
              <a:t>5</a:t>
            </a:r>
            <a:r>
              <a:rPr lang="en-US" altLang="ko-KR" dirty="0"/>
              <a:t>, by itself </a:t>
            </a:r>
            <a:r>
              <a:rPr lang="en-US" altLang="ko-KR" b="1" dirty="0"/>
              <a:t>three times</a:t>
            </a:r>
            <a:r>
              <a:rPr lang="en-US" altLang="ko-KR" dirty="0"/>
              <a:t>:</a:t>
            </a:r>
            <a:br>
              <a:rPr lang="en-US" altLang="ko-KR" dirty="0"/>
            </a:br>
            <a:r>
              <a:rPr lang="en-US" altLang="ko-KR" b="1" dirty="0"/>
              <a:t>5 × 5 × 5</a:t>
            </a:r>
            <a:r>
              <a:rPr lang="en-US" altLang="ko-KR" dirty="0"/>
              <a:t>.</a:t>
            </a:r>
          </a:p>
          <a:p>
            <a:pPr>
              <a:buNone/>
            </a:pPr>
            <a:r>
              <a:rPr lang="en-US" altLang="ko-KR" dirty="0"/>
              <a:t>So we can say:</a:t>
            </a:r>
          </a:p>
          <a:p>
            <a:pPr>
              <a:buNone/>
            </a:pPr>
            <a:r>
              <a:rPr lang="en-US" altLang="ko-KR" dirty="0"/>
              <a:t>'5 to the power of 3 equals 125.'</a:t>
            </a:r>
          </a:p>
          <a:p>
            <a:r>
              <a:rPr lang="en-US" altLang="ko-KR" dirty="0"/>
              <a:t>It’s also helpful to think of exponents as repeated multiplication of the base.</a:t>
            </a:r>
            <a:br>
              <a:rPr lang="en-US" altLang="ko-KR" dirty="0"/>
            </a:br>
            <a:r>
              <a:rPr lang="en-US" altLang="ko-KR" dirty="0"/>
              <a:t>Later in this course, you’ll see how exponential functions are used in neural networks.</a:t>
            </a:r>
          </a:p>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8</a:t>
            </a:fld>
            <a:endParaRPr lang="ko-KR" altLang="en-US"/>
          </a:p>
        </p:txBody>
      </p:sp>
    </p:spTree>
    <p:extLst>
      <p:ext uri="{BB962C8B-B14F-4D97-AF65-F5344CB8AC3E}">
        <p14:creationId xmlns:p14="http://schemas.microsoft.com/office/powerpoint/2010/main" val="33860376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Let’s look at exponential functions.</a:t>
            </a:r>
            <a:br>
              <a:rPr lang="en-US" altLang="ko-KR" dirty="0"/>
            </a:br>
            <a:r>
              <a:rPr lang="en-US" altLang="ko-KR" dirty="0"/>
              <a:t>These functions have a variable in the exponent, like 'a to the x'.</a:t>
            </a:r>
            <a:br>
              <a:rPr lang="en-US" altLang="ko-KR" dirty="0"/>
            </a:br>
            <a:r>
              <a:rPr lang="en-US" altLang="ko-KR" dirty="0"/>
              <a:t>If the base is greater than 1, the curve rises fast.</a:t>
            </a:r>
            <a:br>
              <a:rPr lang="en-US" altLang="ko-KR" dirty="0"/>
            </a:br>
            <a:r>
              <a:rPr lang="en-US" altLang="ko-KR" dirty="0"/>
              <a:t>If the base is between 0 and 1, the curve falls.</a:t>
            </a:r>
            <a:br>
              <a:rPr lang="en-US" altLang="ko-KR" dirty="0"/>
            </a:br>
            <a:r>
              <a:rPr lang="en-US" altLang="ko-KR" dirty="0"/>
              <a:t>We often see this pattern in modeling growth or decay</a:t>
            </a:r>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9</a:t>
            </a:fld>
            <a:endParaRPr lang="ko-KR" altLang="en-US"/>
          </a:p>
        </p:txBody>
      </p:sp>
    </p:spTree>
    <p:extLst>
      <p:ext uri="{BB962C8B-B14F-4D97-AF65-F5344CB8AC3E}">
        <p14:creationId xmlns:p14="http://schemas.microsoft.com/office/powerpoint/2010/main" val="21182018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Here’s a special case—natural exponential functions.</a:t>
            </a:r>
            <a:br>
              <a:rPr lang="en-US" altLang="ko-KR" dirty="0"/>
            </a:br>
            <a:r>
              <a:rPr lang="en-US" altLang="ko-KR" dirty="0"/>
              <a:t>We use the base 'e', which is about 2.718.</a:t>
            </a:r>
            <a:br>
              <a:rPr lang="en-US" altLang="ko-KR" dirty="0"/>
            </a:br>
            <a:r>
              <a:rPr lang="en-US" altLang="ko-KR" dirty="0"/>
              <a:t>It’s like pi, an important constant in math.</a:t>
            </a:r>
            <a:br>
              <a:rPr lang="en-US" altLang="ko-KR" dirty="0"/>
            </a:br>
            <a:r>
              <a:rPr lang="en-US" altLang="ko-KR" dirty="0"/>
              <a:t>This function shows continuous growth and appears often in deep learning.</a:t>
            </a:r>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10</a:t>
            </a:fld>
            <a:endParaRPr lang="ko-KR" altLang="en-US"/>
          </a:p>
        </p:txBody>
      </p:sp>
    </p:spTree>
    <p:extLst>
      <p:ext uri="{BB962C8B-B14F-4D97-AF65-F5344CB8AC3E}">
        <p14:creationId xmlns:p14="http://schemas.microsoft.com/office/powerpoint/2010/main" val="7482121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Now let’s look at logarithmic functions.</a:t>
            </a:r>
            <a:br>
              <a:rPr lang="en-US" altLang="ko-KR" dirty="0"/>
            </a:br>
            <a:r>
              <a:rPr lang="en-US" altLang="ko-KR" dirty="0"/>
              <a:t>A log is the opposite of an exponential function.</a:t>
            </a:r>
            <a:br>
              <a:rPr lang="en-US" altLang="ko-KR" dirty="0"/>
            </a:br>
            <a:r>
              <a:rPr lang="en-US" altLang="ko-KR" dirty="0"/>
              <a:t>If 'a to the x gives y', then 'log of y gives x'.</a:t>
            </a:r>
            <a:br>
              <a:rPr lang="en-US" altLang="ko-KR" dirty="0"/>
            </a:br>
            <a:r>
              <a:rPr lang="en-US" altLang="ko-KR" dirty="0"/>
              <a:t>Logs help us deal with large ranges of values by compressing them.</a:t>
            </a:r>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11</a:t>
            </a:fld>
            <a:endParaRPr lang="ko-KR" altLang="en-US"/>
          </a:p>
        </p:txBody>
      </p:sp>
    </p:spTree>
    <p:extLst>
      <p:ext uri="{BB962C8B-B14F-4D97-AF65-F5344CB8AC3E}">
        <p14:creationId xmlns:p14="http://schemas.microsoft.com/office/powerpoint/2010/main" val="7612122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This is a reflected log function.</a:t>
            </a:r>
            <a:br>
              <a:rPr lang="en-US" altLang="ko-KR" dirty="0"/>
            </a:br>
            <a:r>
              <a:rPr lang="en-US" altLang="ko-KR" dirty="0"/>
              <a:t>It’s flipped across the horizontal axis.</a:t>
            </a:r>
            <a:br>
              <a:rPr lang="en-US" altLang="ko-KR" dirty="0"/>
            </a:br>
            <a:r>
              <a:rPr lang="en-US" altLang="ko-KR" dirty="0"/>
              <a:t>We often use this to analyze reversed behaviors or negative trends.</a:t>
            </a:r>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12</a:t>
            </a:fld>
            <a:endParaRPr lang="ko-KR" altLang="en-US"/>
          </a:p>
        </p:txBody>
      </p:sp>
    </p:spTree>
    <p:extLst>
      <p:ext uri="{BB962C8B-B14F-4D97-AF65-F5344CB8AC3E}">
        <p14:creationId xmlns:p14="http://schemas.microsoft.com/office/powerpoint/2010/main" val="24147831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This one is flipped on both axes.</a:t>
            </a:r>
            <a:br>
              <a:rPr lang="en-US" altLang="ko-KR" dirty="0"/>
            </a:br>
            <a:r>
              <a:rPr lang="en-US" altLang="ko-KR" dirty="0"/>
              <a:t>It shows how the log function changes direction when we flip the input too.</a:t>
            </a:r>
            <a:br>
              <a:rPr lang="en-US" altLang="ko-KR" dirty="0"/>
            </a:br>
            <a:r>
              <a:rPr lang="en-US" altLang="ko-KR" dirty="0"/>
              <a:t>This helps us understand different input-output relationships.</a:t>
            </a:r>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13</a:t>
            </a:fld>
            <a:endParaRPr lang="ko-KR" altLang="en-US"/>
          </a:p>
        </p:txBody>
      </p:sp>
    </p:spTree>
    <p:extLst>
      <p:ext uri="{BB962C8B-B14F-4D97-AF65-F5344CB8AC3E}">
        <p14:creationId xmlns:p14="http://schemas.microsoft.com/office/powerpoint/2010/main" val="7855723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This graph shows a horizontal shift.</a:t>
            </a:r>
            <a:br>
              <a:rPr lang="en-US" altLang="ko-KR" dirty="0"/>
            </a:br>
            <a:r>
              <a:rPr lang="en-US" altLang="ko-KR" dirty="0"/>
              <a:t>We moved the log curve one step to the right.</a:t>
            </a:r>
            <a:br>
              <a:rPr lang="en-US" altLang="ko-KR" dirty="0"/>
            </a:br>
            <a:r>
              <a:rPr lang="en-US" altLang="ko-KR" dirty="0"/>
              <a:t>Shifting functions is useful when we want to adjust the position of our model output.</a:t>
            </a:r>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14</a:t>
            </a:fld>
            <a:endParaRPr lang="ko-KR" altLang="en-US"/>
          </a:p>
        </p:txBody>
      </p:sp>
    </p:spTree>
    <p:extLst>
      <p:ext uri="{BB962C8B-B14F-4D97-AF65-F5344CB8AC3E}">
        <p14:creationId xmlns:p14="http://schemas.microsoft.com/office/powerpoint/2010/main" val="27594707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Here we see exponential and log functions side by side.</a:t>
            </a:r>
            <a:br>
              <a:rPr lang="en-US" altLang="ko-KR" dirty="0"/>
            </a:br>
            <a:r>
              <a:rPr lang="en-US" altLang="ko-KR" dirty="0"/>
              <a:t>They are inverse functions.</a:t>
            </a:r>
            <a:br>
              <a:rPr lang="en-US" altLang="ko-KR" dirty="0"/>
            </a:br>
            <a:r>
              <a:rPr lang="en-US" altLang="ko-KR" dirty="0"/>
              <a:t>Their graphs are symmetric along the line y equals x.</a:t>
            </a:r>
            <a:br>
              <a:rPr lang="en-US" altLang="ko-KR" dirty="0"/>
            </a:br>
            <a:r>
              <a:rPr lang="en-US" altLang="ko-KR" dirty="0"/>
              <a:t>This means one undoes what the other does.</a:t>
            </a:r>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15</a:t>
            </a:fld>
            <a:endParaRPr lang="ko-KR" altLang="en-US"/>
          </a:p>
        </p:txBody>
      </p:sp>
    </p:spTree>
    <p:extLst>
      <p:ext uri="{BB962C8B-B14F-4D97-AF65-F5344CB8AC3E}">
        <p14:creationId xmlns:p14="http://schemas.microsoft.com/office/powerpoint/2010/main" val="20394375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This is a sigmoid function.</a:t>
            </a:r>
            <a:br>
              <a:rPr lang="en-US" altLang="ko-KR" dirty="0"/>
            </a:br>
            <a:r>
              <a:rPr lang="en-US" altLang="ko-KR" dirty="0"/>
              <a:t>It includes an exponential term in the denominator.</a:t>
            </a:r>
            <a:br>
              <a:rPr lang="en-US" altLang="ko-KR" dirty="0"/>
            </a:br>
            <a:r>
              <a:rPr lang="en-US" altLang="ko-KR" dirty="0"/>
              <a:t>The curve forms an S shape.</a:t>
            </a:r>
            <a:br>
              <a:rPr lang="en-US" altLang="ko-KR" dirty="0"/>
            </a:br>
            <a:r>
              <a:rPr lang="en-US" altLang="ko-KR" dirty="0"/>
              <a:t>It smoothly moves from zero to one.</a:t>
            </a:r>
            <a:br>
              <a:rPr lang="en-US" altLang="ko-KR" dirty="0"/>
            </a:br>
            <a:r>
              <a:rPr lang="en-US" altLang="ko-KR" dirty="0"/>
              <a:t>We often use it to map outputs between 0 and 1.</a:t>
            </a:r>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16</a:t>
            </a:fld>
            <a:endParaRPr lang="ko-KR" altLang="en-US"/>
          </a:p>
        </p:txBody>
      </p:sp>
    </p:spTree>
    <p:extLst>
      <p:ext uri="{BB962C8B-B14F-4D97-AF65-F5344CB8AC3E}">
        <p14:creationId xmlns:p14="http://schemas.microsoft.com/office/powerpoint/2010/main" val="13512189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Now let’s do a coding exercise.</a:t>
            </a:r>
            <a:br>
              <a:rPr lang="en-US" altLang="ko-KR" dirty="0"/>
            </a:br>
            <a:r>
              <a:rPr lang="en-US" altLang="ko-KR" dirty="0"/>
              <a:t>You’ll plot different types of functions:</a:t>
            </a:r>
            <a:br>
              <a:rPr lang="en-US" altLang="ko-KR" dirty="0"/>
            </a:br>
            <a:r>
              <a:rPr lang="en-US" altLang="ko-KR" dirty="0"/>
              <a:t>linear, quadratic, exponential, log, sigmoid, and a shifted log function.</a:t>
            </a:r>
            <a:br>
              <a:rPr lang="en-US" altLang="ko-KR" dirty="0"/>
            </a:br>
            <a:r>
              <a:rPr lang="en-US" altLang="ko-KR" dirty="0"/>
              <a:t>Here’s a sample code using Python and Matplotlib.</a:t>
            </a:r>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17</a:t>
            </a:fld>
            <a:endParaRPr lang="ko-KR" altLang="en-US"/>
          </a:p>
        </p:txBody>
      </p:sp>
    </p:spTree>
    <p:extLst>
      <p:ext uri="{BB962C8B-B14F-4D97-AF65-F5344CB8AC3E}">
        <p14:creationId xmlns:p14="http://schemas.microsoft.com/office/powerpoint/2010/main" val="20063147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To try it yourself, use the </a:t>
            </a:r>
            <a:r>
              <a:rPr lang="en-US" altLang="ko-KR" dirty="0" err="1"/>
              <a:t>Colab</a:t>
            </a:r>
            <a:r>
              <a:rPr lang="en-US" altLang="ko-KR" dirty="0"/>
              <a:t> link on the slide.</a:t>
            </a:r>
            <a:br>
              <a:rPr lang="en-US" altLang="ko-KR" dirty="0"/>
            </a:br>
            <a:r>
              <a:rPr lang="en-US" altLang="ko-KR" dirty="0"/>
              <a:t>You can run the code online and see how each function looks on a graph.</a:t>
            </a:r>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18</a:t>
            </a:fld>
            <a:endParaRPr lang="ko-KR" altLang="en-US"/>
          </a:p>
        </p:txBody>
      </p:sp>
    </p:spTree>
    <p:extLst>
      <p:ext uri="{BB962C8B-B14F-4D97-AF65-F5344CB8AC3E}">
        <p14:creationId xmlns:p14="http://schemas.microsoft.com/office/powerpoint/2010/main" val="17119591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In this section, we’ll talk about derivatives, a key concept in understanding how deep learning models learn</a:t>
            </a:r>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19</a:t>
            </a:fld>
            <a:endParaRPr lang="ko-KR" altLang="en-US"/>
          </a:p>
        </p:txBody>
      </p:sp>
    </p:spTree>
    <p:extLst>
      <p:ext uri="{BB962C8B-B14F-4D97-AF65-F5344CB8AC3E}">
        <p14:creationId xmlns:p14="http://schemas.microsoft.com/office/powerpoint/2010/main" val="13327580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A derivative tells us how sensitive the output of a function is to a small change in the input.</a:t>
            </a:r>
            <a:br>
              <a:rPr lang="en-US" altLang="ko-KR" dirty="0"/>
            </a:br>
            <a:r>
              <a:rPr lang="en-US" altLang="ko-KR" dirty="0"/>
              <a:t>In simple terms, it’s the rate of change—how fast y changes with x.</a:t>
            </a:r>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20</a:t>
            </a:fld>
            <a:endParaRPr lang="ko-KR" altLang="en-US"/>
          </a:p>
        </p:txBody>
      </p:sp>
    </p:spTree>
    <p:extLst>
      <p:ext uri="{BB962C8B-B14F-4D97-AF65-F5344CB8AC3E}">
        <p14:creationId xmlns:p14="http://schemas.microsoft.com/office/powerpoint/2010/main" val="38416259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You can think of a derivative as a very small, momentary change.</a:t>
            </a:r>
            <a:br>
              <a:rPr lang="en-US" altLang="ko-KR" dirty="0"/>
            </a:br>
            <a:r>
              <a:rPr lang="en-US" altLang="ko-KR" dirty="0"/>
              <a:t>It shows the direction, even when the change is tiny.</a:t>
            </a:r>
            <a:br>
              <a:rPr lang="en-US" altLang="ko-KR" dirty="0"/>
            </a:br>
            <a:r>
              <a:rPr lang="en-US" altLang="ko-KR" dirty="0"/>
              <a:t>It’s also called the instantaneous rate of change.</a:t>
            </a:r>
            <a:br>
              <a:rPr lang="en-US" altLang="ko-KR" dirty="0"/>
            </a:br>
            <a:r>
              <a:rPr lang="en-US" altLang="ko-KR" dirty="0"/>
              <a:t>Mathematically, it’s the slope of the tangent line at a point on the graph.</a:t>
            </a:r>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21</a:t>
            </a:fld>
            <a:endParaRPr lang="ko-KR" altLang="en-US"/>
          </a:p>
        </p:txBody>
      </p:sp>
    </p:spTree>
    <p:extLst>
      <p:ext uri="{BB962C8B-B14F-4D97-AF65-F5344CB8AC3E}">
        <p14:creationId xmlns:p14="http://schemas.microsoft.com/office/powerpoint/2010/main" val="9370281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We can generalize derivatives by calculating the slope between two points.</a:t>
            </a:r>
            <a:br>
              <a:rPr lang="en-US" altLang="ko-KR" dirty="0"/>
            </a:br>
            <a:r>
              <a:rPr lang="en-US" altLang="ko-KR" dirty="0"/>
              <a:t>The average rate of change is the difference in y divided by the difference in x.</a:t>
            </a:r>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22</a:t>
            </a:fld>
            <a:endParaRPr lang="ko-KR" altLang="en-US"/>
          </a:p>
        </p:txBody>
      </p:sp>
    </p:spTree>
    <p:extLst>
      <p:ext uri="{BB962C8B-B14F-4D97-AF65-F5344CB8AC3E}">
        <p14:creationId xmlns:p14="http://schemas.microsoft.com/office/powerpoint/2010/main" val="2301218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This slope between two points is also called the average rate of change.</a:t>
            </a:r>
            <a:br>
              <a:rPr lang="en-US" altLang="ko-KR" dirty="0"/>
            </a:br>
            <a:r>
              <a:rPr lang="en-US" altLang="ko-KR" dirty="0"/>
              <a:t>As we bring the two points closer, this becomes the actual derivative.</a:t>
            </a:r>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23</a:t>
            </a:fld>
            <a:endParaRPr lang="ko-KR" altLang="en-US"/>
          </a:p>
        </p:txBody>
      </p:sp>
    </p:spTree>
    <p:extLst>
      <p:ext uri="{BB962C8B-B14F-4D97-AF65-F5344CB8AC3E}">
        <p14:creationId xmlns:p14="http://schemas.microsoft.com/office/powerpoint/2010/main" val="164249464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When the gap between the two x-values becomes very small—almost zero—we get the instantaneous rate of change.</a:t>
            </a:r>
            <a:br>
              <a:rPr lang="en-US" altLang="ko-KR" dirty="0"/>
            </a:br>
            <a:r>
              <a:rPr lang="en-US" altLang="ko-KR" dirty="0"/>
              <a:t>This is what we mean by taking the limit, which leads to the definition of a derivative.</a:t>
            </a:r>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24</a:t>
            </a:fld>
            <a:endParaRPr lang="ko-KR" altLang="en-US"/>
          </a:p>
        </p:txBody>
      </p:sp>
    </p:spTree>
    <p:extLst>
      <p:ext uri="{BB962C8B-B14F-4D97-AF65-F5344CB8AC3E}">
        <p14:creationId xmlns:p14="http://schemas.microsoft.com/office/powerpoint/2010/main" val="37285935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Here’s the formal expression of a derivative.</a:t>
            </a:r>
            <a:br>
              <a:rPr lang="en-US" altLang="ko-KR" dirty="0"/>
            </a:br>
            <a:r>
              <a:rPr lang="en-US" altLang="ko-KR" dirty="0"/>
              <a:t>It shows the output change divided by the input change, as the input change gets very close to zero.</a:t>
            </a:r>
            <a:br>
              <a:rPr lang="en-US" altLang="ko-KR" dirty="0"/>
            </a:br>
            <a:r>
              <a:rPr lang="en-US" altLang="ko-KR" dirty="0"/>
              <a:t>We call this the limit and denote it with a prime or a 'd over dx' symbol.</a:t>
            </a:r>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25</a:t>
            </a:fld>
            <a:endParaRPr lang="ko-KR" altLang="en-US"/>
          </a:p>
        </p:txBody>
      </p:sp>
    </p:spTree>
    <p:extLst>
      <p:ext uri="{BB962C8B-B14F-4D97-AF65-F5344CB8AC3E}">
        <p14:creationId xmlns:p14="http://schemas.microsoft.com/office/powerpoint/2010/main" val="278618238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Let’s review four important rules.</a:t>
            </a:r>
            <a:br>
              <a:rPr lang="en-US" altLang="ko-KR" dirty="0"/>
            </a:br>
            <a:r>
              <a:rPr lang="en-US" altLang="ko-KR" dirty="0"/>
              <a:t>First, the derivative of a constant is zero.</a:t>
            </a:r>
            <a:br>
              <a:rPr lang="en-US" altLang="ko-KR" dirty="0"/>
            </a:br>
            <a:r>
              <a:rPr lang="en-US" altLang="ko-KR" dirty="0"/>
              <a:t>Second, the derivative of x is one.</a:t>
            </a:r>
            <a:br>
              <a:rPr lang="en-US" altLang="ko-KR" dirty="0"/>
            </a:br>
            <a:r>
              <a:rPr lang="en-US" altLang="ko-KR" dirty="0"/>
              <a:t>Third, for a constant times x, the derivative is just the constant.</a:t>
            </a:r>
            <a:br>
              <a:rPr lang="en-US" altLang="ko-KR" dirty="0"/>
            </a:br>
            <a:r>
              <a:rPr lang="en-US" altLang="ko-KR" dirty="0"/>
              <a:t>And lastly, for x to the power of a, the result is a times of x to a minus one.</a:t>
            </a:r>
            <a:endParaRPr lang="ko-KR" altLang="en-US" dirty="0"/>
          </a:p>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26</a:t>
            </a:fld>
            <a:endParaRPr lang="ko-KR" altLang="en-US"/>
          </a:p>
        </p:txBody>
      </p:sp>
    </p:spTree>
    <p:extLst>
      <p:ext uri="{BB962C8B-B14F-4D97-AF65-F5344CB8AC3E}">
        <p14:creationId xmlns:p14="http://schemas.microsoft.com/office/powerpoint/2010/main" val="26243739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When a function has more than one variable, we use partial derivatives.</a:t>
            </a:r>
            <a:br>
              <a:rPr lang="en-US" altLang="ko-KR" dirty="0"/>
            </a:br>
            <a:r>
              <a:rPr lang="en-US" altLang="ko-KR" dirty="0"/>
              <a:t>We change only one variable and keep the others fixed.</a:t>
            </a:r>
            <a:br>
              <a:rPr lang="en-US" altLang="ko-KR" dirty="0"/>
            </a:br>
            <a:r>
              <a:rPr lang="en-US" altLang="ko-KR" dirty="0"/>
              <a:t>For example, in a function with x and y, if we differentiate only with respect to x, y is treated as a constant.</a:t>
            </a:r>
            <a:br>
              <a:rPr lang="en-US" altLang="ko-KR" dirty="0"/>
            </a:br>
            <a:r>
              <a:rPr lang="en-US" altLang="ko-KR" dirty="0"/>
              <a:t>This helps us calculate gradients in multivariable functions like those used in deep learning.</a:t>
            </a:r>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27</a:t>
            </a:fld>
            <a:endParaRPr lang="ko-KR" altLang="en-US"/>
          </a:p>
        </p:txBody>
      </p:sp>
    </p:spTree>
    <p:extLst>
      <p:ext uri="{BB962C8B-B14F-4D97-AF65-F5344CB8AC3E}">
        <p14:creationId xmlns:p14="http://schemas.microsoft.com/office/powerpoint/2010/main" val="384516284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Next, let’s look at how some of the core differentiation formulas are proven. This helps us understand where the rules actually come from.</a:t>
            </a:r>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28</a:t>
            </a:fld>
            <a:endParaRPr lang="ko-KR" altLang="en-US"/>
          </a:p>
        </p:txBody>
      </p:sp>
    </p:spTree>
    <p:extLst>
      <p:ext uri="{BB962C8B-B14F-4D97-AF65-F5344CB8AC3E}">
        <p14:creationId xmlns:p14="http://schemas.microsoft.com/office/powerpoint/2010/main" val="234533018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Let’s say we have a function where y equals x raised to the power of n.</a:t>
            </a:r>
            <a:br>
              <a:rPr lang="en-US" altLang="ko-KR" dirty="0"/>
            </a:br>
            <a:r>
              <a:rPr lang="en-US" altLang="ko-KR" dirty="0"/>
              <a:t>Our goal is to find the derivative of this function.</a:t>
            </a:r>
            <a:br>
              <a:rPr lang="en-US" altLang="ko-KR" dirty="0"/>
            </a:br>
            <a:r>
              <a:rPr lang="en-US" altLang="ko-KR" dirty="0"/>
              <a:t>We’ll use the definition of a derivative: the limit of the difference in output divided by the difference in input, as the input difference becomes very small.</a:t>
            </a:r>
            <a:br>
              <a:rPr lang="en-US" altLang="ko-KR" dirty="0"/>
            </a:br>
            <a:r>
              <a:rPr lang="en-US" altLang="ko-KR" dirty="0"/>
              <a:t>In other words, we calculate the rate of change as h approaches zero</a:t>
            </a:r>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29</a:t>
            </a:fld>
            <a:endParaRPr lang="ko-KR" altLang="en-US"/>
          </a:p>
        </p:txBody>
      </p:sp>
    </p:spTree>
    <p:extLst>
      <p:ext uri="{BB962C8B-B14F-4D97-AF65-F5344CB8AC3E}">
        <p14:creationId xmlns:p14="http://schemas.microsoft.com/office/powerpoint/2010/main" val="315051217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Now, we plug x to the power n into the formula.</a:t>
            </a:r>
            <a:br>
              <a:rPr lang="en-US" altLang="ko-KR" dirty="0"/>
            </a:br>
            <a:r>
              <a:rPr lang="en-US" altLang="ko-KR" dirty="0"/>
              <a:t>So we take (x plus h) to the power n, subtract x to the power n, and divide the whole thing by h.</a:t>
            </a:r>
            <a:br>
              <a:rPr lang="en-US" altLang="ko-KR" dirty="0"/>
            </a:br>
            <a:r>
              <a:rPr lang="en-US" altLang="ko-KR" dirty="0"/>
              <a:t>This gives us the average rate of change between x and </a:t>
            </a:r>
            <a:r>
              <a:rPr lang="en-US" altLang="ko-KR" dirty="0" err="1"/>
              <a:t>x+h</a:t>
            </a:r>
            <a:r>
              <a:rPr lang="en-US" altLang="ko-KR" dirty="0"/>
              <a:t>.</a:t>
            </a:r>
            <a:br>
              <a:rPr lang="en-US" altLang="ko-KR" dirty="0"/>
            </a:br>
            <a:r>
              <a:rPr lang="en-US" altLang="ko-KR" dirty="0"/>
              <a:t>We now want to simplify this expression.</a:t>
            </a:r>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30</a:t>
            </a:fld>
            <a:endParaRPr lang="ko-KR" altLang="en-US"/>
          </a:p>
        </p:txBody>
      </p:sp>
    </p:spTree>
    <p:extLst>
      <p:ext uri="{BB962C8B-B14F-4D97-AF65-F5344CB8AC3E}">
        <p14:creationId xmlns:p14="http://schemas.microsoft.com/office/powerpoint/2010/main" val="65618253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To simplify, we use the binomial expansion.</a:t>
            </a:r>
            <a:br>
              <a:rPr lang="en-US" altLang="ko-KR" dirty="0"/>
            </a:br>
            <a:r>
              <a:rPr lang="en-US" altLang="ko-KR" dirty="0"/>
              <a:t>This expands (</a:t>
            </a:r>
            <a:r>
              <a:rPr lang="en-US" altLang="ko-KR" dirty="0" err="1"/>
              <a:t>x+h</a:t>
            </a:r>
            <a:r>
              <a:rPr lang="en-US" altLang="ko-KR" dirty="0"/>
              <a:t>) to the power n into a series of terms that include both x and h.</a:t>
            </a:r>
            <a:br>
              <a:rPr lang="en-US" altLang="ko-KR" dirty="0"/>
            </a:br>
            <a:r>
              <a:rPr lang="en-US" altLang="ko-KR" dirty="0"/>
              <a:t>What’s important is that h becomes a common factor in all terms except the first.</a:t>
            </a:r>
            <a:br>
              <a:rPr lang="en-US" altLang="ko-KR" dirty="0"/>
            </a:br>
            <a:r>
              <a:rPr lang="en-US" altLang="ko-KR" dirty="0"/>
              <a:t>This allows us to cancel out h later.</a:t>
            </a:r>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31</a:t>
            </a:fld>
            <a:endParaRPr lang="ko-KR" altLang="en-US"/>
          </a:p>
        </p:txBody>
      </p:sp>
    </p:spTree>
    <p:extLst>
      <p:ext uri="{BB962C8B-B14F-4D97-AF65-F5344CB8AC3E}">
        <p14:creationId xmlns:p14="http://schemas.microsoft.com/office/powerpoint/2010/main" val="400005862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After factoring out h, we cancel it from the numerator and denominator.</a:t>
            </a:r>
            <a:br>
              <a:rPr lang="en-US" altLang="ko-KR" dirty="0"/>
            </a:br>
            <a:r>
              <a:rPr lang="en-US" altLang="ko-KR" dirty="0"/>
              <a:t>Then we take the limit as h approaches zero.</a:t>
            </a:r>
            <a:br>
              <a:rPr lang="en-US" altLang="ko-KR" dirty="0"/>
            </a:br>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32</a:t>
            </a:fld>
            <a:endParaRPr lang="ko-KR" altLang="en-US"/>
          </a:p>
        </p:txBody>
      </p:sp>
    </p:spTree>
    <p:extLst>
      <p:ext uri="{BB962C8B-B14F-4D97-AF65-F5344CB8AC3E}">
        <p14:creationId xmlns:p14="http://schemas.microsoft.com/office/powerpoint/2010/main" val="328763989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At this point, all terms with h disappear.</a:t>
            </a:r>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33</a:t>
            </a:fld>
            <a:endParaRPr lang="ko-KR" altLang="en-US"/>
          </a:p>
        </p:txBody>
      </p:sp>
    </p:spTree>
    <p:extLst>
      <p:ext uri="{BB962C8B-B14F-4D97-AF65-F5344CB8AC3E}">
        <p14:creationId xmlns:p14="http://schemas.microsoft.com/office/powerpoint/2010/main" val="122605869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and we’re left with one clean result:</a:t>
            </a:r>
            <a:br>
              <a:rPr lang="en-US" altLang="ko-KR" dirty="0"/>
            </a:br>
            <a:r>
              <a:rPr lang="en-US" altLang="ko-KR" dirty="0"/>
              <a:t>n multiplied by x raised to the power of (n minus 1).</a:t>
            </a:r>
            <a:br>
              <a:rPr lang="en-US" altLang="ko-KR" dirty="0"/>
            </a:br>
            <a:r>
              <a:rPr lang="en-US" altLang="ko-KR" dirty="0"/>
              <a:t>That’s the power rule.</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So, we’ve just proven that the derivative of x to the power n is n times x to the power of n minus 1.</a:t>
            </a:r>
            <a:br>
              <a:rPr lang="en-US" altLang="ko-KR" dirty="0"/>
            </a:br>
            <a:r>
              <a:rPr lang="en-US" altLang="ko-KR" dirty="0"/>
              <a:t>This is one of the most basic and powerful results in calculus, and it’s used everywhere—from simple math to complex neural networks.</a:t>
            </a:r>
            <a:endParaRPr lang="ko-KR" altLang="en-US" dirty="0"/>
          </a:p>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34</a:t>
            </a:fld>
            <a:endParaRPr lang="ko-KR" altLang="en-US"/>
          </a:p>
        </p:txBody>
      </p:sp>
    </p:spTree>
    <p:extLst>
      <p:ext uri="{BB962C8B-B14F-4D97-AF65-F5344CB8AC3E}">
        <p14:creationId xmlns:p14="http://schemas.microsoft.com/office/powerpoint/2010/main" val="286959379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Let’s now look at another fundamental concept — the number e.</a:t>
            </a:r>
            <a:br>
              <a:rPr lang="en-US" altLang="ko-KR" dirty="0"/>
            </a:br>
            <a:r>
              <a:rPr lang="en-US" altLang="ko-KR" dirty="0"/>
              <a:t>It’s a special constant, just like pi.</a:t>
            </a:r>
            <a:br>
              <a:rPr lang="en-US" altLang="ko-KR" dirty="0"/>
            </a:br>
            <a:r>
              <a:rPr lang="en-US" altLang="ko-KR" dirty="0"/>
              <a:t>If you repeatedly calculate one plus one over n, raised to the power n, and keep increasing n, the result gets closer to e.</a:t>
            </a:r>
            <a:br>
              <a:rPr lang="en-US" altLang="ko-KR" dirty="0"/>
            </a:br>
            <a:r>
              <a:rPr lang="en-US" altLang="ko-KR" dirty="0"/>
              <a:t>That value is approximately 2.718.</a:t>
            </a:r>
            <a:br>
              <a:rPr lang="en-US" altLang="ko-KR" dirty="0"/>
            </a:br>
            <a:r>
              <a:rPr lang="en-US" altLang="ko-KR" dirty="0"/>
              <a:t>This number is essential when working with exponential growth, decay, and activation functions in deep learning.</a:t>
            </a:r>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35</a:t>
            </a:fld>
            <a:endParaRPr lang="ko-KR" altLang="en-US"/>
          </a:p>
        </p:txBody>
      </p:sp>
    </p:spTree>
    <p:extLst>
      <p:ext uri="{BB962C8B-B14F-4D97-AF65-F5344CB8AC3E}">
        <p14:creationId xmlns:p14="http://schemas.microsoft.com/office/powerpoint/2010/main" val="45256382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This slide shows a very important limit in calculus.</a:t>
            </a:r>
            <a:br>
              <a:rPr lang="en-US" altLang="ko-KR" dirty="0"/>
            </a:br>
            <a:r>
              <a:rPr lang="en-US" altLang="ko-KR" dirty="0"/>
              <a:t>We want to prove that, as x approaches zero, the expression e to the x minus 1 divided by x becomes 1.</a:t>
            </a:r>
            <a:br>
              <a:rPr lang="en-US" altLang="ko-KR" dirty="0"/>
            </a:br>
            <a:r>
              <a:rPr lang="en-US" altLang="ko-KR" dirty="0"/>
              <a:t>This is a well-known result used in many derivative calculations, especially when dealing with exponential functions.</a:t>
            </a:r>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36</a:t>
            </a:fld>
            <a:endParaRPr lang="ko-KR" altLang="en-US"/>
          </a:p>
        </p:txBody>
      </p:sp>
    </p:spTree>
    <p:extLst>
      <p:ext uri="{BB962C8B-B14F-4D97-AF65-F5344CB8AC3E}">
        <p14:creationId xmlns:p14="http://schemas.microsoft.com/office/powerpoint/2010/main" val="160878285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To simplify this, we do a substitution.</a:t>
            </a:r>
            <a:br>
              <a:rPr lang="en-US" altLang="ko-KR" dirty="0"/>
            </a:br>
            <a:r>
              <a:rPr lang="en-US" altLang="ko-KR" dirty="0"/>
              <a:t>We replace e to the x minus 1 with a new variable, let’s call it t.</a:t>
            </a:r>
            <a:br>
              <a:rPr lang="en-US" altLang="ko-KR" dirty="0"/>
            </a:br>
            <a:r>
              <a:rPr lang="en-US" altLang="ko-KR" dirty="0"/>
              <a:t>That means x becomes the natural log of 1 plus t.</a:t>
            </a:r>
            <a:br>
              <a:rPr lang="en-US" altLang="ko-KR" dirty="0"/>
            </a:br>
            <a:r>
              <a:rPr lang="en-US" altLang="ko-KR" dirty="0"/>
              <a:t>So we now have a new expression: t divided by log of 1 plus t.</a:t>
            </a:r>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37</a:t>
            </a:fld>
            <a:endParaRPr lang="ko-KR" altLang="en-US"/>
          </a:p>
        </p:txBody>
      </p:sp>
    </p:spTree>
    <p:extLst>
      <p:ext uri="{BB962C8B-B14F-4D97-AF65-F5344CB8AC3E}">
        <p14:creationId xmlns:p14="http://schemas.microsoft.com/office/powerpoint/2010/main" val="334865736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We rewrite this as one divided by another fraction.</a:t>
            </a:r>
            <a:br>
              <a:rPr lang="en-US" altLang="ko-KR" dirty="0"/>
            </a:br>
            <a:r>
              <a:rPr lang="en-US" altLang="ko-KR" dirty="0"/>
              <a:t>So now it becomes one divided by log of 1 plus t over t.</a:t>
            </a:r>
            <a:br>
              <a:rPr lang="en-US" altLang="ko-KR" dirty="0"/>
            </a:br>
            <a:r>
              <a:rPr lang="en-US" altLang="ko-KR" dirty="0"/>
              <a:t>This is just a mathematical trick to simplify the expression, using what’s called the complex fraction rule.</a:t>
            </a:r>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38</a:t>
            </a:fld>
            <a:endParaRPr lang="ko-KR" altLang="en-US"/>
          </a:p>
        </p:txBody>
      </p:sp>
    </p:spTree>
    <p:extLst>
      <p:ext uri="{BB962C8B-B14F-4D97-AF65-F5344CB8AC3E}">
        <p14:creationId xmlns:p14="http://schemas.microsoft.com/office/powerpoint/2010/main" val="41722968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Now we take the limit as t approaches zero.</a:t>
            </a:r>
            <a:br>
              <a:rPr lang="en-US" altLang="ko-KR" dirty="0"/>
            </a:br>
            <a:r>
              <a:rPr lang="en-US" altLang="ko-KR" dirty="0"/>
              <a:t>As that happens, the log expression simplifies, and we get one divided by log of one plus t to the power of one over t.</a:t>
            </a:r>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39</a:t>
            </a:fld>
            <a:endParaRPr lang="ko-KR" altLang="en-US"/>
          </a:p>
        </p:txBody>
      </p:sp>
    </p:spTree>
    <p:extLst>
      <p:ext uri="{BB962C8B-B14F-4D97-AF65-F5344CB8AC3E}">
        <p14:creationId xmlns:p14="http://schemas.microsoft.com/office/powerpoint/2010/main" val="25303829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40</a:t>
            </a:fld>
            <a:endParaRPr lang="ko-KR" altLang="en-US"/>
          </a:p>
        </p:txBody>
      </p:sp>
    </p:spTree>
    <p:extLst>
      <p:ext uri="{BB962C8B-B14F-4D97-AF65-F5344CB8AC3E}">
        <p14:creationId xmlns:p14="http://schemas.microsoft.com/office/powerpoint/2010/main" val="50882864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From our earlier proof, we already know that as t approaches zero, one plus t to the power of one over t becomes e.</a:t>
            </a:r>
            <a:br>
              <a:rPr lang="en-US" altLang="ko-KR" dirty="0"/>
            </a:br>
            <a:r>
              <a:rPr lang="en-US" altLang="ko-KR" dirty="0"/>
              <a:t>So the denominator becomes log of e, which is 1.</a:t>
            </a:r>
            <a:br>
              <a:rPr lang="en-US" altLang="ko-KR" dirty="0"/>
            </a:br>
            <a:r>
              <a:rPr lang="en-US" altLang="ko-KR" dirty="0"/>
              <a:t>That means the final result is one divided by one, which equals one.</a:t>
            </a:r>
          </a:p>
          <a:p>
            <a:endParaRPr lang="en-US" altLang="ko-KR" dirty="0"/>
          </a:p>
          <a:p>
            <a:r>
              <a:rPr lang="en-US" altLang="ko-KR" dirty="0"/>
              <a:t>This completes the proof.</a:t>
            </a:r>
            <a:br>
              <a:rPr lang="en-US" altLang="ko-KR" dirty="0"/>
            </a:br>
            <a:r>
              <a:rPr lang="en-US" altLang="ko-KR" dirty="0"/>
              <a:t>It’s one of the most fundamental limits in calculus, and it plays a key role in differentiating exponential functions.</a:t>
            </a:r>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41</a:t>
            </a:fld>
            <a:endParaRPr lang="ko-KR" altLang="en-US"/>
          </a:p>
        </p:txBody>
      </p:sp>
    </p:spTree>
    <p:extLst>
      <p:ext uri="{BB962C8B-B14F-4D97-AF65-F5344CB8AC3E}">
        <p14:creationId xmlns:p14="http://schemas.microsoft.com/office/powerpoint/2010/main" val="411623511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Now, let’s look at the derivative of the exponential function</a:t>
            </a:r>
          </a:p>
          <a:p>
            <a:r>
              <a:rPr lang="en-US" altLang="ko-KR" dirty="0"/>
              <a:t>Let's start with the definition of a derivative.</a:t>
            </a:r>
            <a:br>
              <a:rPr lang="en-US" altLang="ko-KR" dirty="0"/>
            </a:br>
            <a:r>
              <a:rPr lang="en-US" altLang="ko-KR" dirty="0"/>
              <a:t>The derivative of a function at x means how the function changes when x changes a little bit like:</a:t>
            </a:r>
            <a:br>
              <a:rPr lang="en-US" altLang="ko-KR" dirty="0"/>
            </a:br>
            <a:r>
              <a:rPr lang="en-US" altLang="ko-KR" dirty="0"/>
              <a:t>f(</a:t>
            </a:r>
            <a:r>
              <a:rPr lang="en-US" altLang="ko-KR" dirty="0" err="1"/>
              <a:t>x+h</a:t>
            </a:r>
            <a:r>
              <a:rPr lang="en-US" altLang="ko-KR" dirty="0"/>
              <a:t>) minus f(x), divided by h</a:t>
            </a:r>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42</a:t>
            </a:fld>
            <a:endParaRPr lang="ko-KR" altLang="en-US"/>
          </a:p>
        </p:txBody>
      </p:sp>
    </p:spTree>
    <p:extLst>
      <p:ext uri="{BB962C8B-B14F-4D97-AF65-F5344CB8AC3E}">
        <p14:creationId xmlns:p14="http://schemas.microsoft.com/office/powerpoint/2010/main" val="90890805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Now we substitute the function into the formula.</a:t>
            </a:r>
            <a:br>
              <a:rPr lang="en-US" altLang="ko-KR" dirty="0"/>
            </a:br>
            <a:r>
              <a:rPr lang="en-US" altLang="ko-KR" dirty="0"/>
              <a:t>f(</a:t>
            </a:r>
            <a:r>
              <a:rPr lang="en-US" altLang="ko-KR" dirty="0" err="1"/>
              <a:t>x+h</a:t>
            </a:r>
            <a:r>
              <a:rPr lang="en-US" altLang="ko-KR" dirty="0"/>
              <a:t>) becomes e to the </a:t>
            </a:r>
            <a:r>
              <a:rPr lang="en-US" altLang="ko-KR" dirty="0" err="1"/>
              <a:t>x+h</a:t>
            </a:r>
            <a:r>
              <a:rPr lang="en-US" altLang="ko-KR" dirty="0"/>
              <a:t>, and f(x) is e to the x.</a:t>
            </a:r>
            <a:br>
              <a:rPr lang="en-US" altLang="ko-KR" dirty="0"/>
            </a:br>
            <a:r>
              <a:rPr lang="en-US" altLang="ko-KR" dirty="0"/>
              <a:t>So the numerator becomes e to the </a:t>
            </a:r>
            <a:r>
              <a:rPr lang="en-US" altLang="ko-KR" dirty="0" err="1"/>
              <a:t>x+h</a:t>
            </a:r>
            <a:r>
              <a:rPr lang="en-US" altLang="ko-KR" dirty="0"/>
              <a:t> minus e to the x.</a:t>
            </a:r>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43</a:t>
            </a:fld>
            <a:endParaRPr lang="ko-KR" altLang="en-US"/>
          </a:p>
        </p:txBody>
      </p:sp>
    </p:spTree>
    <p:extLst>
      <p:ext uri="{BB962C8B-B14F-4D97-AF65-F5344CB8AC3E}">
        <p14:creationId xmlns:p14="http://schemas.microsoft.com/office/powerpoint/2010/main" val="405748840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Next, we factor out e to the x from the numerator.</a:t>
            </a:r>
            <a:br>
              <a:rPr lang="en-US" altLang="ko-KR" dirty="0"/>
            </a:br>
            <a:r>
              <a:rPr lang="en-US" altLang="ko-KR" dirty="0"/>
              <a:t>That gives us e to the x multiplied by the e to the h minus 1.</a:t>
            </a:r>
            <a:br>
              <a:rPr lang="en-US" altLang="ko-KR" dirty="0"/>
            </a:br>
            <a:r>
              <a:rPr lang="en-US" altLang="ko-KR" dirty="0"/>
              <a:t>The rest of the expression stays the same.</a:t>
            </a:r>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44</a:t>
            </a:fld>
            <a:endParaRPr lang="ko-KR" altLang="en-US"/>
          </a:p>
        </p:txBody>
      </p:sp>
    </p:spTree>
    <p:extLst>
      <p:ext uri="{BB962C8B-B14F-4D97-AF65-F5344CB8AC3E}">
        <p14:creationId xmlns:p14="http://schemas.microsoft.com/office/powerpoint/2010/main" val="368935514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We now separate e to the x and the rest of the expression.</a:t>
            </a:r>
            <a:br>
              <a:rPr lang="en-US" altLang="ko-KR" dirty="0"/>
            </a:br>
            <a:r>
              <a:rPr lang="en-US" altLang="ko-KR" dirty="0"/>
              <a:t>e to the x is constant with respect to h, so we can pull it outside the limit.</a:t>
            </a:r>
            <a:br>
              <a:rPr lang="en-US" altLang="ko-KR" dirty="0"/>
            </a:br>
            <a:r>
              <a:rPr lang="en-US" altLang="ko-KR" dirty="0"/>
              <a:t>What’s left is the limit of (e to the h minus 1) over h.</a:t>
            </a:r>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45</a:t>
            </a:fld>
            <a:endParaRPr lang="ko-KR" altLang="en-US"/>
          </a:p>
        </p:txBody>
      </p:sp>
    </p:spTree>
    <p:extLst>
      <p:ext uri="{BB962C8B-B14F-4D97-AF65-F5344CB8AC3E}">
        <p14:creationId xmlns:p14="http://schemas.microsoft.com/office/powerpoint/2010/main" val="245182615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We already know from a previous result that the limit of (e to the x minus 1) over x, as x approaches 0, equals 1.</a:t>
            </a:r>
            <a:br>
              <a:rPr lang="en-US" altLang="ko-KR" dirty="0"/>
            </a:br>
            <a:r>
              <a:rPr lang="en-US" altLang="ko-KR" dirty="0"/>
              <a:t>So this limit also equals 1, because h is just a variable approaching 0.</a:t>
            </a:r>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46</a:t>
            </a:fld>
            <a:endParaRPr lang="ko-KR" altLang="en-US"/>
          </a:p>
        </p:txBody>
      </p:sp>
    </p:spTree>
    <p:extLst>
      <p:ext uri="{BB962C8B-B14F-4D97-AF65-F5344CB8AC3E}">
        <p14:creationId xmlns:p14="http://schemas.microsoft.com/office/powerpoint/2010/main" val="131062820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That means we now have e to the x times 1.</a:t>
            </a:r>
            <a:br>
              <a:rPr lang="en-US" altLang="ko-KR" dirty="0"/>
            </a:br>
            <a:r>
              <a:rPr lang="en-US" altLang="ko-KR" dirty="0"/>
              <a:t>So, the derivative of e to the x is again e to the x.</a:t>
            </a:r>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47</a:t>
            </a:fld>
            <a:endParaRPr lang="ko-KR" altLang="en-US"/>
          </a:p>
        </p:txBody>
      </p:sp>
    </p:spTree>
    <p:extLst>
      <p:ext uri="{BB962C8B-B14F-4D97-AF65-F5344CB8AC3E}">
        <p14:creationId xmlns:p14="http://schemas.microsoft.com/office/powerpoint/2010/main" val="249324583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Now we consider the derivative of the exponential function with base "a".</a:t>
            </a:r>
            <a:br>
              <a:rPr lang="en-US" altLang="ko-KR" dirty="0"/>
            </a:br>
            <a:r>
              <a:rPr lang="en-US" altLang="ko-KR" dirty="0"/>
              <a:t>We want to find the derivative of the function "f of x equals a raised to the power of x".</a:t>
            </a:r>
            <a:br>
              <a:rPr lang="en-US" altLang="ko-KR" dirty="0"/>
            </a:br>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48</a:t>
            </a:fld>
            <a:endParaRPr lang="ko-KR" altLang="en-US"/>
          </a:p>
        </p:txBody>
      </p:sp>
    </p:spTree>
    <p:extLst>
      <p:ext uri="{BB962C8B-B14F-4D97-AF65-F5344CB8AC3E}">
        <p14:creationId xmlns:p14="http://schemas.microsoft.com/office/powerpoint/2010/main" val="101154299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To make this easier, we rewrite "a to the power of x" in a different way.</a:t>
            </a:r>
            <a:br>
              <a:rPr lang="en-US" altLang="ko-KR" dirty="0"/>
            </a:br>
            <a:r>
              <a:rPr lang="en-US" altLang="ko-KR" dirty="0"/>
              <a:t>Since we know that any number can be written using the natural exponential function,</a:t>
            </a:r>
            <a:br>
              <a:rPr lang="en-US" altLang="ko-KR" dirty="0"/>
            </a:br>
            <a:r>
              <a:rPr lang="en-US" altLang="ko-KR" dirty="0"/>
              <a:t>we write "a to the power of x" as "a raised to the power of logarithm base e of e to the power x".</a:t>
            </a:r>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49</a:t>
            </a:fld>
            <a:endParaRPr lang="ko-KR" altLang="en-US"/>
          </a:p>
        </p:txBody>
      </p:sp>
    </p:spTree>
    <p:extLst>
      <p:ext uri="{BB962C8B-B14F-4D97-AF65-F5344CB8AC3E}">
        <p14:creationId xmlns:p14="http://schemas.microsoft.com/office/powerpoint/2010/main" val="136412034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Now we apply a rule from logarithms:</a:t>
            </a:r>
            <a:br>
              <a:rPr lang="en-US" altLang="ko-KR" dirty="0"/>
            </a:br>
            <a:r>
              <a:rPr lang="en-US" altLang="ko-KR" dirty="0"/>
              <a:t>we can swap the base and the exponent.</a:t>
            </a:r>
            <a:br>
              <a:rPr lang="en-US" altLang="ko-KR" dirty="0"/>
            </a:br>
            <a:r>
              <a:rPr lang="en-US" altLang="ko-KR" dirty="0"/>
              <a:t>So now we write it as "e to the power x", raised to the power "logarithm base e of a".</a:t>
            </a:r>
          </a:p>
          <a:p>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We simplify this expression further.</a:t>
            </a:r>
            <a:br>
              <a:rPr lang="en-US" altLang="ko-KR" dirty="0"/>
            </a:br>
            <a:r>
              <a:rPr lang="en-US" altLang="ko-KR" dirty="0"/>
              <a:t>When we raise an exponential function to another power, we multiply the exponents.</a:t>
            </a:r>
            <a:br>
              <a:rPr lang="en-US" altLang="ko-KR" dirty="0"/>
            </a:br>
            <a:r>
              <a:rPr lang="en-US" altLang="ko-KR" dirty="0"/>
              <a:t>So we now have "e raised to the power of x multiplied by natural logarithm of a".</a:t>
            </a:r>
            <a:endParaRPr lang="ko-KR" altLang="en-US" dirty="0"/>
          </a:p>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50</a:t>
            </a:fld>
            <a:endParaRPr lang="ko-KR" altLang="en-US"/>
          </a:p>
        </p:txBody>
      </p:sp>
    </p:spTree>
    <p:extLst>
      <p:ext uri="{BB962C8B-B14F-4D97-AF65-F5344CB8AC3E}">
        <p14:creationId xmlns:p14="http://schemas.microsoft.com/office/powerpoint/2010/main" val="374445333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51</a:t>
            </a:fld>
            <a:endParaRPr lang="ko-KR" altLang="en-US"/>
          </a:p>
        </p:txBody>
      </p:sp>
    </p:spTree>
    <p:extLst>
      <p:ext uri="{BB962C8B-B14F-4D97-AF65-F5344CB8AC3E}">
        <p14:creationId xmlns:p14="http://schemas.microsoft.com/office/powerpoint/2010/main" val="294236936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Now we take the derivative of the rewritten form.</a:t>
            </a:r>
            <a:br>
              <a:rPr lang="en-US" altLang="ko-KR" dirty="0"/>
            </a:br>
            <a:r>
              <a:rPr lang="en-US" altLang="ko-KR" dirty="0"/>
              <a:t>We want the derivative of "e raised to the power of x times natural logarithm of a".</a:t>
            </a:r>
            <a:br>
              <a:rPr lang="en-US" altLang="ko-KR" dirty="0"/>
            </a:br>
            <a:r>
              <a:rPr lang="en-US" altLang="ko-KR" dirty="0"/>
              <a:t>Here, natural logarithm of a is just a constant value.</a:t>
            </a:r>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52</a:t>
            </a:fld>
            <a:endParaRPr lang="ko-KR" altLang="en-US"/>
          </a:p>
        </p:txBody>
      </p:sp>
    </p:spTree>
    <p:extLst>
      <p:ext uri="{BB962C8B-B14F-4D97-AF65-F5344CB8AC3E}">
        <p14:creationId xmlns:p14="http://schemas.microsoft.com/office/powerpoint/2010/main" val="87004296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To make this even simpler, we introduce a substitution.</a:t>
            </a:r>
            <a:br>
              <a:rPr lang="en-US" altLang="ko-KR" dirty="0"/>
            </a:br>
            <a:r>
              <a:rPr lang="en-US" altLang="ko-KR" dirty="0"/>
              <a:t>Let us call "x multiplied by natural logarithm of a" as a new variable, say t.</a:t>
            </a:r>
            <a:br>
              <a:rPr lang="en-US" altLang="ko-KR" dirty="0"/>
            </a:br>
            <a:r>
              <a:rPr lang="en-US" altLang="ko-KR" dirty="0"/>
              <a:t>So now we are taking the derivative of "e raised to the power of t".</a:t>
            </a:r>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53</a:t>
            </a:fld>
            <a:endParaRPr lang="ko-KR" altLang="en-US"/>
          </a:p>
        </p:txBody>
      </p:sp>
    </p:spTree>
    <p:extLst>
      <p:ext uri="{BB962C8B-B14F-4D97-AF65-F5344CB8AC3E}">
        <p14:creationId xmlns:p14="http://schemas.microsoft.com/office/powerpoint/2010/main" val="284320682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Now we apply the chain rule.</a:t>
            </a:r>
            <a:br>
              <a:rPr lang="en-US" altLang="ko-KR" dirty="0"/>
            </a:br>
            <a:r>
              <a:rPr lang="en-US" altLang="ko-KR" dirty="0"/>
              <a:t>We take the derivative of "e raised to the power of t", and then multiply it by the derivative of t with respect to x.</a:t>
            </a:r>
            <a:br>
              <a:rPr lang="en-US" altLang="ko-KR" dirty="0"/>
            </a:br>
            <a:r>
              <a:rPr lang="en-US" altLang="ko-KR" dirty="0"/>
              <a:t>The derivative of "e to the power t" is just "e to the power t".</a:t>
            </a:r>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54</a:t>
            </a:fld>
            <a:endParaRPr lang="ko-KR" altLang="en-US"/>
          </a:p>
        </p:txBody>
      </p:sp>
    </p:spTree>
    <p:extLst>
      <p:ext uri="{BB962C8B-B14F-4D97-AF65-F5344CB8AC3E}">
        <p14:creationId xmlns:p14="http://schemas.microsoft.com/office/powerpoint/2010/main" val="178261401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Since t was defined as "x multiplied by natural logarithm of a",</a:t>
            </a:r>
            <a:br>
              <a:rPr lang="en-US" altLang="ko-KR" dirty="0"/>
            </a:br>
            <a:r>
              <a:rPr lang="en-US" altLang="ko-KR" dirty="0"/>
              <a:t>we now replace t back into the expression.</a:t>
            </a:r>
            <a:br>
              <a:rPr lang="en-US" altLang="ko-KR" dirty="0"/>
            </a:br>
            <a:r>
              <a:rPr lang="en-US" altLang="ko-KR" dirty="0"/>
              <a:t>Also, the derivative of "x multiplied by natural logarithm of a" is just "natural logarithm of a", because x is the variable and the logarithm is constant.</a:t>
            </a:r>
            <a:br>
              <a:rPr lang="en-US" altLang="ko-KR" dirty="0"/>
            </a:br>
            <a:r>
              <a:rPr lang="en-US" altLang="ko-KR" dirty="0"/>
              <a:t>So finally, the result becomes "e raised to the power of x times natural logarithm of a", multiplied by "natural logarithm of a".</a:t>
            </a:r>
            <a:br>
              <a:rPr lang="en-US" altLang="ko-KR" dirty="0"/>
            </a:br>
            <a:r>
              <a:rPr lang="en-US" altLang="ko-KR" dirty="0"/>
              <a:t>This is the derivative of "a to the power of x".</a:t>
            </a:r>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55</a:t>
            </a:fld>
            <a:endParaRPr lang="ko-KR" altLang="en-US"/>
          </a:p>
        </p:txBody>
      </p:sp>
    </p:spTree>
    <p:extLst>
      <p:ext uri="{BB962C8B-B14F-4D97-AF65-F5344CB8AC3E}">
        <p14:creationId xmlns:p14="http://schemas.microsoft.com/office/powerpoint/2010/main" val="306278928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Now let’s move on to the logarithmic function.</a:t>
            </a:r>
            <a:br>
              <a:rPr lang="en-US" altLang="ko-KR" dirty="0"/>
            </a:br>
            <a:r>
              <a:rPr lang="en-US" altLang="ko-KR" dirty="0"/>
              <a:t>Here, we want to find the derivative of the natural logarithm function.</a:t>
            </a:r>
            <a:br>
              <a:rPr lang="en-US" altLang="ko-KR" dirty="0"/>
            </a:br>
            <a:r>
              <a:rPr lang="en-US" altLang="ko-KR" dirty="0"/>
              <a:t>That is, we want to prove that the derivative of log base e of x is equal to 1 divided by x.</a:t>
            </a:r>
            <a:br>
              <a:rPr lang="en-US" altLang="ko-KR" dirty="0"/>
            </a:br>
            <a:r>
              <a:rPr lang="en-US" altLang="ko-KR" dirty="0"/>
              <a:t>We start from the definition of the derivative, which is the limit of the difference quotient.</a:t>
            </a:r>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56</a:t>
            </a:fld>
            <a:endParaRPr lang="ko-KR" altLang="en-US"/>
          </a:p>
        </p:txBody>
      </p:sp>
    </p:spTree>
    <p:extLst>
      <p:ext uri="{BB962C8B-B14F-4D97-AF65-F5344CB8AC3E}">
        <p14:creationId xmlns:p14="http://schemas.microsoft.com/office/powerpoint/2010/main" val="283367589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Using the definition of the derivative, we write the limit of log of x plus h minus log x, all over h.</a:t>
            </a:r>
            <a:br>
              <a:rPr lang="en-US" altLang="ko-KR" dirty="0"/>
            </a:br>
            <a:r>
              <a:rPr lang="en-US" altLang="ko-KR" dirty="0"/>
              <a:t>We then apply the logarithmic identity which says that the difference of two logarithms becomes the logarithm of the division of the two arguments.</a:t>
            </a:r>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57</a:t>
            </a:fld>
            <a:endParaRPr lang="ko-KR" altLang="en-US"/>
          </a:p>
        </p:txBody>
      </p:sp>
    </p:spTree>
    <p:extLst>
      <p:ext uri="{BB962C8B-B14F-4D97-AF65-F5344CB8AC3E}">
        <p14:creationId xmlns:p14="http://schemas.microsoft.com/office/powerpoint/2010/main" val="318569401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This expression becomes one divided by h, times the logarithm of the fraction x plus h over x.</a:t>
            </a:r>
            <a:br>
              <a:rPr lang="en-US" altLang="ko-KR" dirty="0"/>
            </a:br>
            <a:r>
              <a:rPr lang="en-US" altLang="ko-KR" dirty="0"/>
              <a:t>Then, we use another logarithmic identity: the product of a constant and a logarithm becomes a logarithm of the power.</a:t>
            </a:r>
            <a:br>
              <a:rPr lang="en-US" altLang="ko-KR" dirty="0"/>
            </a:br>
            <a:r>
              <a:rPr lang="en-US" altLang="ko-KR" dirty="0"/>
              <a:t>So we rewrite the expression inside the limit as the logarithm of x plus h over x, raised to the power of one over h.</a:t>
            </a:r>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58</a:t>
            </a:fld>
            <a:endParaRPr lang="ko-KR" altLang="en-US"/>
          </a:p>
        </p:txBody>
      </p:sp>
    </p:spTree>
    <p:extLst>
      <p:ext uri="{BB962C8B-B14F-4D97-AF65-F5344CB8AC3E}">
        <p14:creationId xmlns:p14="http://schemas.microsoft.com/office/powerpoint/2010/main" val="131842161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We now manipulate the exponent more.</a:t>
            </a:r>
            <a:br>
              <a:rPr lang="en-US" altLang="ko-KR" dirty="0"/>
            </a:br>
            <a:r>
              <a:rPr lang="en-US" altLang="ko-KR" dirty="0"/>
              <a:t>We separate the exponent one over h as x times one over x times one over h.</a:t>
            </a:r>
            <a:br>
              <a:rPr lang="en-US" altLang="ko-KR" dirty="0"/>
            </a:br>
            <a:r>
              <a:rPr lang="en-US" altLang="ko-KR" dirty="0"/>
              <a:t>Then we combine these into x over h multiplied by one over x.</a:t>
            </a:r>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59</a:t>
            </a:fld>
            <a:endParaRPr lang="ko-KR" altLang="en-US"/>
          </a:p>
        </p:txBody>
      </p:sp>
    </p:spTree>
    <p:extLst>
      <p:ext uri="{BB962C8B-B14F-4D97-AF65-F5344CB8AC3E}">
        <p14:creationId xmlns:p14="http://schemas.microsoft.com/office/powerpoint/2010/main" val="81614636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This results in a new expression where we now have the logarithm of x plus h over x raised to the power of x over h, and the whole limit is multiplied by one over x.</a:t>
            </a:r>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60</a:t>
            </a:fld>
            <a:endParaRPr lang="ko-KR" altLang="en-US"/>
          </a:p>
        </p:txBody>
      </p:sp>
    </p:spTree>
    <p:extLst>
      <p:ext uri="{BB962C8B-B14F-4D97-AF65-F5344CB8AC3E}">
        <p14:creationId xmlns:p14="http://schemas.microsoft.com/office/powerpoint/2010/main" val="182288367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We now focus on the limit inside the logarithm.</a:t>
            </a:r>
            <a:br>
              <a:rPr lang="en-US" altLang="ko-KR" dirty="0"/>
            </a:br>
            <a:r>
              <a:rPr lang="en-US" altLang="ko-KR" dirty="0"/>
              <a:t>It becomes the logarithm of one plus h over x, raised to the power of x over h.</a:t>
            </a:r>
            <a:br>
              <a:rPr lang="en-US" altLang="ko-KR" dirty="0"/>
            </a:br>
            <a:r>
              <a:rPr lang="en-US" altLang="ko-KR" dirty="0"/>
              <a:t>Again, this whole expression is multiplied by one over x.</a:t>
            </a:r>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61</a:t>
            </a:fld>
            <a:endParaRPr lang="ko-KR" altLang="en-US"/>
          </a:p>
        </p:txBody>
      </p:sp>
    </p:spTree>
    <p:extLst>
      <p:ext uri="{BB962C8B-B14F-4D97-AF65-F5344CB8AC3E}">
        <p14:creationId xmlns:p14="http://schemas.microsoft.com/office/powerpoint/2010/main" val="113789031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Now, we can separate the constant one over x and pull it outside the limit.</a:t>
            </a:r>
            <a:br>
              <a:rPr lang="en-US" altLang="ko-KR" dirty="0"/>
            </a:br>
            <a:r>
              <a:rPr lang="en-US" altLang="ko-KR" dirty="0"/>
              <a:t>Inside the limit, we have a standard limit expression of logarithm of one plus a small value raised to a large power.</a:t>
            </a:r>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62</a:t>
            </a:fld>
            <a:endParaRPr lang="ko-KR" altLang="en-US"/>
          </a:p>
        </p:txBody>
      </p:sp>
    </p:spTree>
    <p:extLst>
      <p:ext uri="{BB962C8B-B14F-4D97-AF65-F5344CB8AC3E}">
        <p14:creationId xmlns:p14="http://schemas.microsoft.com/office/powerpoint/2010/main" val="64649256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From a known identity, we know that as h approaches zero, the expression one plus h over x raised to the power of x over h converges to e.</a:t>
            </a:r>
            <a:br>
              <a:rPr lang="en-US" altLang="ko-KR" dirty="0"/>
            </a:br>
            <a:r>
              <a:rPr lang="en-US" altLang="ko-KR" dirty="0"/>
              <a:t>So the logarithm becomes log of e, which is 1.</a:t>
            </a:r>
            <a:br>
              <a:rPr lang="en-US" altLang="ko-KR" dirty="0"/>
            </a:br>
            <a:r>
              <a:rPr lang="en-US" altLang="ko-KR" dirty="0"/>
              <a:t>Thus, the final result is one divided by x.</a:t>
            </a:r>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63</a:t>
            </a:fld>
            <a:endParaRPr lang="ko-KR" altLang="en-US"/>
          </a:p>
        </p:txBody>
      </p:sp>
    </p:spTree>
    <p:extLst>
      <p:ext uri="{BB962C8B-B14F-4D97-AF65-F5344CB8AC3E}">
        <p14:creationId xmlns:p14="http://schemas.microsoft.com/office/powerpoint/2010/main" val="154436608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Now let’s look at the product rule in calculus.</a:t>
            </a:r>
            <a:br>
              <a:rPr lang="en-US" altLang="ko-KR" dirty="0"/>
            </a:br>
            <a:r>
              <a:rPr lang="en-US" altLang="ko-KR" dirty="0"/>
              <a:t>Suppose capital F of x is defined as the product of two functions, f of x and g of x.</a:t>
            </a:r>
            <a:br>
              <a:rPr lang="en-US" altLang="ko-KR" dirty="0"/>
            </a:br>
            <a:r>
              <a:rPr lang="en-US" altLang="ko-KR" dirty="0"/>
              <a:t>Our goal is to find the derivative of this product.</a:t>
            </a:r>
            <a:br>
              <a:rPr lang="en-US" altLang="ko-KR" dirty="0"/>
            </a:br>
            <a:r>
              <a:rPr lang="en-US" altLang="ko-KR" dirty="0"/>
              <a:t>According to the product rule, the derivative of F of x is f of x times the derivative of g of x,</a:t>
            </a:r>
            <a:br>
              <a:rPr lang="en-US" altLang="ko-KR" dirty="0"/>
            </a:br>
            <a:r>
              <a:rPr lang="en-US" altLang="ko-KR" dirty="0"/>
              <a:t>plus the derivative of f of x times g of x.</a:t>
            </a:r>
            <a:br>
              <a:rPr lang="en-US" altLang="ko-KR" dirty="0"/>
            </a:br>
            <a:r>
              <a:rPr lang="en-US" altLang="ko-KR" dirty="0"/>
              <a:t>Let’s go through a formal proof using the definition of a derivative.</a:t>
            </a:r>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64</a:t>
            </a:fld>
            <a:endParaRPr lang="ko-KR" altLang="en-US"/>
          </a:p>
        </p:txBody>
      </p:sp>
    </p:spTree>
    <p:extLst>
      <p:ext uri="{BB962C8B-B14F-4D97-AF65-F5344CB8AC3E}">
        <p14:creationId xmlns:p14="http://schemas.microsoft.com/office/powerpoint/2010/main" val="59752557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We start from the basic definition of a derivative.</a:t>
            </a:r>
            <a:br>
              <a:rPr lang="en-US" altLang="ko-KR" dirty="0"/>
            </a:br>
            <a:r>
              <a:rPr lang="en-US" altLang="ko-KR" dirty="0"/>
              <a:t>The derivative of F of x is the limit, as h approaches zero,</a:t>
            </a:r>
            <a:br>
              <a:rPr lang="en-US" altLang="ko-KR" dirty="0"/>
            </a:br>
            <a:r>
              <a:rPr lang="en-US" altLang="ko-KR" dirty="0"/>
              <a:t>of F of x plus h minus F of x, all divided by h.</a:t>
            </a:r>
            <a:br>
              <a:rPr lang="en-US" altLang="ko-KR" dirty="0"/>
            </a:br>
            <a:r>
              <a:rPr lang="en-US" altLang="ko-KR" dirty="0"/>
              <a:t>Since F of x is f of x times g of x, we substitute this into the formula.</a:t>
            </a:r>
            <a:br>
              <a:rPr lang="en-US" altLang="ko-KR" dirty="0"/>
            </a:br>
            <a:r>
              <a:rPr lang="en-US" altLang="ko-KR" dirty="0"/>
              <a:t>So we have: the limit as h approaches zero of</a:t>
            </a:r>
            <a:br>
              <a:rPr lang="en-US" altLang="ko-KR" dirty="0"/>
            </a:br>
            <a:r>
              <a:rPr lang="en-US" altLang="ko-KR" dirty="0"/>
              <a:t>f of x plus h times g of x plus h, minus f of x times g of x, divided by h.</a:t>
            </a:r>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65</a:t>
            </a:fld>
            <a:endParaRPr lang="ko-KR" altLang="en-US"/>
          </a:p>
        </p:txBody>
      </p:sp>
    </p:spTree>
    <p:extLst>
      <p:ext uri="{BB962C8B-B14F-4D97-AF65-F5344CB8AC3E}">
        <p14:creationId xmlns:p14="http://schemas.microsoft.com/office/powerpoint/2010/main" val="314929334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To simplify this expression, we apply a common algebraic trick.</a:t>
            </a:r>
            <a:br>
              <a:rPr lang="en-US" altLang="ko-KR" dirty="0"/>
            </a:br>
            <a:r>
              <a:rPr lang="en-US" altLang="ko-KR" dirty="0"/>
              <a:t>We add and subtract an intermediate term in the numerator:</a:t>
            </a:r>
            <a:br>
              <a:rPr lang="en-US" altLang="ko-KR" dirty="0"/>
            </a:br>
            <a:r>
              <a:rPr lang="en-US" altLang="ko-KR" dirty="0"/>
              <a:t>f of x times g of x plus h.</a:t>
            </a:r>
            <a:br>
              <a:rPr lang="en-US" altLang="ko-KR" dirty="0"/>
            </a:br>
            <a:r>
              <a:rPr lang="en-US" altLang="ko-KR" dirty="0"/>
              <a:t>This allows us to split the expression into two parts that are easier to handle.</a:t>
            </a:r>
            <a:br>
              <a:rPr lang="en-US" altLang="ko-KR" dirty="0"/>
            </a:br>
            <a:r>
              <a:rPr lang="en-US" altLang="ko-KR" dirty="0"/>
              <a:t>Now the numerator becomes:</a:t>
            </a:r>
            <a:br>
              <a:rPr lang="en-US" altLang="ko-KR" dirty="0"/>
            </a:br>
            <a:r>
              <a:rPr lang="en-US" altLang="ko-KR" dirty="0"/>
              <a:t>f of x plus h times g of x plus h</a:t>
            </a:r>
            <a:br>
              <a:rPr lang="en-US" altLang="ko-KR" dirty="0"/>
            </a:br>
            <a:r>
              <a:rPr lang="en-US" altLang="ko-KR" dirty="0"/>
              <a:t>minus f of x times g of x plus h</a:t>
            </a:r>
            <a:br>
              <a:rPr lang="en-US" altLang="ko-KR" dirty="0"/>
            </a:br>
            <a:r>
              <a:rPr lang="en-US" altLang="ko-KR" dirty="0"/>
              <a:t>plus f of x times g of x plus h</a:t>
            </a:r>
            <a:br>
              <a:rPr lang="en-US" altLang="ko-KR" dirty="0"/>
            </a:br>
            <a:r>
              <a:rPr lang="en-US" altLang="ko-KR" dirty="0"/>
              <a:t>minus f of x times g of x.</a:t>
            </a:r>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66</a:t>
            </a:fld>
            <a:endParaRPr lang="ko-KR" altLang="en-US"/>
          </a:p>
        </p:txBody>
      </p:sp>
    </p:spTree>
    <p:extLst>
      <p:ext uri="{BB962C8B-B14F-4D97-AF65-F5344CB8AC3E}">
        <p14:creationId xmlns:p14="http://schemas.microsoft.com/office/powerpoint/2010/main" val="235978629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Let’s regroup the terms in the numerator.</a:t>
            </a:r>
            <a:br>
              <a:rPr lang="en-US" altLang="ko-KR" dirty="0"/>
            </a:br>
            <a:r>
              <a:rPr lang="en-US" altLang="ko-KR" dirty="0"/>
              <a:t>We group the first two terms together:</a:t>
            </a:r>
            <a:br>
              <a:rPr lang="en-US" altLang="ko-KR" dirty="0"/>
            </a:br>
            <a:r>
              <a:rPr lang="en-US" altLang="ko-KR" dirty="0"/>
              <a:t>the difference between f of x plus h and f of x, multiplied by g of x plus h.</a:t>
            </a:r>
            <a:br>
              <a:rPr lang="en-US" altLang="ko-KR" dirty="0"/>
            </a:br>
            <a:r>
              <a:rPr lang="en-US" altLang="ko-KR" dirty="0"/>
              <a:t>The second group is: f of x multiplied by the difference between g of x plus h and g of x.</a:t>
            </a:r>
            <a:br>
              <a:rPr lang="en-US" altLang="ko-KR" dirty="0"/>
            </a:br>
            <a:r>
              <a:rPr lang="en-US" altLang="ko-KR" dirty="0"/>
              <a:t>Now we split the overall limit into two separate limits accordingly.</a:t>
            </a:r>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67</a:t>
            </a:fld>
            <a:endParaRPr lang="ko-KR" altLang="en-US"/>
          </a:p>
        </p:txBody>
      </p:sp>
    </p:spTree>
    <p:extLst>
      <p:ext uri="{BB962C8B-B14F-4D97-AF65-F5344CB8AC3E}">
        <p14:creationId xmlns:p14="http://schemas.microsoft.com/office/powerpoint/2010/main" val="348465455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In the first term, f of x is outside the limit, and the rest becomes the derivative of g of x.</a:t>
            </a:r>
            <a:br>
              <a:rPr lang="en-US" altLang="ko-KR" dirty="0"/>
            </a:br>
            <a:r>
              <a:rPr lang="en-US" altLang="ko-KR" dirty="0"/>
              <a:t>In the second term, g of x plus h approaches g of x,</a:t>
            </a:r>
            <a:br>
              <a:rPr lang="en-US" altLang="ko-KR" dirty="0"/>
            </a:br>
            <a:r>
              <a:rPr lang="en-US" altLang="ko-KR" dirty="0"/>
              <a:t>and the remaining part becomes the derivative of f of x.</a:t>
            </a:r>
            <a:br>
              <a:rPr lang="en-US" altLang="ko-KR" dirty="0"/>
            </a:br>
            <a:r>
              <a:rPr lang="en-US" altLang="ko-KR" dirty="0"/>
              <a:t>So the final result is: f of x times the derivative of g of x,</a:t>
            </a:r>
            <a:br>
              <a:rPr lang="en-US" altLang="ko-KR" dirty="0"/>
            </a:br>
            <a:r>
              <a:rPr lang="en-US" altLang="ko-KR" dirty="0"/>
              <a:t>plus the derivative of f of x times g of x.</a:t>
            </a:r>
            <a:br>
              <a:rPr lang="en-US" altLang="ko-KR" dirty="0"/>
            </a:br>
            <a:r>
              <a:rPr lang="en-US" altLang="ko-KR" dirty="0"/>
              <a:t>This completes the proof of the product rule.</a:t>
            </a:r>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68</a:t>
            </a:fld>
            <a:endParaRPr lang="ko-KR" altLang="en-US"/>
          </a:p>
        </p:txBody>
      </p:sp>
    </p:spTree>
    <p:extLst>
      <p:ext uri="{BB962C8B-B14F-4D97-AF65-F5344CB8AC3E}">
        <p14:creationId xmlns:p14="http://schemas.microsoft.com/office/powerpoint/2010/main" val="294827647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We want to find the derivative of a composite function F(x), where F(x) is defined as f(x) times g(x) times h(x).</a:t>
            </a:r>
            <a:br>
              <a:rPr lang="en-US" altLang="ko-KR" dirty="0"/>
            </a:br>
            <a:r>
              <a:rPr lang="en-US" altLang="ko-KR" dirty="0"/>
              <a:t>We aim to show that the derivative is:</a:t>
            </a:r>
            <a:br>
              <a:rPr lang="en-US" altLang="ko-KR" dirty="0"/>
            </a:br>
            <a:r>
              <a:rPr lang="en-US" altLang="ko-KR" dirty="0"/>
              <a:t>f prime of x times g of x times h of x,</a:t>
            </a:r>
            <a:br>
              <a:rPr lang="en-US" altLang="ko-KR" dirty="0"/>
            </a:br>
            <a:r>
              <a:rPr lang="en-US" altLang="ko-KR" dirty="0"/>
              <a:t>plus f of x times g prime of x times h of x,</a:t>
            </a:r>
            <a:br>
              <a:rPr lang="en-US" altLang="ko-KR" dirty="0"/>
            </a:br>
            <a:r>
              <a:rPr lang="en-US" altLang="ko-KR" dirty="0"/>
              <a:t>plus f of x times g of x times h prime of x.</a:t>
            </a:r>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69</a:t>
            </a:fld>
            <a:endParaRPr lang="ko-KR" altLang="en-US"/>
          </a:p>
        </p:txBody>
      </p:sp>
    </p:spTree>
    <p:extLst>
      <p:ext uri="{BB962C8B-B14F-4D97-AF65-F5344CB8AC3E}">
        <p14:creationId xmlns:p14="http://schemas.microsoft.com/office/powerpoint/2010/main" val="238617374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We start from the definition of a derivative.</a:t>
            </a:r>
            <a:br>
              <a:rPr lang="en-US" altLang="ko-KR" dirty="0"/>
            </a:br>
            <a:r>
              <a:rPr lang="en-US" altLang="ko-KR" dirty="0"/>
              <a:t>The derivative of F(x) is the limit as h approaches zero of F(x plus h) minus F(x), divided by h.</a:t>
            </a:r>
            <a:br>
              <a:rPr lang="en-US" altLang="ko-KR" dirty="0"/>
            </a:br>
            <a:r>
              <a:rPr lang="en-US" altLang="ko-KR" dirty="0"/>
              <a:t>We substitute F(x) as f(x) times g(x) times h(x), so we write:</a:t>
            </a:r>
            <a:br>
              <a:rPr lang="en-US" altLang="ko-KR" dirty="0"/>
            </a:br>
            <a:r>
              <a:rPr lang="en-US" altLang="ko-KR" dirty="0"/>
              <a:t>limit as h approaches zero of f(x plus h) times g(x plus h) times h(x plus h), minus f(x) times g(x) times h(x), over h.</a:t>
            </a:r>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70</a:t>
            </a:fld>
            <a:endParaRPr lang="ko-KR" altLang="en-US"/>
          </a:p>
        </p:txBody>
      </p:sp>
    </p:spTree>
    <p:extLst>
      <p:ext uri="{BB962C8B-B14F-4D97-AF65-F5344CB8AC3E}">
        <p14:creationId xmlns:p14="http://schemas.microsoft.com/office/powerpoint/2010/main" val="257624578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We apply algebraic manipulation by adding and subtracting f(x) times g(x plus h) times h(x plus h).</a:t>
            </a:r>
            <a:br>
              <a:rPr lang="en-US" altLang="ko-KR" dirty="0"/>
            </a:br>
            <a:r>
              <a:rPr lang="en-US" altLang="ko-KR" dirty="0"/>
              <a:t>This allows us to split the expression into two parts.</a:t>
            </a:r>
            <a:br>
              <a:rPr lang="en-US" altLang="ko-KR" dirty="0"/>
            </a:br>
            <a:r>
              <a:rPr lang="en-US" altLang="ko-KR" dirty="0"/>
              <a:t>Then, we apply the product rule to each part.</a:t>
            </a:r>
            <a:br>
              <a:rPr lang="en-US" altLang="ko-KR" dirty="0"/>
            </a:br>
            <a:r>
              <a:rPr lang="en-US" altLang="ko-KR" dirty="0"/>
              <a:t>We continue by separating terms to prepare for applying individual derivative limits.</a:t>
            </a:r>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71</a:t>
            </a:fld>
            <a:endParaRPr lang="ko-KR" altLang="en-US"/>
          </a:p>
        </p:txBody>
      </p:sp>
    </p:spTree>
    <p:extLst>
      <p:ext uri="{BB962C8B-B14F-4D97-AF65-F5344CB8AC3E}">
        <p14:creationId xmlns:p14="http://schemas.microsoft.com/office/powerpoint/2010/main" val="350386795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We apply the product rule again to the first term f(x) times g(x), as derived in the previous slide.</a:t>
            </a:r>
            <a:br>
              <a:rPr lang="en-US" altLang="ko-KR" dirty="0"/>
            </a:br>
            <a:r>
              <a:rPr lang="en-US" altLang="ko-KR" dirty="0"/>
              <a:t>This results in three separate terms:</a:t>
            </a:r>
            <a:br>
              <a:rPr lang="en-US" altLang="ko-KR" dirty="0"/>
            </a:br>
            <a:r>
              <a:rPr lang="en-US" altLang="ko-KR" dirty="0"/>
              <a:t>f prime of x times g of x times h of x,</a:t>
            </a:r>
            <a:br>
              <a:rPr lang="en-US" altLang="ko-KR" dirty="0"/>
            </a:br>
            <a:r>
              <a:rPr lang="en-US" altLang="ko-KR" dirty="0"/>
              <a:t>plus f of x times g prime of x times h of x,</a:t>
            </a:r>
            <a:br>
              <a:rPr lang="en-US" altLang="ko-KR" dirty="0"/>
            </a:br>
            <a:r>
              <a:rPr lang="en-US" altLang="ko-KR" dirty="0"/>
              <a:t>plus f of x times g of x times h prime of x.</a:t>
            </a:r>
            <a:br>
              <a:rPr lang="en-US" altLang="ko-KR" dirty="0"/>
            </a:br>
            <a:r>
              <a:rPr lang="en-US" altLang="ko-KR" dirty="0"/>
              <a:t>This completes the derivative of a product of three functions.</a:t>
            </a:r>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72</a:t>
            </a:fld>
            <a:endParaRPr lang="ko-KR" altLang="en-US"/>
          </a:p>
        </p:txBody>
      </p:sp>
    </p:spTree>
    <p:extLst>
      <p:ext uri="{BB962C8B-B14F-4D97-AF65-F5344CB8AC3E}">
        <p14:creationId xmlns:p14="http://schemas.microsoft.com/office/powerpoint/2010/main" val="160714384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This slide introduces the derivative of a quotient of two functions.</a:t>
            </a:r>
            <a:br>
              <a:rPr lang="en-US" altLang="ko-KR" dirty="0"/>
            </a:br>
            <a:r>
              <a:rPr lang="en-US" altLang="ko-KR" dirty="0"/>
              <a:t>We are given a composite function defined as f of x divided by g of x, where g of x is not equal to zero.</a:t>
            </a:r>
            <a:br>
              <a:rPr lang="en-US" altLang="ko-KR" dirty="0"/>
            </a:br>
            <a:r>
              <a:rPr lang="en-US" altLang="ko-KR" dirty="0"/>
              <a:t>We aim to find the derivative of this quotient using what is known as the quotient rule.</a:t>
            </a:r>
            <a:br>
              <a:rPr lang="en-US" altLang="ko-KR" dirty="0"/>
            </a:br>
            <a:r>
              <a:rPr lang="en-US" altLang="ko-KR" dirty="0"/>
              <a:t>The quotient rule states that the derivative of f of x divided by g of x is equal to</a:t>
            </a:r>
            <a:br>
              <a:rPr lang="en-US" altLang="ko-KR" dirty="0"/>
            </a:br>
            <a:r>
              <a:rPr lang="en-US" altLang="ko-KR" dirty="0"/>
              <a:t>the derivative of f of x times g of x, minus f of x times the derivative of g of x,</a:t>
            </a:r>
            <a:br>
              <a:rPr lang="en-US" altLang="ko-KR" dirty="0"/>
            </a:br>
            <a:r>
              <a:rPr lang="en-US" altLang="ko-KR" dirty="0"/>
              <a:t>all divided by the square of g of x.</a:t>
            </a:r>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73</a:t>
            </a:fld>
            <a:endParaRPr lang="ko-KR" altLang="en-US"/>
          </a:p>
        </p:txBody>
      </p:sp>
    </p:spTree>
    <p:extLst>
      <p:ext uri="{BB962C8B-B14F-4D97-AF65-F5344CB8AC3E}">
        <p14:creationId xmlns:p14="http://schemas.microsoft.com/office/powerpoint/2010/main" val="3127672183"/>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We start from the identity f of x equals capital F of x times g of x.</a:t>
            </a:r>
            <a:br>
              <a:rPr lang="en-US" altLang="ko-KR" dirty="0"/>
            </a:br>
            <a:r>
              <a:rPr lang="en-US" altLang="ko-KR" dirty="0"/>
              <a:t>To find the derivative of f of x, we use the product rule.</a:t>
            </a:r>
            <a:br>
              <a:rPr lang="en-US" altLang="ko-KR" dirty="0"/>
            </a:br>
            <a:r>
              <a:rPr lang="en-US" altLang="ko-KR" dirty="0"/>
              <a:t>The product rule tells us that the derivative of f of x is</a:t>
            </a:r>
            <a:br>
              <a:rPr lang="en-US" altLang="ko-KR" dirty="0"/>
            </a:br>
            <a:r>
              <a:rPr lang="en-US" altLang="ko-KR" dirty="0"/>
              <a:t>capital F of x times the derivative of g of x,</a:t>
            </a:r>
            <a:br>
              <a:rPr lang="en-US" altLang="ko-KR" dirty="0"/>
            </a:br>
            <a:r>
              <a:rPr lang="en-US" altLang="ko-KR" dirty="0"/>
              <a:t>plus the derivative of capital F of x times g of x.</a:t>
            </a:r>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74</a:t>
            </a:fld>
            <a:endParaRPr lang="ko-KR" altLang="en-US"/>
          </a:p>
        </p:txBody>
      </p:sp>
    </p:spTree>
    <p:extLst>
      <p:ext uri="{BB962C8B-B14F-4D97-AF65-F5344CB8AC3E}">
        <p14:creationId xmlns:p14="http://schemas.microsoft.com/office/powerpoint/2010/main" val="149069572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We rearrange the terms to isolate the derivative of capital F of x.</a:t>
            </a:r>
            <a:br>
              <a:rPr lang="en-US" altLang="ko-KR" dirty="0"/>
            </a:br>
            <a:r>
              <a:rPr lang="en-US" altLang="ko-KR" dirty="0"/>
              <a:t>Subtract capital F of x times the derivative of g of x from both sides.</a:t>
            </a:r>
            <a:br>
              <a:rPr lang="en-US" altLang="ko-KR" dirty="0"/>
            </a:br>
            <a:r>
              <a:rPr lang="en-US" altLang="ko-KR" dirty="0"/>
              <a:t>Now, the derivative of capital F of x is equal to</a:t>
            </a:r>
            <a:br>
              <a:rPr lang="en-US" altLang="ko-KR" dirty="0"/>
            </a:br>
            <a:r>
              <a:rPr lang="en-US" altLang="ko-KR" dirty="0"/>
              <a:t>the derivative of f of x minus capital F of x times the derivative of g of x,</a:t>
            </a:r>
            <a:br>
              <a:rPr lang="en-US" altLang="ko-KR" dirty="0"/>
            </a:br>
            <a:r>
              <a:rPr lang="en-US" altLang="ko-KR" dirty="0"/>
              <a:t>divided by g of x.</a:t>
            </a:r>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75</a:t>
            </a:fld>
            <a:endParaRPr lang="ko-KR" altLang="en-US"/>
          </a:p>
        </p:txBody>
      </p:sp>
    </p:spTree>
    <p:extLst>
      <p:ext uri="{BB962C8B-B14F-4D97-AF65-F5344CB8AC3E}">
        <p14:creationId xmlns:p14="http://schemas.microsoft.com/office/powerpoint/2010/main" val="1605678438"/>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We now substitute the expression for capital F of x as f of x divided by g of x.</a:t>
            </a:r>
            <a:br>
              <a:rPr lang="en-US" altLang="ko-KR" dirty="0"/>
            </a:br>
            <a:r>
              <a:rPr lang="en-US" altLang="ko-KR" dirty="0"/>
              <a:t>Then the expression becomes:</a:t>
            </a:r>
            <a:br>
              <a:rPr lang="en-US" altLang="ko-KR" dirty="0"/>
            </a:br>
            <a:r>
              <a:rPr lang="en-US" altLang="ko-KR" dirty="0"/>
              <a:t>the derivative of f of x divided by g of x,</a:t>
            </a:r>
            <a:br>
              <a:rPr lang="en-US" altLang="ko-KR" dirty="0"/>
            </a:br>
            <a:r>
              <a:rPr lang="en-US" altLang="ko-KR" dirty="0"/>
              <a:t>minus f of x divided by g of x times the derivative of g of x,</a:t>
            </a:r>
            <a:br>
              <a:rPr lang="en-US" altLang="ko-KR" dirty="0"/>
            </a:br>
            <a:r>
              <a:rPr lang="en-US" altLang="ko-KR" dirty="0"/>
              <a:t>all over g of x.</a:t>
            </a:r>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76</a:t>
            </a:fld>
            <a:endParaRPr lang="ko-KR" altLang="en-US"/>
          </a:p>
        </p:txBody>
      </p:sp>
    </p:spTree>
    <p:extLst>
      <p:ext uri="{BB962C8B-B14F-4D97-AF65-F5344CB8AC3E}">
        <p14:creationId xmlns:p14="http://schemas.microsoft.com/office/powerpoint/2010/main" val="1920242345"/>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We simplify the expression.</a:t>
            </a:r>
            <a:br>
              <a:rPr lang="en-US" altLang="ko-KR" dirty="0"/>
            </a:br>
            <a:r>
              <a:rPr lang="en-US" altLang="ko-KR" dirty="0"/>
              <a:t>The first term becomes the derivative of f of x times g of x,</a:t>
            </a:r>
            <a:br>
              <a:rPr lang="en-US" altLang="ko-KR" dirty="0"/>
            </a:br>
            <a:r>
              <a:rPr lang="en-US" altLang="ko-KR" dirty="0"/>
              <a:t>and the second term becomes f of x times the derivative of g of x,</a:t>
            </a:r>
            <a:br>
              <a:rPr lang="en-US" altLang="ko-KR" dirty="0"/>
            </a:br>
            <a:r>
              <a:rPr lang="en-US" altLang="ko-KR" dirty="0"/>
              <a:t>all divided by g of x squared.</a:t>
            </a:r>
            <a:br>
              <a:rPr lang="en-US" altLang="ko-KR" dirty="0"/>
            </a:br>
            <a:r>
              <a:rPr lang="en-US" altLang="ko-KR" dirty="0"/>
              <a:t>This concludes the derivation of the quotient rule.</a:t>
            </a:r>
          </a:p>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77</a:t>
            </a:fld>
            <a:endParaRPr lang="ko-KR" altLang="en-US"/>
          </a:p>
        </p:txBody>
      </p:sp>
    </p:spTree>
    <p:extLst>
      <p:ext uri="{BB962C8B-B14F-4D97-AF65-F5344CB8AC3E}">
        <p14:creationId xmlns:p14="http://schemas.microsoft.com/office/powerpoint/2010/main" val="1795810794"/>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The chain rule is a formula that expresses the derivative of a composition of two differentiable functions. When a function </a:t>
            </a:r>
            <a:r>
              <a:rPr lang="en-US" altLang="ko-KR" b="1" dirty="0"/>
              <a:t>f</a:t>
            </a:r>
            <a:r>
              <a:rPr lang="en-US" altLang="ko-KR" dirty="0"/>
              <a:t> and another function </a:t>
            </a:r>
            <a:r>
              <a:rPr lang="en-US" altLang="ko-KR" b="1" dirty="0"/>
              <a:t>g</a:t>
            </a:r>
            <a:r>
              <a:rPr lang="en-US" altLang="ko-KR" dirty="0"/>
              <a:t> are both differentiable, the derivative of </a:t>
            </a:r>
            <a:r>
              <a:rPr lang="en-US" altLang="ko-KR" b="1" dirty="0"/>
              <a:t>f composed with g</a:t>
            </a:r>
            <a:r>
              <a:rPr lang="en-US" altLang="ko-KR" dirty="0"/>
              <a:t> is equal to the derivative of </a:t>
            </a:r>
            <a:r>
              <a:rPr lang="en-US" altLang="ko-KR" b="1" dirty="0"/>
              <a:t>f</a:t>
            </a:r>
            <a:r>
              <a:rPr lang="en-US" altLang="ko-KR" dirty="0"/>
              <a:t>, multiplied by the derivative of </a:t>
            </a:r>
            <a:r>
              <a:rPr lang="en-US" altLang="ko-KR" b="1" dirty="0"/>
              <a:t>g</a:t>
            </a:r>
            <a:r>
              <a:rPr lang="en-US" altLang="ko-KR" dirty="0"/>
              <a:t>. In other words, the derivative of a composite function is expressed in terms of the derivatives of its inner and outer functions.</a:t>
            </a:r>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78</a:t>
            </a:fld>
            <a:endParaRPr lang="ko-KR" altLang="en-US"/>
          </a:p>
        </p:txBody>
      </p:sp>
    </p:spTree>
    <p:extLst>
      <p:ext uri="{BB962C8B-B14F-4D97-AF65-F5344CB8AC3E}">
        <p14:creationId xmlns:p14="http://schemas.microsoft.com/office/powerpoint/2010/main" val="1002342035"/>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Suppose a variable </a:t>
            </a:r>
            <a:r>
              <a:rPr lang="en-US" altLang="ko-KR" b="1" dirty="0"/>
              <a:t>y</a:t>
            </a:r>
            <a:r>
              <a:rPr lang="en-US" altLang="ko-KR" dirty="0"/>
              <a:t> depends on another variable </a:t>
            </a:r>
            <a:r>
              <a:rPr lang="en-US" altLang="ko-KR" b="1" dirty="0"/>
              <a:t>t</a:t>
            </a:r>
            <a:r>
              <a:rPr lang="en-US" altLang="ko-KR" dirty="0"/>
              <a:t>, and </a:t>
            </a:r>
            <a:r>
              <a:rPr lang="en-US" altLang="ko-KR" b="1" dirty="0"/>
              <a:t>t</a:t>
            </a:r>
            <a:r>
              <a:rPr lang="en-US" altLang="ko-KR" dirty="0"/>
              <a:t> itself depends on variable </a:t>
            </a:r>
            <a:r>
              <a:rPr lang="en-US" altLang="ko-KR" b="1" dirty="0"/>
              <a:t>x</a:t>
            </a:r>
            <a:r>
              <a:rPr lang="en-US" altLang="ko-KR" dirty="0"/>
              <a:t>. That means both </a:t>
            </a:r>
            <a:r>
              <a:rPr lang="en-US" altLang="ko-KR" b="1" dirty="0"/>
              <a:t>y</a:t>
            </a:r>
            <a:r>
              <a:rPr lang="en-US" altLang="ko-KR" dirty="0"/>
              <a:t> and </a:t>
            </a:r>
            <a:r>
              <a:rPr lang="en-US" altLang="ko-KR" b="1" dirty="0"/>
              <a:t>t</a:t>
            </a:r>
            <a:r>
              <a:rPr lang="en-US" altLang="ko-KR" dirty="0"/>
              <a:t> are dependent variables with respect to </a:t>
            </a:r>
            <a:r>
              <a:rPr lang="en-US" altLang="ko-KR" b="1" dirty="0"/>
              <a:t>x</a:t>
            </a:r>
            <a:r>
              <a:rPr lang="en-US" altLang="ko-KR" dirty="0"/>
              <a:t>. This dependency can be illustrated as a flow: </a:t>
            </a:r>
            <a:r>
              <a:rPr lang="en-US" altLang="ko-KR" b="1" dirty="0"/>
              <a:t>x leads to t</a:t>
            </a:r>
            <a:r>
              <a:rPr lang="en-US" altLang="ko-KR" dirty="0"/>
              <a:t>, and </a:t>
            </a:r>
            <a:r>
              <a:rPr lang="en-US" altLang="ko-KR" b="1" dirty="0"/>
              <a:t>t leads to y</a:t>
            </a:r>
            <a:r>
              <a:rPr lang="en-US" altLang="ko-KR" dirty="0"/>
              <a:t>. According to the chain rule, the derivative of </a:t>
            </a:r>
            <a:r>
              <a:rPr lang="en-US" altLang="ko-KR" b="1" dirty="0"/>
              <a:t>y</a:t>
            </a:r>
            <a:r>
              <a:rPr lang="en-US" altLang="ko-KR" dirty="0"/>
              <a:t> with respect to </a:t>
            </a:r>
            <a:r>
              <a:rPr lang="en-US" altLang="ko-KR" b="1" dirty="0"/>
              <a:t>x</a:t>
            </a:r>
            <a:r>
              <a:rPr lang="en-US" altLang="ko-KR" dirty="0"/>
              <a:t> is equal to the derivative of </a:t>
            </a:r>
            <a:r>
              <a:rPr lang="en-US" altLang="ko-KR" b="1" dirty="0"/>
              <a:t>y</a:t>
            </a:r>
            <a:r>
              <a:rPr lang="en-US" altLang="ko-KR" dirty="0"/>
              <a:t> with respect to </a:t>
            </a:r>
            <a:r>
              <a:rPr lang="en-US" altLang="ko-KR" b="1" dirty="0"/>
              <a:t>t</a:t>
            </a:r>
            <a:r>
              <a:rPr lang="en-US" altLang="ko-KR" dirty="0"/>
              <a:t>, multiplied by the derivative of </a:t>
            </a:r>
            <a:r>
              <a:rPr lang="en-US" altLang="ko-KR" b="1" dirty="0"/>
              <a:t>t</a:t>
            </a:r>
            <a:r>
              <a:rPr lang="en-US" altLang="ko-KR" dirty="0"/>
              <a:t> with respect to </a:t>
            </a:r>
            <a:r>
              <a:rPr lang="en-US" altLang="ko-KR" b="1" dirty="0"/>
              <a:t>x</a:t>
            </a:r>
            <a:r>
              <a:rPr lang="en-US" altLang="ko-KR" dirty="0"/>
              <a:t>.</a:t>
            </a:r>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79</a:t>
            </a:fld>
            <a:endParaRPr lang="ko-KR" altLang="en-US"/>
          </a:p>
        </p:txBody>
      </p:sp>
    </p:spTree>
    <p:extLst>
      <p:ext uri="{BB962C8B-B14F-4D97-AF65-F5344CB8AC3E}">
        <p14:creationId xmlns:p14="http://schemas.microsoft.com/office/powerpoint/2010/main" val="266418994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Let’s describe the chain rule using a mathematical formulation. Suppose </a:t>
            </a:r>
            <a:r>
              <a:rPr lang="en-US" altLang="ko-KR" b="1" dirty="0"/>
              <a:t>y</a:t>
            </a:r>
            <a:r>
              <a:rPr lang="en-US" altLang="ko-KR" dirty="0"/>
              <a:t> is a function of </a:t>
            </a:r>
            <a:r>
              <a:rPr lang="en-US" altLang="ko-KR" b="1" dirty="0"/>
              <a:t>t</a:t>
            </a:r>
            <a:r>
              <a:rPr lang="en-US" altLang="ko-KR" dirty="0"/>
              <a:t>, written as </a:t>
            </a:r>
            <a:r>
              <a:rPr lang="en-US" altLang="ko-KR" b="1" dirty="0"/>
              <a:t>y equals f of t</a:t>
            </a:r>
            <a:r>
              <a:rPr lang="en-US" altLang="ko-KR" dirty="0"/>
              <a:t>. Also, </a:t>
            </a:r>
            <a:r>
              <a:rPr lang="en-US" altLang="ko-KR" b="1" dirty="0"/>
              <a:t>t</a:t>
            </a:r>
            <a:r>
              <a:rPr lang="en-US" altLang="ko-KR" dirty="0"/>
              <a:t> is a function of </a:t>
            </a:r>
            <a:r>
              <a:rPr lang="en-US" altLang="ko-KR" b="1" dirty="0"/>
              <a:t>x</a:t>
            </a:r>
            <a:r>
              <a:rPr lang="en-US" altLang="ko-KR" dirty="0"/>
              <a:t>, written as </a:t>
            </a:r>
            <a:r>
              <a:rPr lang="en-US" altLang="ko-KR" b="1" dirty="0"/>
              <a:t>t equals g of x</a:t>
            </a:r>
            <a:r>
              <a:rPr lang="en-US" altLang="ko-KR" dirty="0"/>
              <a:t>. As a composite function, </a:t>
            </a:r>
            <a:r>
              <a:rPr lang="en-US" altLang="ko-KR" b="1" dirty="0"/>
              <a:t>y</a:t>
            </a:r>
            <a:r>
              <a:rPr lang="en-US" altLang="ko-KR" dirty="0"/>
              <a:t> becomes </a:t>
            </a:r>
            <a:r>
              <a:rPr lang="en-US" altLang="ko-KR" b="1" dirty="0"/>
              <a:t>f of g of x</a:t>
            </a:r>
            <a:r>
              <a:rPr lang="en-US" altLang="ko-KR" dirty="0"/>
              <a:t>. To obtain the derivative of </a:t>
            </a:r>
            <a:r>
              <a:rPr lang="en-US" altLang="ko-KR" b="1" dirty="0"/>
              <a:t>y</a:t>
            </a:r>
            <a:r>
              <a:rPr lang="en-US" altLang="ko-KR" dirty="0"/>
              <a:t> with respect to </a:t>
            </a:r>
            <a:r>
              <a:rPr lang="en-US" altLang="ko-KR" b="1" dirty="0"/>
              <a:t>x</a:t>
            </a:r>
            <a:r>
              <a:rPr lang="en-US" altLang="ko-KR" dirty="0"/>
              <a:t>, we use the chain rule. The derivative of </a:t>
            </a:r>
            <a:r>
              <a:rPr lang="en-US" altLang="ko-KR" b="1" dirty="0"/>
              <a:t>y</a:t>
            </a:r>
            <a:r>
              <a:rPr lang="en-US" altLang="ko-KR" dirty="0"/>
              <a:t> with respect to </a:t>
            </a:r>
            <a:r>
              <a:rPr lang="en-US" altLang="ko-KR" b="1" dirty="0"/>
              <a:t>x</a:t>
            </a:r>
            <a:r>
              <a:rPr lang="en-US" altLang="ko-KR" dirty="0"/>
              <a:t> is equal to the derivative of </a:t>
            </a:r>
            <a:r>
              <a:rPr lang="en-US" altLang="ko-KR" b="1" dirty="0"/>
              <a:t>y</a:t>
            </a:r>
            <a:r>
              <a:rPr lang="en-US" altLang="ko-KR" dirty="0"/>
              <a:t> with respect to </a:t>
            </a:r>
            <a:r>
              <a:rPr lang="en-US" altLang="ko-KR" b="1" dirty="0"/>
              <a:t>t</a:t>
            </a:r>
            <a:r>
              <a:rPr lang="en-US" altLang="ko-KR" dirty="0"/>
              <a:t>, multiplied by the derivative of </a:t>
            </a:r>
            <a:r>
              <a:rPr lang="en-US" altLang="ko-KR" b="1" dirty="0"/>
              <a:t>t</a:t>
            </a:r>
            <a:r>
              <a:rPr lang="en-US" altLang="ko-KR" dirty="0"/>
              <a:t> with respect to </a:t>
            </a:r>
            <a:r>
              <a:rPr lang="en-US" altLang="ko-KR" b="1" dirty="0"/>
              <a:t>x</a:t>
            </a:r>
            <a:r>
              <a:rPr lang="en-US" altLang="ko-KR" dirty="0"/>
              <a:t>.</a:t>
            </a:r>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80</a:t>
            </a:fld>
            <a:endParaRPr lang="ko-KR" altLang="en-US"/>
          </a:p>
        </p:txBody>
      </p:sp>
    </p:spTree>
    <p:extLst>
      <p:ext uri="{BB962C8B-B14F-4D97-AF65-F5344CB8AC3E}">
        <p14:creationId xmlns:p14="http://schemas.microsoft.com/office/powerpoint/2010/main" val="2897486167"/>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Let’s talk about how to find the derivative of y with respect to x.</a:t>
            </a:r>
            <a:br>
              <a:rPr lang="en-US" altLang="ko-KR" dirty="0"/>
            </a:br>
            <a:r>
              <a:rPr lang="en-US" altLang="ko-KR" dirty="0"/>
              <a:t>Since y is a function of t, we can rewrite this using the chain rule.</a:t>
            </a:r>
            <a:br>
              <a:rPr lang="en-US" altLang="ko-KR" dirty="0"/>
            </a:br>
            <a:r>
              <a:rPr lang="en-US" altLang="ko-KR" dirty="0"/>
              <a:t>The derivative of y with respect to x is equal to the derivative of y with respect to t,</a:t>
            </a:r>
            <a:br>
              <a:rPr lang="en-US" altLang="ko-KR" dirty="0"/>
            </a:br>
            <a:r>
              <a:rPr lang="en-US" altLang="ko-KR" dirty="0"/>
              <a:t>times the derivative of t with respect to x.</a:t>
            </a:r>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81</a:t>
            </a:fld>
            <a:endParaRPr lang="ko-KR" altLang="en-US"/>
          </a:p>
        </p:txBody>
      </p:sp>
    </p:spTree>
    <p:extLst>
      <p:ext uri="{BB962C8B-B14F-4D97-AF65-F5344CB8AC3E}">
        <p14:creationId xmlns:p14="http://schemas.microsoft.com/office/powerpoint/2010/main" val="2382192202"/>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Here, the derivative of y with respect to t becomes f prime of g of x.</a:t>
            </a:r>
            <a:br>
              <a:rPr lang="en-US" altLang="ko-KR" dirty="0"/>
            </a:br>
            <a:r>
              <a:rPr lang="en-US" altLang="ko-KR" dirty="0"/>
              <a:t>And the derivative of t with respect to x becomes g prime of x.</a:t>
            </a:r>
            <a:br>
              <a:rPr lang="en-US" altLang="ko-KR" dirty="0"/>
            </a:br>
            <a:r>
              <a:rPr lang="en-US" altLang="ko-KR" dirty="0"/>
              <a:t>So finally, the derivative of y with respect to x is f prime of g of x,</a:t>
            </a:r>
            <a:br>
              <a:rPr lang="en-US" altLang="ko-KR" dirty="0"/>
            </a:br>
            <a:r>
              <a:rPr lang="en-US" altLang="ko-KR" dirty="0"/>
              <a:t>multiplied by g prime of x.</a:t>
            </a:r>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82</a:t>
            </a:fld>
            <a:endParaRPr lang="ko-KR" altLang="en-US"/>
          </a:p>
        </p:txBody>
      </p:sp>
    </p:spTree>
    <p:extLst>
      <p:ext uri="{BB962C8B-B14F-4D97-AF65-F5344CB8AC3E}">
        <p14:creationId xmlns:p14="http://schemas.microsoft.com/office/powerpoint/2010/main" val="1938530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Now let’s solve an example.</a:t>
            </a:r>
            <a:br>
              <a:rPr lang="en-US" altLang="ko-KR" dirty="0"/>
            </a:br>
            <a:r>
              <a:rPr lang="en-US" altLang="ko-KR" dirty="0"/>
              <a:t>Suppose y equals the square of two x squared plus one.</a:t>
            </a:r>
            <a:br>
              <a:rPr lang="en-US" altLang="ko-KR" dirty="0"/>
            </a:br>
            <a:r>
              <a:rPr lang="en-US" altLang="ko-KR" dirty="0"/>
              <a:t>To apply the chain rule, we can say y equals t squared,</a:t>
            </a:r>
            <a:br>
              <a:rPr lang="en-US" altLang="ko-KR" dirty="0"/>
            </a:br>
            <a:r>
              <a:rPr lang="en-US" altLang="ko-KR" dirty="0"/>
              <a:t>and t equals two x squared plus one.</a:t>
            </a:r>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83</a:t>
            </a:fld>
            <a:endParaRPr lang="ko-KR" altLang="en-US"/>
          </a:p>
        </p:txBody>
      </p:sp>
    </p:spTree>
    <p:extLst>
      <p:ext uri="{BB962C8B-B14F-4D97-AF65-F5344CB8AC3E}">
        <p14:creationId xmlns:p14="http://schemas.microsoft.com/office/powerpoint/2010/main" val="1140614023"/>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Let’s differentiate.</a:t>
            </a:r>
            <a:br>
              <a:rPr lang="en-US" altLang="ko-KR" dirty="0"/>
            </a:br>
            <a:r>
              <a:rPr lang="en-US" altLang="ko-KR" dirty="0"/>
              <a:t>The derivative of y with respect to t is two t.</a:t>
            </a:r>
            <a:br>
              <a:rPr lang="en-US" altLang="ko-KR" dirty="0"/>
            </a:br>
            <a:r>
              <a:rPr lang="en-US" altLang="ko-KR" dirty="0"/>
              <a:t>The derivative of t with respect to x is four x.</a:t>
            </a:r>
            <a:br>
              <a:rPr lang="en-US" altLang="ko-KR" dirty="0"/>
            </a:br>
            <a:r>
              <a:rPr lang="en-US" altLang="ko-KR" dirty="0"/>
              <a:t>Now multiply them together.</a:t>
            </a:r>
            <a:br>
              <a:rPr lang="en-US" altLang="ko-KR" dirty="0"/>
            </a:br>
            <a:r>
              <a:rPr lang="en-US" altLang="ko-KR" dirty="0"/>
              <a:t>That gives us two t times four x.</a:t>
            </a:r>
            <a:br>
              <a:rPr lang="en-US" altLang="ko-KR" dirty="0"/>
            </a:br>
            <a:r>
              <a:rPr lang="en-US" altLang="ko-KR" dirty="0"/>
              <a:t>Substitute t back as two x squared plus one.</a:t>
            </a:r>
            <a:br>
              <a:rPr lang="en-US" altLang="ko-KR" dirty="0"/>
            </a:br>
            <a:r>
              <a:rPr lang="en-US" altLang="ko-KR" dirty="0"/>
              <a:t>So the final answer is sixteen x cubed plus eight x.</a:t>
            </a:r>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84</a:t>
            </a:fld>
            <a:endParaRPr lang="ko-KR" altLang="en-US"/>
          </a:p>
        </p:txBody>
      </p:sp>
    </p:spTree>
    <p:extLst>
      <p:ext uri="{BB962C8B-B14F-4D97-AF65-F5344CB8AC3E}">
        <p14:creationId xmlns:p14="http://schemas.microsoft.com/office/powerpoint/2010/main" val="3205252146"/>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85</a:t>
            </a:fld>
            <a:endParaRPr lang="ko-KR" altLang="en-US"/>
          </a:p>
        </p:txBody>
      </p:sp>
    </p:spTree>
    <p:extLst>
      <p:ext uri="{BB962C8B-B14F-4D97-AF65-F5344CB8AC3E}">
        <p14:creationId xmlns:p14="http://schemas.microsoft.com/office/powerpoint/2010/main" val="3355957232"/>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a:buNone/>
            </a:pPr>
            <a:r>
              <a:rPr lang="en-US" altLang="ko-KR" dirty="0"/>
              <a:t>So, f prime of x is the derivative of three x squared, plus four x, minus two.</a:t>
            </a:r>
            <a:br>
              <a:rPr lang="en-US" altLang="ko-KR" dirty="0"/>
            </a:br>
            <a:r>
              <a:rPr lang="en-US" altLang="ko-KR" dirty="0"/>
              <a:t>The derivative of three x squared is six x,</a:t>
            </a:r>
            <a:br>
              <a:rPr lang="en-US" altLang="ko-KR" dirty="0"/>
            </a:br>
            <a:r>
              <a:rPr lang="en-US" altLang="ko-KR" dirty="0"/>
              <a:t>the derivative of four x is four,</a:t>
            </a:r>
            <a:br>
              <a:rPr lang="en-US" altLang="ko-KR" dirty="0"/>
            </a:br>
            <a:r>
              <a:rPr lang="en-US" altLang="ko-KR" dirty="0"/>
              <a:t>and the derivative of a constant, minus two, is zero.</a:t>
            </a:r>
          </a:p>
          <a:p>
            <a:r>
              <a:rPr lang="en-US" altLang="ko-KR" dirty="0"/>
              <a:t>So, the final answer is six x plus four.</a:t>
            </a:r>
          </a:p>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86</a:t>
            </a:fld>
            <a:endParaRPr lang="ko-KR" altLang="en-US"/>
          </a:p>
        </p:txBody>
      </p:sp>
    </p:spTree>
    <p:extLst>
      <p:ext uri="{BB962C8B-B14F-4D97-AF65-F5344CB8AC3E}">
        <p14:creationId xmlns:p14="http://schemas.microsoft.com/office/powerpoint/2010/main" val="1532860094"/>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87</a:t>
            </a:fld>
            <a:endParaRPr lang="ko-KR" altLang="en-US"/>
          </a:p>
        </p:txBody>
      </p:sp>
    </p:spTree>
    <p:extLst>
      <p:ext uri="{BB962C8B-B14F-4D97-AF65-F5344CB8AC3E}">
        <p14:creationId xmlns:p14="http://schemas.microsoft.com/office/powerpoint/2010/main" val="3251068413"/>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a:buNone/>
            </a:pPr>
            <a:r>
              <a:rPr lang="en-US" altLang="ko-KR" dirty="0"/>
              <a:t>The product rule says: h prime of x equals u prime times v, plus u times v prime.</a:t>
            </a:r>
          </a:p>
          <a:p>
            <a:pPr>
              <a:buNone/>
            </a:pPr>
            <a:r>
              <a:rPr lang="en-US" altLang="ko-KR" dirty="0"/>
              <a:t>Let u be x squared, and v be x minus two.</a:t>
            </a:r>
            <a:br>
              <a:rPr lang="en-US" altLang="ko-KR" dirty="0"/>
            </a:br>
            <a:r>
              <a:rPr lang="en-US" altLang="ko-KR" dirty="0"/>
              <a:t>Then, the derivative of u is two x,</a:t>
            </a:r>
            <a:br>
              <a:rPr lang="en-US" altLang="ko-KR" dirty="0"/>
            </a:br>
            <a:r>
              <a:rPr lang="en-US" altLang="ko-KR" dirty="0"/>
              <a:t>and the derivative of v is one.</a:t>
            </a:r>
          </a:p>
          <a:p>
            <a:pPr>
              <a:buNone/>
            </a:pPr>
            <a:r>
              <a:rPr lang="en-US" altLang="ko-KR" dirty="0"/>
              <a:t>Now we apply the product rule:</a:t>
            </a:r>
            <a:br>
              <a:rPr lang="en-US" altLang="ko-KR" dirty="0"/>
            </a:br>
            <a:r>
              <a:rPr lang="en-US" altLang="ko-KR" dirty="0"/>
              <a:t>h prime of x equals two x times x minus two,</a:t>
            </a:r>
            <a:br>
              <a:rPr lang="en-US" altLang="ko-KR" dirty="0"/>
            </a:br>
            <a:r>
              <a:rPr lang="en-US" altLang="ko-KR" dirty="0"/>
              <a:t>plus x squared times one.</a:t>
            </a:r>
          </a:p>
          <a:p>
            <a:pPr>
              <a:buNone/>
            </a:pPr>
            <a:r>
              <a:rPr lang="en-US" altLang="ko-KR" dirty="0"/>
              <a:t>Multiply it out:</a:t>
            </a:r>
            <a:br>
              <a:rPr lang="en-US" altLang="ko-KR" dirty="0"/>
            </a:br>
            <a:r>
              <a:rPr lang="en-US" altLang="ko-KR" dirty="0"/>
              <a:t>two x times x is two x squared,</a:t>
            </a:r>
            <a:br>
              <a:rPr lang="en-US" altLang="ko-KR" dirty="0"/>
            </a:br>
            <a:r>
              <a:rPr lang="en-US" altLang="ko-KR" dirty="0"/>
              <a:t>two x times minus two is minus four x,</a:t>
            </a:r>
            <a:br>
              <a:rPr lang="en-US" altLang="ko-KR" dirty="0"/>
            </a:br>
            <a:r>
              <a:rPr lang="en-US" altLang="ko-KR" dirty="0"/>
              <a:t>and x squared times one is just x squared.</a:t>
            </a:r>
          </a:p>
          <a:p>
            <a:r>
              <a:rPr lang="en-US" altLang="ko-KR" dirty="0"/>
              <a:t>So, h prime of x is two x squared minus four x, plus x squared,</a:t>
            </a:r>
            <a:br>
              <a:rPr lang="en-US" altLang="ko-KR" dirty="0"/>
            </a:br>
            <a:r>
              <a:rPr lang="en-US" altLang="ko-KR" dirty="0"/>
              <a:t>which simplifies to three x squared minus four x.</a:t>
            </a:r>
          </a:p>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88</a:t>
            </a:fld>
            <a:endParaRPr lang="ko-KR" altLang="en-US"/>
          </a:p>
        </p:txBody>
      </p:sp>
    </p:spTree>
    <p:extLst>
      <p:ext uri="{BB962C8B-B14F-4D97-AF65-F5344CB8AC3E}">
        <p14:creationId xmlns:p14="http://schemas.microsoft.com/office/powerpoint/2010/main" val="2083421084"/>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89</a:t>
            </a:fld>
            <a:endParaRPr lang="ko-KR" altLang="en-US"/>
          </a:p>
        </p:txBody>
      </p:sp>
    </p:spTree>
    <p:extLst>
      <p:ext uri="{BB962C8B-B14F-4D97-AF65-F5344CB8AC3E}">
        <p14:creationId xmlns:p14="http://schemas.microsoft.com/office/powerpoint/2010/main" val="554552253"/>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a:buNone/>
            </a:pPr>
            <a:r>
              <a:rPr lang="en-US" altLang="ko-KR" dirty="0"/>
              <a:t>g prime of x equals</a:t>
            </a:r>
            <a:br>
              <a:rPr lang="en-US" altLang="ko-KR" dirty="0"/>
            </a:br>
            <a:r>
              <a:rPr lang="en-US" altLang="ko-KR" dirty="0"/>
              <a:t>u prime times v minus u times v prime,</a:t>
            </a:r>
            <a:br>
              <a:rPr lang="en-US" altLang="ko-KR" dirty="0"/>
            </a:br>
            <a:r>
              <a:rPr lang="en-US" altLang="ko-KR" dirty="0"/>
              <a:t>all over v squared.</a:t>
            </a:r>
          </a:p>
          <a:p>
            <a:pPr>
              <a:buNone/>
            </a:pPr>
            <a:r>
              <a:rPr lang="en-US" altLang="ko-KR" dirty="0"/>
              <a:t>Let’s define u equals two x minus three,</a:t>
            </a:r>
            <a:br>
              <a:rPr lang="en-US" altLang="ko-KR" dirty="0"/>
            </a:br>
            <a:r>
              <a:rPr lang="en-US" altLang="ko-KR" dirty="0"/>
              <a:t>and v equals x plus one.</a:t>
            </a:r>
          </a:p>
          <a:p>
            <a:pPr>
              <a:buNone/>
            </a:pPr>
            <a:r>
              <a:rPr lang="en-US" altLang="ko-KR" dirty="0"/>
              <a:t>Then, the derivative of u is two,</a:t>
            </a:r>
            <a:br>
              <a:rPr lang="en-US" altLang="ko-KR" dirty="0"/>
            </a:br>
            <a:r>
              <a:rPr lang="en-US" altLang="ko-KR" dirty="0"/>
              <a:t>and the derivative of v is one.</a:t>
            </a:r>
          </a:p>
          <a:p>
            <a:pPr>
              <a:buNone/>
            </a:pPr>
            <a:r>
              <a:rPr lang="en-US" altLang="ko-KR" dirty="0"/>
              <a:t>Now apply the quotient rule:</a:t>
            </a:r>
            <a:br>
              <a:rPr lang="en-US" altLang="ko-KR" dirty="0"/>
            </a:br>
            <a:r>
              <a:rPr lang="en-US" altLang="ko-KR" dirty="0"/>
              <a:t>g prime of x equals</a:t>
            </a:r>
            <a:br>
              <a:rPr lang="en-US" altLang="ko-KR" dirty="0"/>
            </a:br>
            <a:r>
              <a:rPr lang="en-US" altLang="ko-KR" dirty="0"/>
              <a:t>two times x plus one</a:t>
            </a:r>
            <a:br>
              <a:rPr lang="en-US" altLang="ko-KR" dirty="0"/>
            </a:br>
            <a:r>
              <a:rPr lang="en-US" altLang="ko-KR" dirty="0"/>
              <a:t>minus open parenthesis two x minus three close parenthesis,</a:t>
            </a:r>
            <a:br>
              <a:rPr lang="en-US" altLang="ko-KR" dirty="0"/>
            </a:br>
            <a:r>
              <a:rPr lang="en-US" altLang="ko-KR" dirty="0"/>
              <a:t>over open parenthesis x plus one close parenthesis squared.</a:t>
            </a:r>
          </a:p>
          <a:p>
            <a:pPr>
              <a:buNone/>
            </a:pPr>
            <a:r>
              <a:rPr lang="en-US" altLang="ko-KR" dirty="0"/>
              <a:t>Simplify the numerator:</a:t>
            </a:r>
            <a:br>
              <a:rPr lang="en-US" altLang="ko-KR" dirty="0"/>
            </a:br>
            <a:r>
              <a:rPr lang="en-US" altLang="ko-KR" dirty="0"/>
              <a:t>two x plus two minus two x plus three equals five.</a:t>
            </a:r>
          </a:p>
          <a:p>
            <a:r>
              <a:rPr lang="en-US" altLang="ko-KR" dirty="0"/>
              <a:t>So the final answer is</a:t>
            </a:r>
            <a:br>
              <a:rPr lang="en-US" altLang="ko-KR" dirty="0"/>
            </a:br>
            <a:r>
              <a:rPr lang="en-US" altLang="ko-KR" dirty="0"/>
              <a:t>g prime of x equals five over</a:t>
            </a:r>
            <a:br>
              <a:rPr lang="en-US" altLang="ko-KR" dirty="0"/>
            </a:br>
            <a:r>
              <a:rPr lang="en-US" altLang="ko-KR" dirty="0"/>
              <a:t>x squared plus two x plus one.</a:t>
            </a:r>
          </a:p>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90</a:t>
            </a:fld>
            <a:endParaRPr lang="ko-KR" altLang="en-US"/>
          </a:p>
        </p:txBody>
      </p:sp>
    </p:spTree>
    <p:extLst>
      <p:ext uri="{BB962C8B-B14F-4D97-AF65-F5344CB8AC3E}">
        <p14:creationId xmlns:p14="http://schemas.microsoft.com/office/powerpoint/2010/main" val="229450645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91</a:t>
            </a:fld>
            <a:endParaRPr lang="ko-KR" altLang="en-US"/>
          </a:p>
        </p:txBody>
      </p:sp>
    </p:spTree>
    <p:extLst>
      <p:ext uri="{BB962C8B-B14F-4D97-AF65-F5344CB8AC3E}">
        <p14:creationId xmlns:p14="http://schemas.microsoft.com/office/powerpoint/2010/main" val="2518008089"/>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a:buNone/>
            </a:pPr>
            <a:r>
              <a:rPr lang="en-US" altLang="ko-KR" dirty="0"/>
              <a:t>Let’s solve the last problem.</a:t>
            </a:r>
            <a:br>
              <a:rPr lang="en-US" altLang="ko-KR" dirty="0"/>
            </a:br>
            <a:r>
              <a:rPr lang="en-US" altLang="ko-KR" dirty="0"/>
              <a:t>We want to find the derivative of j of x equals open parenthesis x squared plus one close parenthesis to the power of three.</a:t>
            </a:r>
          </a:p>
          <a:p>
            <a:pPr>
              <a:buNone/>
            </a:pPr>
            <a:r>
              <a:rPr lang="en-US" altLang="ko-KR" dirty="0"/>
              <a:t>We use the chain rule.</a:t>
            </a:r>
          </a:p>
          <a:p>
            <a:pPr>
              <a:buNone/>
            </a:pPr>
            <a:r>
              <a:rPr lang="en-US" altLang="ko-KR" dirty="0"/>
              <a:t>First, let’s define two functions.</a:t>
            </a:r>
            <a:br>
              <a:rPr lang="en-US" altLang="ko-KR" dirty="0"/>
            </a:br>
            <a:r>
              <a:rPr lang="en-US" altLang="ko-KR" dirty="0"/>
              <a:t>Let f of u equals u cubed, and g of x equals x squared plus one.</a:t>
            </a:r>
            <a:br>
              <a:rPr lang="en-US" altLang="ko-KR" dirty="0"/>
            </a:br>
            <a:r>
              <a:rPr lang="en-US" altLang="ko-KR" dirty="0"/>
              <a:t>Then, j of x equals f of g of x.</a:t>
            </a:r>
          </a:p>
          <a:p>
            <a:pPr>
              <a:buNone/>
            </a:pPr>
            <a:r>
              <a:rPr lang="en-US" altLang="ko-KR" dirty="0"/>
              <a:t>Now take the derivatives.</a:t>
            </a:r>
            <a:br>
              <a:rPr lang="en-US" altLang="ko-KR" dirty="0"/>
            </a:br>
            <a:r>
              <a:rPr lang="en-US" altLang="ko-KR" dirty="0"/>
              <a:t>The derivative of f of u is three u squared.</a:t>
            </a:r>
            <a:br>
              <a:rPr lang="en-US" altLang="ko-KR" dirty="0"/>
            </a:br>
            <a:r>
              <a:rPr lang="en-US" altLang="ko-KR" dirty="0"/>
              <a:t>The derivative of g of x is two x.</a:t>
            </a:r>
          </a:p>
          <a:p>
            <a:pPr>
              <a:buNone/>
            </a:pPr>
            <a:r>
              <a:rPr lang="en-US" altLang="ko-KR" dirty="0"/>
              <a:t>By the chain rule, the derivative of f of g of x</a:t>
            </a:r>
            <a:br>
              <a:rPr lang="en-US" altLang="ko-KR" dirty="0"/>
            </a:br>
            <a:r>
              <a:rPr lang="en-US" altLang="ko-KR" dirty="0"/>
              <a:t>is f prime of g of x times g prime of x.</a:t>
            </a:r>
          </a:p>
          <a:p>
            <a:pPr>
              <a:buNone/>
            </a:pPr>
            <a:r>
              <a:rPr lang="en-US" altLang="ko-KR" dirty="0"/>
              <a:t>So, j prime of x equals</a:t>
            </a:r>
            <a:br>
              <a:rPr lang="en-US" altLang="ko-KR" dirty="0"/>
            </a:br>
            <a:r>
              <a:rPr lang="en-US" altLang="ko-KR" dirty="0"/>
              <a:t>three times g of x squared times g prime of x.</a:t>
            </a:r>
          </a:p>
          <a:p>
            <a:pPr>
              <a:buNone/>
            </a:pPr>
            <a:r>
              <a:rPr lang="en-US" altLang="ko-KR" dirty="0"/>
              <a:t>Substitute the expressions:</a:t>
            </a:r>
            <a:br>
              <a:rPr lang="en-US" altLang="ko-KR" dirty="0"/>
            </a:br>
            <a:r>
              <a:rPr lang="en-US" altLang="ko-KR" dirty="0"/>
              <a:t>g of x is x squared plus one,</a:t>
            </a:r>
            <a:br>
              <a:rPr lang="en-US" altLang="ko-KR" dirty="0"/>
            </a:br>
            <a:r>
              <a:rPr lang="en-US" altLang="ko-KR" dirty="0"/>
              <a:t>so j prime of x equals</a:t>
            </a:r>
            <a:br>
              <a:rPr lang="en-US" altLang="ko-KR" dirty="0"/>
            </a:br>
            <a:r>
              <a:rPr lang="en-US" altLang="ko-KR" dirty="0"/>
              <a:t>three times open parenthesis x squared plus one close parenthesis squared times two x.</a:t>
            </a:r>
          </a:p>
          <a:p>
            <a:r>
              <a:rPr lang="en-US" altLang="ko-KR" dirty="0"/>
              <a:t>Finally, we get:</a:t>
            </a:r>
            <a:br>
              <a:rPr lang="en-US" altLang="ko-KR" dirty="0"/>
            </a:br>
            <a:r>
              <a:rPr lang="en-US" altLang="ko-KR" dirty="0"/>
              <a:t>j prime of x equals six x times open parenthesis x squared plus one close parenthesis squared</a:t>
            </a:r>
          </a:p>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92</a:t>
            </a:fld>
            <a:endParaRPr lang="ko-KR" altLang="en-US"/>
          </a:p>
        </p:txBody>
      </p:sp>
    </p:spTree>
    <p:extLst>
      <p:ext uri="{BB962C8B-B14F-4D97-AF65-F5344CB8AC3E}">
        <p14:creationId xmlns:p14="http://schemas.microsoft.com/office/powerpoint/2010/main" val="21974704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ko-KR" altLang="en-US"/>
              <a:t>마스터 제목 스타일 편집</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endParaRPr lang="en-US" dirty="0"/>
          </a:p>
        </p:txBody>
      </p:sp>
      <p:sp>
        <p:nvSpPr>
          <p:cNvPr id="4" name="Date Placeholder 3"/>
          <p:cNvSpPr>
            <a:spLocks noGrp="1"/>
          </p:cNvSpPr>
          <p:nvPr>
            <p:ph type="dt" sz="half" idx="10"/>
          </p:nvPr>
        </p:nvSpPr>
        <p:spPr/>
        <p:txBody>
          <a:bodyPr/>
          <a:lstStyle/>
          <a:p>
            <a:fld id="{178ADFAC-D890-497A-A497-2A400DD02E74}" type="datetimeFigureOut">
              <a:rPr lang="ko-KR" altLang="en-US" smtClean="0"/>
              <a:t>2026-03-18</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5D548ECE-90A5-4F83-92E9-2BED0B46624D}" type="slidenum">
              <a:rPr lang="ko-KR" altLang="en-US" smtClean="0"/>
              <a:t>‹#›</a:t>
            </a:fld>
            <a:endParaRPr lang="ko-KR" altLang="en-US"/>
          </a:p>
        </p:txBody>
      </p:sp>
    </p:spTree>
    <p:extLst>
      <p:ext uri="{BB962C8B-B14F-4D97-AF65-F5344CB8AC3E}">
        <p14:creationId xmlns:p14="http://schemas.microsoft.com/office/powerpoint/2010/main" val="16620632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idx="1"/>
          </p:nvPr>
        </p:nvSpPr>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10"/>
          </p:nvPr>
        </p:nvSpPr>
        <p:spPr/>
        <p:txBody>
          <a:bodyPr/>
          <a:lstStyle/>
          <a:p>
            <a:fld id="{178ADFAC-D890-497A-A497-2A400DD02E74}" type="datetimeFigureOut">
              <a:rPr lang="ko-KR" altLang="en-US" smtClean="0"/>
              <a:t>2026-03-18</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5D548ECE-90A5-4F83-92E9-2BED0B46624D}" type="slidenum">
              <a:rPr lang="ko-KR" altLang="en-US" smtClean="0"/>
              <a:t>‹#›</a:t>
            </a:fld>
            <a:endParaRPr lang="ko-KR" altLang="en-US"/>
          </a:p>
        </p:txBody>
      </p:sp>
    </p:spTree>
    <p:extLst>
      <p:ext uri="{BB962C8B-B14F-4D97-AF65-F5344CB8AC3E}">
        <p14:creationId xmlns:p14="http://schemas.microsoft.com/office/powerpoint/2010/main" val="24046774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ko-KR" altLang="en-US"/>
              <a:t>마스터 제목 스타일 편집</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 편집</a:t>
            </a:r>
          </a:p>
        </p:txBody>
      </p:sp>
      <p:sp>
        <p:nvSpPr>
          <p:cNvPr id="4" name="Date Placeholder 3"/>
          <p:cNvSpPr>
            <a:spLocks noGrp="1"/>
          </p:cNvSpPr>
          <p:nvPr>
            <p:ph type="dt" sz="half" idx="10"/>
          </p:nvPr>
        </p:nvSpPr>
        <p:spPr/>
        <p:txBody>
          <a:bodyPr/>
          <a:lstStyle/>
          <a:p>
            <a:fld id="{178ADFAC-D890-497A-A497-2A400DD02E74}" type="datetimeFigureOut">
              <a:rPr lang="ko-KR" altLang="en-US" smtClean="0"/>
              <a:t>2026-03-18</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5D548ECE-90A5-4F83-92E9-2BED0B46624D}" type="slidenum">
              <a:rPr lang="ko-KR" altLang="en-US" smtClean="0"/>
              <a:t>‹#›</a:t>
            </a:fld>
            <a:endParaRPr lang="ko-KR" altLang="en-US"/>
          </a:p>
        </p:txBody>
      </p:sp>
    </p:spTree>
    <p:extLst>
      <p:ext uri="{BB962C8B-B14F-4D97-AF65-F5344CB8AC3E}">
        <p14:creationId xmlns:p14="http://schemas.microsoft.com/office/powerpoint/2010/main" val="16681503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5" name="Date Placeholder 4"/>
          <p:cNvSpPr>
            <a:spLocks noGrp="1"/>
          </p:cNvSpPr>
          <p:nvPr>
            <p:ph type="dt" sz="half" idx="10"/>
          </p:nvPr>
        </p:nvSpPr>
        <p:spPr/>
        <p:txBody>
          <a:bodyPr/>
          <a:lstStyle/>
          <a:p>
            <a:fld id="{178ADFAC-D890-497A-A497-2A400DD02E74}" type="datetimeFigureOut">
              <a:rPr lang="ko-KR" altLang="en-US" smtClean="0"/>
              <a:t>2026-03-18</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5D548ECE-90A5-4F83-92E9-2BED0B46624D}" type="slidenum">
              <a:rPr lang="ko-KR" altLang="en-US" smtClean="0"/>
              <a:t>‹#›</a:t>
            </a:fld>
            <a:endParaRPr lang="ko-KR" altLang="en-US"/>
          </a:p>
        </p:txBody>
      </p:sp>
    </p:spTree>
    <p:extLst>
      <p:ext uri="{BB962C8B-B14F-4D97-AF65-F5344CB8AC3E}">
        <p14:creationId xmlns:p14="http://schemas.microsoft.com/office/powerpoint/2010/main" val="5150697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ko-KR" altLang="en-US"/>
              <a:t>마스터 제목 스타일 편집</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4" name="Content Placeholder 3"/>
          <p:cNvSpPr>
            <a:spLocks noGrp="1"/>
          </p:cNvSpPr>
          <p:nvPr>
            <p:ph sz="half" idx="2"/>
          </p:nvPr>
        </p:nvSpPr>
        <p:spPr>
          <a:xfrm>
            <a:off x="629842" y="2505075"/>
            <a:ext cx="3868340"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6" name="Content Placeholder 5"/>
          <p:cNvSpPr>
            <a:spLocks noGrp="1"/>
          </p:cNvSpPr>
          <p:nvPr>
            <p:ph sz="quarter" idx="4"/>
          </p:nvPr>
        </p:nvSpPr>
        <p:spPr>
          <a:xfrm>
            <a:off x="4629150" y="2505075"/>
            <a:ext cx="3887391"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7" name="Date Placeholder 6"/>
          <p:cNvSpPr>
            <a:spLocks noGrp="1"/>
          </p:cNvSpPr>
          <p:nvPr>
            <p:ph type="dt" sz="half" idx="10"/>
          </p:nvPr>
        </p:nvSpPr>
        <p:spPr/>
        <p:txBody>
          <a:bodyPr/>
          <a:lstStyle/>
          <a:p>
            <a:fld id="{178ADFAC-D890-497A-A497-2A400DD02E74}" type="datetimeFigureOut">
              <a:rPr lang="ko-KR" altLang="en-US" smtClean="0"/>
              <a:t>2026-03-18</a:t>
            </a:fld>
            <a:endParaRPr lang="ko-KR" altLang="en-US"/>
          </a:p>
        </p:txBody>
      </p:sp>
      <p:sp>
        <p:nvSpPr>
          <p:cNvPr id="8" name="Footer Placeholder 7"/>
          <p:cNvSpPr>
            <a:spLocks noGrp="1"/>
          </p:cNvSpPr>
          <p:nvPr>
            <p:ph type="ftr" sz="quarter" idx="11"/>
          </p:nvPr>
        </p:nvSpPr>
        <p:spPr/>
        <p:txBody>
          <a:bodyPr/>
          <a:lstStyle/>
          <a:p>
            <a:endParaRPr lang="ko-KR" altLang="en-US"/>
          </a:p>
        </p:txBody>
      </p:sp>
      <p:sp>
        <p:nvSpPr>
          <p:cNvPr id="9" name="Slide Number Placeholder 8"/>
          <p:cNvSpPr>
            <a:spLocks noGrp="1"/>
          </p:cNvSpPr>
          <p:nvPr>
            <p:ph type="sldNum" sz="quarter" idx="12"/>
          </p:nvPr>
        </p:nvSpPr>
        <p:spPr/>
        <p:txBody>
          <a:bodyPr/>
          <a:lstStyle/>
          <a:p>
            <a:fld id="{5D548ECE-90A5-4F83-92E9-2BED0B46624D}" type="slidenum">
              <a:rPr lang="ko-KR" altLang="en-US" smtClean="0"/>
              <a:t>‹#›</a:t>
            </a:fld>
            <a:endParaRPr lang="ko-KR" altLang="en-US"/>
          </a:p>
        </p:txBody>
      </p:sp>
    </p:spTree>
    <p:extLst>
      <p:ext uri="{BB962C8B-B14F-4D97-AF65-F5344CB8AC3E}">
        <p14:creationId xmlns:p14="http://schemas.microsoft.com/office/powerpoint/2010/main" val="41789845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Date Placeholder 2"/>
          <p:cNvSpPr>
            <a:spLocks noGrp="1"/>
          </p:cNvSpPr>
          <p:nvPr>
            <p:ph type="dt" sz="half" idx="10"/>
          </p:nvPr>
        </p:nvSpPr>
        <p:spPr/>
        <p:txBody>
          <a:bodyPr/>
          <a:lstStyle/>
          <a:p>
            <a:fld id="{178ADFAC-D890-497A-A497-2A400DD02E74}" type="datetimeFigureOut">
              <a:rPr lang="ko-KR" altLang="en-US" smtClean="0"/>
              <a:t>2026-03-18</a:t>
            </a:fld>
            <a:endParaRPr lang="ko-KR" altLang="en-US"/>
          </a:p>
        </p:txBody>
      </p:sp>
      <p:sp>
        <p:nvSpPr>
          <p:cNvPr id="4" name="Footer Placeholder 3"/>
          <p:cNvSpPr>
            <a:spLocks noGrp="1"/>
          </p:cNvSpPr>
          <p:nvPr>
            <p:ph type="ftr" sz="quarter" idx="11"/>
          </p:nvPr>
        </p:nvSpPr>
        <p:spPr/>
        <p:txBody>
          <a:bodyPr/>
          <a:lstStyle/>
          <a:p>
            <a:endParaRPr lang="ko-KR" altLang="en-US"/>
          </a:p>
        </p:txBody>
      </p:sp>
      <p:sp>
        <p:nvSpPr>
          <p:cNvPr id="5" name="Slide Number Placeholder 4"/>
          <p:cNvSpPr>
            <a:spLocks noGrp="1"/>
          </p:cNvSpPr>
          <p:nvPr>
            <p:ph type="sldNum" sz="quarter" idx="12"/>
          </p:nvPr>
        </p:nvSpPr>
        <p:spPr/>
        <p:txBody>
          <a:bodyPr/>
          <a:lstStyle/>
          <a:p>
            <a:fld id="{5D548ECE-90A5-4F83-92E9-2BED0B46624D}" type="slidenum">
              <a:rPr lang="ko-KR" altLang="en-US" smtClean="0"/>
              <a:t>‹#›</a:t>
            </a:fld>
            <a:endParaRPr lang="ko-KR" altLang="en-US"/>
          </a:p>
        </p:txBody>
      </p:sp>
    </p:spTree>
    <p:extLst>
      <p:ext uri="{BB962C8B-B14F-4D97-AF65-F5344CB8AC3E}">
        <p14:creationId xmlns:p14="http://schemas.microsoft.com/office/powerpoint/2010/main" val="22500489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78ADFAC-D890-497A-A497-2A400DD02E74}" type="datetimeFigureOut">
              <a:rPr lang="ko-KR" altLang="en-US" smtClean="0"/>
              <a:t>2026-03-18</a:t>
            </a:fld>
            <a:endParaRPr lang="ko-KR" altLang="en-US"/>
          </a:p>
        </p:txBody>
      </p:sp>
      <p:sp>
        <p:nvSpPr>
          <p:cNvPr id="3" name="Footer Placeholder 2"/>
          <p:cNvSpPr>
            <a:spLocks noGrp="1"/>
          </p:cNvSpPr>
          <p:nvPr>
            <p:ph type="ftr" sz="quarter" idx="11"/>
          </p:nvPr>
        </p:nvSpPr>
        <p:spPr/>
        <p:txBody>
          <a:bodyPr/>
          <a:lstStyle/>
          <a:p>
            <a:endParaRPr lang="ko-KR" altLang="en-US"/>
          </a:p>
        </p:txBody>
      </p:sp>
      <p:sp>
        <p:nvSpPr>
          <p:cNvPr id="4" name="Slide Number Placeholder 3"/>
          <p:cNvSpPr>
            <a:spLocks noGrp="1"/>
          </p:cNvSpPr>
          <p:nvPr>
            <p:ph type="sldNum" sz="quarter" idx="12"/>
          </p:nvPr>
        </p:nvSpPr>
        <p:spPr/>
        <p:txBody>
          <a:bodyPr/>
          <a:lstStyle/>
          <a:p>
            <a:fld id="{5D548ECE-90A5-4F83-92E9-2BED0B46624D}" type="slidenum">
              <a:rPr lang="ko-KR" altLang="en-US" smtClean="0"/>
              <a:t>‹#›</a:t>
            </a:fld>
            <a:endParaRPr lang="ko-KR" altLang="en-US"/>
          </a:p>
        </p:txBody>
      </p:sp>
    </p:spTree>
    <p:extLst>
      <p:ext uri="{BB962C8B-B14F-4D97-AF65-F5344CB8AC3E}">
        <p14:creationId xmlns:p14="http://schemas.microsoft.com/office/powerpoint/2010/main" val="36884279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ko-KR" altLang="en-US"/>
              <a:t>마스터 제목 스타일 편집</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Date Placeholder 4"/>
          <p:cNvSpPr>
            <a:spLocks noGrp="1"/>
          </p:cNvSpPr>
          <p:nvPr>
            <p:ph type="dt" sz="half" idx="10"/>
          </p:nvPr>
        </p:nvSpPr>
        <p:spPr/>
        <p:txBody>
          <a:bodyPr/>
          <a:lstStyle/>
          <a:p>
            <a:fld id="{178ADFAC-D890-497A-A497-2A400DD02E74}" type="datetimeFigureOut">
              <a:rPr lang="ko-KR" altLang="en-US" smtClean="0"/>
              <a:t>2026-03-18</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5D548ECE-90A5-4F83-92E9-2BED0B46624D}" type="slidenum">
              <a:rPr lang="ko-KR" altLang="en-US" smtClean="0"/>
              <a:t>‹#›</a:t>
            </a:fld>
            <a:endParaRPr lang="ko-KR" altLang="en-US"/>
          </a:p>
        </p:txBody>
      </p:sp>
    </p:spTree>
    <p:extLst>
      <p:ext uri="{BB962C8B-B14F-4D97-AF65-F5344CB8AC3E}">
        <p14:creationId xmlns:p14="http://schemas.microsoft.com/office/powerpoint/2010/main" val="33455644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ko-KR" altLang="en-US"/>
              <a:t>마스터 제목 스타일 편집</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ko-KR" altLang="en-US"/>
              <a:t>그림을 추가하려면 아이콘을 클릭하십시오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Date Placeholder 4"/>
          <p:cNvSpPr>
            <a:spLocks noGrp="1"/>
          </p:cNvSpPr>
          <p:nvPr>
            <p:ph type="dt" sz="half" idx="10"/>
          </p:nvPr>
        </p:nvSpPr>
        <p:spPr/>
        <p:txBody>
          <a:bodyPr/>
          <a:lstStyle/>
          <a:p>
            <a:fld id="{178ADFAC-D890-497A-A497-2A400DD02E74}" type="datetimeFigureOut">
              <a:rPr lang="ko-KR" altLang="en-US" smtClean="0"/>
              <a:t>2026-03-18</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5D548ECE-90A5-4F83-92E9-2BED0B46624D}" type="slidenum">
              <a:rPr lang="ko-KR" altLang="en-US" smtClean="0"/>
              <a:t>‹#›</a:t>
            </a:fld>
            <a:endParaRPr lang="ko-KR" altLang="en-US"/>
          </a:p>
        </p:txBody>
      </p:sp>
    </p:spTree>
    <p:extLst>
      <p:ext uri="{BB962C8B-B14F-4D97-AF65-F5344CB8AC3E}">
        <p14:creationId xmlns:p14="http://schemas.microsoft.com/office/powerpoint/2010/main" val="34246830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Vertical Text Placeholder 2"/>
          <p:cNvSpPr>
            <a:spLocks noGrp="1"/>
          </p:cNvSpPr>
          <p:nvPr>
            <p:ph type="body" orient="vert" idx="1"/>
          </p:nvPr>
        </p:nvSpPr>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10"/>
          </p:nvPr>
        </p:nvSpPr>
        <p:spPr/>
        <p:txBody>
          <a:bodyPr/>
          <a:lstStyle/>
          <a:p>
            <a:fld id="{178ADFAC-D890-497A-A497-2A400DD02E74}" type="datetimeFigureOut">
              <a:rPr lang="ko-KR" altLang="en-US" smtClean="0"/>
              <a:t>2026-03-18</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5D548ECE-90A5-4F83-92E9-2BED0B46624D}" type="slidenum">
              <a:rPr lang="ko-KR" altLang="en-US" smtClean="0"/>
              <a:t>‹#›</a:t>
            </a:fld>
            <a:endParaRPr lang="ko-KR" altLang="en-US"/>
          </a:p>
        </p:txBody>
      </p:sp>
    </p:spTree>
    <p:extLst>
      <p:ext uri="{BB962C8B-B14F-4D97-AF65-F5344CB8AC3E}">
        <p14:creationId xmlns:p14="http://schemas.microsoft.com/office/powerpoint/2010/main" val="3169215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10"/>
          </p:nvPr>
        </p:nvSpPr>
        <p:spPr/>
        <p:txBody>
          <a:bodyPr/>
          <a:lstStyle/>
          <a:p>
            <a:fld id="{178ADFAC-D890-497A-A497-2A400DD02E74}" type="datetimeFigureOut">
              <a:rPr lang="ko-KR" altLang="en-US" smtClean="0"/>
              <a:t>2026-03-18</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5D548ECE-90A5-4F83-92E9-2BED0B46624D}" type="slidenum">
              <a:rPr lang="ko-KR" altLang="en-US" smtClean="0"/>
              <a:t>‹#›</a:t>
            </a:fld>
            <a:endParaRPr lang="ko-KR" altLang="en-US"/>
          </a:p>
        </p:txBody>
      </p:sp>
    </p:spTree>
    <p:extLst>
      <p:ext uri="{BB962C8B-B14F-4D97-AF65-F5344CB8AC3E}">
        <p14:creationId xmlns:p14="http://schemas.microsoft.com/office/powerpoint/2010/main" val="21405811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ko-KR" altLang="en-US"/>
              <a:t>마스터 제목 스타일 편집</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8ADFAC-D890-497A-A497-2A400DD02E74}" type="datetimeFigureOut">
              <a:rPr lang="ko-KR" altLang="en-US" smtClean="0"/>
              <a:t>2026-03-18</a:t>
            </a:fld>
            <a:endParaRPr lang="ko-KR"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548ECE-90A5-4F83-92E9-2BED0B46624D}" type="slidenum">
              <a:rPr lang="ko-KR" altLang="en-US" smtClean="0"/>
              <a:t>‹#›</a:t>
            </a:fld>
            <a:endParaRPr lang="ko-KR" altLang="en-US"/>
          </a:p>
        </p:txBody>
      </p:sp>
    </p:spTree>
    <p:extLst>
      <p:ext uri="{BB962C8B-B14F-4D97-AF65-F5344CB8AC3E}">
        <p14:creationId xmlns:p14="http://schemas.microsoft.com/office/powerpoint/2010/main" val="19528240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80.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hyperlink" Target="https://colab.research.google.com/github/JunetaeKim/DeepLearningClass/blob/main/Week3/Function%20plot.ipynb"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34.png"/></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34.png"/></Relationships>
</file>

<file path=ppt/slides/_rels/slide3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0.png"/></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0.png"/></Relationships>
</file>

<file path=ppt/slides/_rels/slide3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0.png"/></Relationships>
</file>

<file path=ppt/slides/_rels/slide34.xml.rels><?xml version="1.0" encoding="UTF-8" standalone="yes"?>
<Relationships xmlns="http://schemas.openxmlformats.org/package/2006/relationships"><Relationship Id="rId3" Type="http://schemas.openxmlformats.org/officeDocument/2006/relationships/image" Target="../media/image320.pn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0.png"/></Relationships>
</file>

<file path=ppt/slides/_rels/slide3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39.png"/></Relationships>
</file>

<file path=ppt/slides/_rels/slide37.xml.rels><?xml version="1.0" encoding="UTF-8" standalone="yes"?>
<Relationships xmlns="http://schemas.openxmlformats.org/package/2006/relationships"><Relationship Id="rId3" Type="http://schemas.openxmlformats.org/officeDocument/2006/relationships/image" Target="../media/image381.png"/><Relationship Id="rId7" Type="http://schemas.openxmlformats.org/officeDocument/2006/relationships/image" Target="../media/image40.png"/><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39.png"/></Relationships>
</file>

<file path=ppt/slides/_rels/slide38.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0.pn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39.png"/><Relationship Id="rId4" Type="http://schemas.openxmlformats.org/officeDocument/2006/relationships/image" Target="../media/image370.png"/></Relationships>
</file>

<file path=ppt/slides/_rels/slide39.xml.rels><?xml version="1.0" encoding="UTF-8" standalone="yes"?>
<Relationships xmlns="http://schemas.openxmlformats.org/package/2006/relationships"><Relationship Id="rId3" Type="http://schemas.openxmlformats.org/officeDocument/2006/relationships/image" Target="../media/image42.png"/><Relationship Id="rId7" Type="http://schemas.openxmlformats.org/officeDocument/2006/relationships/image" Target="../media/image40.pn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39.png"/><Relationship Id="rId4" Type="http://schemas.openxmlformats.org/officeDocument/2006/relationships/image" Target="../media/image370.png"/></Relationships>
</file>

<file path=ppt/slides/_rels/slide40.xml.rels><?xml version="1.0" encoding="UTF-8" standalone="yes"?>
<Relationships xmlns="http://schemas.openxmlformats.org/package/2006/relationships"><Relationship Id="rId3" Type="http://schemas.openxmlformats.org/officeDocument/2006/relationships/image" Target="../media/image43.png"/><Relationship Id="rId7" Type="http://schemas.openxmlformats.org/officeDocument/2006/relationships/image" Target="../media/image40.pn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39.png"/><Relationship Id="rId4" Type="http://schemas.openxmlformats.org/officeDocument/2006/relationships/image" Target="../media/image370.png"/></Relationships>
</file>

<file path=ppt/slides/_rels/slide41.xml.rels><?xml version="1.0" encoding="UTF-8" standalone="yes"?>
<Relationships xmlns="http://schemas.openxmlformats.org/package/2006/relationships"><Relationship Id="rId3" Type="http://schemas.openxmlformats.org/officeDocument/2006/relationships/image" Target="../media/image44.png"/><Relationship Id="rId7" Type="http://schemas.openxmlformats.org/officeDocument/2006/relationships/image" Target="../media/image40.png"/><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45.png"/><Relationship Id="rId4" Type="http://schemas.openxmlformats.org/officeDocument/2006/relationships/image" Target="../media/image370.png"/></Relationships>
</file>

<file path=ppt/slides/_rels/slide42.xml.rels><?xml version="1.0" encoding="UTF-8" standalone="yes"?>
<Relationships xmlns="http://schemas.openxmlformats.org/package/2006/relationships"><Relationship Id="rId3" Type="http://schemas.openxmlformats.org/officeDocument/2006/relationships/image" Target="../media/image441.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420.png"/></Relationships>
</file>

<file path=ppt/slides/_rels/slide43.xml.rels><?xml version="1.0" encoding="UTF-8" standalone="yes"?>
<Relationships xmlns="http://schemas.openxmlformats.org/package/2006/relationships"><Relationship Id="rId3" Type="http://schemas.openxmlformats.org/officeDocument/2006/relationships/image" Target="../media/image451.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420.png"/></Relationships>
</file>

<file path=ppt/slides/_rels/slide4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420.png"/></Relationships>
</file>

<file path=ppt/slides/_rels/slide4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420.png"/></Relationships>
</file>

<file path=ppt/slides/_rels/slide4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6.xml"/><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image" Target="../media/image420.png"/></Relationships>
</file>

<file path=ppt/slides/_rels/slide47.xml.rels><?xml version="1.0" encoding="UTF-8" standalone="yes"?>
<Relationships xmlns="http://schemas.openxmlformats.org/package/2006/relationships"><Relationship Id="rId3" Type="http://schemas.openxmlformats.org/officeDocument/2006/relationships/image" Target="../media/image410.png"/><Relationship Id="rId2" Type="http://schemas.openxmlformats.org/officeDocument/2006/relationships/notesSlide" Target="../notesSlides/notesSlide47.xml"/><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image" Target="../media/image420.png"/></Relationships>
</file>

<file path=ppt/slides/_rels/slide48.xml.rels><?xml version="1.0" encoding="UTF-8" standalone="yes"?>
<Relationships xmlns="http://schemas.openxmlformats.org/package/2006/relationships"><Relationship Id="rId3" Type="http://schemas.openxmlformats.org/officeDocument/2006/relationships/image" Target="../media/image491.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450.png"/></Relationships>
</file>

<file path=ppt/slides/_rels/slide4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9.xml"/><Relationship Id="rId1" Type="http://schemas.openxmlformats.org/officeDocument/2006/relationships/slideLayout" Target="../slideLayouts/slideLayout2.xml"/><Relationship Id="rId5" Type="http://schemas.openxmlformats.org/officeDocument/2006/relationships/image" Target="../media/image460.png"/><Relationship Id="rId4" Type="http://schemas.openxmlformats.org/officeDocument/2006/relationships/image" Target="../media/image450.png"/></Relationships>
</file>

<file path=ppt/slides/_rels/slide50.xml.rels><?xml version="1.0" encoding="UTF-8" standalone="yes"?>
<Relationships xmlns="http://schemas.openxmlformats.org/package/2006/relationships"><Relationship Id="rId3" Type="http://schemas.openxmlformats.org/officeDocument/2006/relationships/image" Target="../media/image440.png"/><Relationship Id="rId2" Type="http://schemas.openxmlformats.org/officeDocument/2006/relationships/notesSlide" Target="../notesSlides/notesSlide50.xml"/><Relationship Id="rId1" Type="http://schemas.openxmlformats.org/officeDocument/2006/relationships/slideLayout" Target="../slideLayouts/slideLayout2.xml"/><Relationship Id="rId5" Type="http://schemas.openxmlformats.org/officeDocument/2006/relationships/image" Target="../media/image460.png"/><Relationship Id="rId4" Type="http://schemas.openxmlformats.org/officeDocument/2006/relationships/image" Target="../media/image450.png"/></Relationships>
</file>

<file path=ppt/slides/_rels/slide5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450.png"/></Relationships>
</file>

<file path=ppt/slides/_rels/slide5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52.xml"/><Relationship Id="rId1" Type="http://schemas.openxmlformats.org/officeDocument/2006/relationships/slideLayout" Target="../slideLayouts/slideLayout2.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450.png"/></Relationships>
</file>

<file path=ppt/slides/_rels/slide53.xml.rels><?xml version="1.0" encoding="UTF-8" standalone="yes"?>
<Relationships xmlns="http://schemas.openxmlformats.org/package/2006/relationships"><Relationship Id="rId3" Type="http://schemas.openxmlformats.org/officeDocument/2006/relationships/image" Target="../media/image542.png"/><Relationship Id="rId2" Type="http://schemas.openxmlformats.org/officeDocument/2006/relationships/notesSlide" Target="../notesSlides/notesSlide53.xml"/><Relationship Id="rId1" Type="http://schemas.openxmlformats.org/officeDocument/2006/relationships/slideLayout" Target="../slideLayouts/slideLayout2.xml"/><Relationship Id="rId6" Type="http://schemas.openxmlformats.org/officeDocument/2006/relationships/image" Target="../media/image53.png"/><Relationship Id="rId5" Type="http://schemas.openxmlformats.org/officeDocument/2006/relationships/image" Target="../media/image55.png"/><Relationship Id="rId4" Type="http://schemas.openxmlformats.org/officeDocument/2006/relationships/image" Target="../media/image450.png"/></Relationships>
</file>

<file path=ppt/slides/_rels/slide54.xml.rels><?xml version="1.0" encoding="UTF-8" standalone="yes"?>
<Relationships xmlns="http://schemas.openxmlformats.org/package/2006/relationships"><Relationship Id="rId3" Type="http://schemas.openxmlformats.org/officeDocument/2006/relationships/image" Target="../media/image531.png"/><Relationship Id="rId2" Type="http://schemas.openxmlformats.org/officeDocument/2006/relationships/notesSlide" Target="../notesSlides/notesSlide54.xml"/><Relationship Id="rId1" Type="http://schemas.openxmlformats.org/officeDocument/2006/relationships/slideLayout" Target="../slideLayouts/slideLayout2.xml"/><Relationship Id="rId6" Type="http://schemas.openxmlformats.org/officeDocument/2006/relationships/image" Target="../media/image490.png"/><Relationship Id="rId5" Type="http://schemas.openxmlformats.org/officeDocument/2006/relationships/image" Target="../media/image480.png"/><Relationship Id="rId4" Type="http://schemas.openxmlformats.org/officeDocument/2006/relationships/image" Target="../media/image450.png"/></Relationships>
</file>

<file path=ppt/slides/_rels/slide55.xml.rels><?xml version="1.0" encoding="UTF-8" standalone="yes"?>
<Relationships xmlns="http://schemas.openxmlformats.org/package/2006/relationships"><Relationship Id="rId3" Type="http://schemas.openxmlformats.org/officeDocument/2006/relationships/image" Target="../media/image470.png"/><Relationship Id="rId7" Type="http://schemas.openxmlformats.org/officeDocument/2006/relationships/image" Target="../media/image500.png"/><Relationship Id="rId2" Type="http://schemas.openxmlformats.org/officeDocument/2006/relationships/notesSlide" Target="../notesSlides/notesSlide55.xml"/><Relationship Id="rId1" Type="http://schemas.openxmlformats.org/officeDocument/2006/relationships/slideLayout" Target="../slideLayouts/slideLayout2.xml"/><Relationship Id="rId6" Type="http://schemas.openxmlformats.org/officeDocument/2006/relationships/image" Target="../media/image490.png"/><Relationship Id="rId5" Type="http://schemas.openxmlformats.org/officeDocument/2006/relationships/image" Target="../media/image480.png"/><Relationship Id="rId4" Type="http://schemas.openxmlformats.org/officeDocument/2006/relationships/image" Target="../media/image450.png"/></Relationships>
</file>

<file path=ppt/slides/_rels/slide56.xml.rels><?xml version="1.0" encoding="UTF-8" standalone="yes"?>
<Relationships xmlns="http://schemas.openxmlformats.org/package/2006/relationships"><Relationship Id="rId3" Type="http://schemas.openxmlformats.org/officeDocument/2006/relationships/image" Target="../media/image541.png"/><Relationship Id="rId2" Type="http://schemas.openxmlformats.org/officeDocument/2006/relationships/notesSlide" Target="../notesSlides/notesSlide56.xml"/><Relationship Id="rId1" Type="http://schemas.openxmlformats.org/officeDocument/2006/relationships/slideLayout" Target="../slideLayouts/slideLayout2.xml"/><Relationship Id="rId4" Type="http://schemas.openxmlformats.org/officeDocument/2006/relationships/image" Target="../media/image520.png"/></Relationships>
</file>

<file path=ppt/slides/_rels/slide5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57.xml"/><Relationship Id="rId1" Type="http://schemas.openxmlformats.org/officeDocument/2006/relationships/slideLayout" Target="../slideLayouts/slideLayout2.xml"/><Relationship Id="rId5" Type="http://schemas.openxmlformats.org/officeDocument/2006/relationships/image" Target="../media/image530.png"/><Relationship Id="rId4" Type="http://schemas.openxmlformats.org/officeDocument/2006/relationships/image" Target="../media/image520.png"/></Relationships>
</file>

<file path=ppt/slides/_rels/slide58.xml.rels><?xml version="1.0" encoding="UTF-8" standalone="yes"?>
<Relationships xmlns="http://schemas.openxmlformats.org/package/2006/relationships"><Relationship Id="rId3" Type="http://schemas.openxmlformats.org/officeDocument/2006/relationships/image" Target="../media/image561.png"/><Relationship Id="rId2" Type="http://schemas.openxmlformats.org/officeDocument/2006/relationships/notesSlide" Target="../notesSlides/notesSlide58.xml"/><Relationship Id="rId1" Type="http://schemas.openxmlformats.org/officeDocument/2006/relationships/slideLayout" Target="../slideLayouts/slideLayout2.xml"/><Relationship Id="rId5" Type="http://schemas.openxmlformats.org/officeDocument/2006/relationships/image" Target="../media/image530.png"/><Relationship Id="rId4" Type="http://schemas.openxmlformats.org/officeDocument/2006/relationships/image" Target="../media/image520.png"/></Relationships>
</file>

<file path=ppt/slides/_rels/slide59.xml.rels><?xml version="1.0" encoding="UTF-8" standalone="yes"?>
<Relationships xmlns="http://schemas.openxmlformats.org/package/2006/relationships"><Relationship Id="rId3" Type="http://schemas.openxmlformats.org/officeDocument/2006/relationships/image" Target="../media/image510.png"/><Relationship Id="rId2" Type="http://schemas.openxmlformats.org/officeDocument/2006/relationships/notesSlide" Target="../notesSlides/notesSlide59.xml"/><Relationship Id="rId1" Type="http://schemas.openxmlformats.org/officeDocument/2006/relationships/slideLayout" Target="../slideLayouts/slideLayout2.xml"/><Relationship Id="rId5" Type="http://schemas.openxmlformats.org/officeDocument/2006/relationships/image" Target="../media/image530.png"/><Relationship Id="rId4" Type="http://schemas.openxmlformats.org/officeDocument/2006/relationships/image" Target="../media/image520.png"/></Relationships>
</file>

<file path=ppt/slides/_rels/slide6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openxmlformats.org/officeDocument/2006/relationships/image" Target="../media/image520.png"/></Relationships>
</file>

<file path=ppt/slides/_rels/slide6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image" Target="../media/image520.png"/></Relationships>
</file>

<file path=ppt/slides/_rels/slide6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62.xml"/><Relationship Id="rId1" Type="http://schemas.openxmlformats.org/officeDocument/2006/relationships/slideLayout" Target="../slideLayouts/slideLayout2.xml"/><Relationship Id="rId5" Type="http://schemas.openxmlformats.org/officeDocument/2006/relationships/image" Target="../media/image60.png"/><Relationship Id="rId4" Type="http://schemas.openxmlformats.org/officeDocument/2006/relationships/image" Target="../media/image520.png"/></Relationships>
</file>

<file path=ppt/slides/_rels/slide63.xml.rels><?xml version="1.0" encoding="UTF-8" standalone="yes"?>
<Relationships xmlns="http://schemas.openxmlformats.org/package/2006/relationships"><Relationship Id="rId3" Type="http://schemas.openxmlformats.org/officeDocument/2006/relationships/image" Target="../media/image540.png"/><Relationship Id="rId2" Type="http://schemas.openxmlformats.org/officeDocument/2006/relationships/notesSlide" Target="../notesSlides/notesSlide63.xml"/><Relationship Id="rId1" Type="http://schemas.openxmlformats.org/officeDocument/2006/relationships/slideLayout" Target="../slideLayouts/slideLayout2.xml"/><Relationship Id="rId6" Type="http://schemas.openxmlformats.org/officeDocument/2006/relationships/image" Target="../media/image560.png"/><Relationship Id="rId5" Type="http://schemas.openxmlformats.org/officeDocument/2006/relationships/image" Target="../media/image61.png"/><Relationship Id="rId4" Type="http://schemas.openxmlformats.org/officeDocument/2006/relationships/image" Target="../media/image520.png"/></Relationships>
</file>

<file path=ppt/slides/_rels/slide64.xml.rels><?xml version="1.0" encoding="UTF-8" standalone="yes"?>
<Relationships xmlns="http://schemas.openxmlformats.org/package/2006/relationships"><Relationship Id="rId3" Type="http://schemas.openxmlformats.org/officeDocument/2006/relationships/image" Target="../media/image602.png"/><Relationship Id="rId2" Type="http://schemas.openxmlformats.org/officeDocument/2006/relationships/notesSlide" Target="../notesSlides/notesSlide64.xml"/><Relationship Id="rId1" Type="http://schemas.openxmlformats.org/officeDocument/2006/relationships/slideLayout" Target="../slideLayouts/slideLayout2.xml"/><Relationship Id="rId4" Type="http://schemas.openxmlformats.org/officeDocument/2006/relationships/image" Target="../media/image581.png"/></Relationships>
</file>

<file path=ppt/slides/_rels/slide65.xml.rels><?xml version="1.0" encoding="UTF-8" standalone="yes"?>
<Relationships xmlns="http://schemas.openxmlformats.org/package/2006/relationships"><Relationship Id="rId3" Type="http://schemas.openxmlformats.org/officeDocument/2006/relationships/image" Target="../media/image612.png"/><Relationship Id="rId2" Type="http://schemas.openxmlformats.org/officeDocument/2006/relationships/notesSlide" Target="../notesSlides/notesSlide65.xml"/><Relationship Id="rId1" Type="http://schemas.openxmlformats.org/officeDocument/2006/relationships/slideLayout" Target="../slideLayouts/slideLayout2.xml"/><Relationship Id="rId4" Type="http://schemas.openxmlformats.org/officeDocument/2006/relationships/image" Target="../media/image581.png"/></Relationships>
</file>

<file path=ppt/slides/_rels/slide6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66.xml"/><Relationship Id="rId1" Type="http://schemas.openxmlformats.org/officeDocument/2006/relationships/slideLayout" Target="../slideLayouts/slideLayout2.xml"/><Relationship Id="rId5" Type="http://schemas.openxmlformats.org/officeDocument/2006/relationships/image" Target="../media/image591.png"/><Relationship Id="rId4" Type="http://schemas.openxmlformats.org/officeDocument/2006/relationships/image" Target="../media/image581.png"/></Relationships>
</file>

<file path=ppt/slides/_rels/slide67.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67.xml"/><Relationship Id="rId1" Type="http://schemas.openxmlformats.org/officeDocument/2006/relationships/slideLayout" Target="../slideLayouts/slideLayout2.xml"/><Relationship Id="rId5" Type="http://schemas.openxmlformats.org/officeDocument/2006/relationships/image" Target="../media/image591.png"/><Relationship Id="rId4" Type="http://schemas.openxmlformats.org/officeDocument/2006/relationships/image" Target="../media/image581.png"/></Relationships>
</file>

<file path=ppt/slides/_rels/slide68.xml.rels><?xml version="1.0" encoding="UTF-8" standalone="yes"?>
<Relationships xmlns="http://schemas.openxmlformats.org/package/2006/relationships"><Relationship Id="rId3" Type="http://schemas.openxmlformats.org/officeDocument/2006/relationships/image" Target="../media/image571.png"/><Relationship Id="rId2" Type="http://schemas.openxmlformats.org/officeDocument/2006/relationships/notesSlide" Target="../notesSlides/notesSlide68.xml"/><Relationship Id="rId1" Type="http://schemas.openxmlformats.org/officeDocument/2006/relationships/slideLayout" Target="../slideLayouts/slideLayout2.xml"/><Relationship Id="rId5" Type="http://schemas.openxmlformats.org/officeDocument/2006/relationships/image" Target="../media/image591.png"/><Relationship Id="rId4" Type="http://schemas.openxmlformats.org/officeDocument/2006/relationships/image" Target="../media/image581.png"/></Relationships>
</file>

<file path=ppt/slides/_rels/slide69.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69.xml"/><Relationship Id="rId1" Type="http://schemas.openxmlformats.org/officeDocument/2006/relationships/slideLayout" Target="../slideLayouts/slideLayout2.xml"/><Relationship Id="rId4" Type="http://schemas.openxmlformats.org/officeDocument/2006/relationships/image" Target="../media/image611.png"/></Relationships>
</file>

<file path=ppt/slides/_rels/slide7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70.xml"/><Relationship Id="rId1" Type="http://schemas.openxmlformats.org/officeDocument/2006/relationships/slideLayout" Target="../slideLayouts/slideLayout2.xml"/><Relationship Id="rId4" Type="http://schemas.openxmlformats.org/officeDocument/2006/relationships/image" Target="../media/image611.png"/></Relationships>
</file>

<file path=ppt/slides/_rels/slide7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71.xml"/><Relationship Id="rId1" Type="http://schemas.openxmlformats.org/officeDocument/2006/relationships/slideLayout" Target="../slideLayouts/slideLayout2.xml"/><Relationship Id="rId4" Type="http://schemas.openxmlformats.org/officeDocument/2006/relationships/image" Target="../media/image611.png"/></Relationships>
</file>

<file path=ppt/slides/_rels/slide72.xml.rels><?xml version="1.0" encoding="UTF-8" standalone="yes"?>
<Relationships xmlns="http://schemas.openxmlformats.org/package/2006/relationships"><Relationship Id="rId3" Type="http://schemas.openxmlformats.org/officeDocument/2006/relationships/image" Target="../media/image601.png"/><Relationship Id="rId2" Type="http://schemas.openxmlformats.org/officeDocument/2006/relationships/notesSlide" Target="../notesSlides/notesSlide72.xml"/><Relationship Id="rId1" Type="http://schemas.openxmlformats.org/officeDocument/2006/relationships/slideLayout" Target="../slideLayouts/slideLayout2.xml"/><Relationship Id="rId4" Type="http://schemas.openxmlformats.org/officeDocument/2006/relationships/image" Target="../media/image611.png"/></Relationships>
</file>

<file path=ppt/slides/_rels/slide7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73.xml"/><Relationship Id="rId1" Type="http://schemas.openxmlformats.org/officeDocument/2006/relationships/slideLayout" Target="../slideLayouts/slideLayout2.xml"/><Relationship Id="rId4" Type="http://schemas.openxmlformats.org/officeDocument/2006/relationships/image" Target="../media/image68.png"/></Relationships>
</file>

<file path=ppt/slides/_rels/slide74.xml.rels><?xml version="1.0" encoding="UTF-8" standalone="yes"?>
<Relationships xmlns="http://schemas.openxmlformats.org/package/2006/relationships"><Relationship Id="rId3" Type="http://schemas.openxmlformats.org/officeDocument/2006/relationships/image" Target="../media/image680.png"/><Relationship Id="rId2" Type="http://schemas.openxmlformats.org/officeDocument/2006/relationships/notesSlide" Target="../notesSlides/notesSlide74.xml"/><Relationship Id="rId1" Type="http://schemas.openxmlformats.org/officeDocument/2006/relationships/slideLayout" Target="../slideLayouts/slideLayout2.xml"/><Relationship Id="rId4" Type="http://schemas.openxmlformats.org/officeDocument/2006/relationships/image" Target="../media/image630.png"/></Relationships>
</file>

<file path=ppt/slides/_rels/slide75.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75.xml"/><Relationship Id="rId1" Type="http://schemas.openxmlformats.org/officeDocument/2006/relationships/slideLayout" Target="../slideLayouts/slideLayout2.xml"/><Relationship Id="rId4" Type="http://schemas.openxmlformats.org/officeDocument/2006/relationships/image" Target="../media/image630.png"/></Relationships>
</file>

<file path=ppt/slides/_rels/slide76.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76.xml"/><Relationship Id="rId1" Type="http://schemas.openxmlformats.org/officeDocument/2006/relationships/slideLayout" Target="../slideLayouts/slideLayout2.xml"/><Relationship Id="rId4" Type="http://schemas.openxmlformats.org/officeDocument/2006/relationships/image" Target="../media/image630.png"/></Relationships>
</file>

<file path=ppt/slides/_rels/slide77.xml.rels><?xml version="1.0" encoding="UTF-8" standalone="yes"?>
<Relationships xmlns="http://schemas.openxmlformats.org/package/2006/relationships"><Relationship Id="rId3" Type="http://schemas.openxmlformats.org/officeDocument/2006/relationships/image" Target="../media/image620.png"/><Relationship Id="rId2" Type="http://schemas.openxmlformats.org/officeDocument/2006/relationships/notesSlide" Target="../notesSlides/notesSlide77.xml"/><Relationship Id="rId1" Type="http://schemas.openxmlformats.org/officeDocument/2006/relationships/slideLayout" Target="../slideLayouts/slideLayout2.xml"/><Relationship Id="rId4" Type="http://schemas.openxmlformats.org/officeDocument/2006/relationships/image" Target="../media/image630.png"/></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570.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580.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590.pn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600.pn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610.pn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직사각형 5"/>
          <p:cNvSpPr/>
          <p:nvPr/>
        </p:nvSpPr>
        <p:spPr>
          <a:xfrm>
            <a:off x="299839" y="1441108"/>
            <a:ext cx="8544322" cy="817531"/>
          </a:xfrm>
          <a:prstGeom prst="rect">
            <a:avLst/>
          </a:prstGeom>
        </p:spPr>
        <p:txBody>
          <a:bodyPr wrap="square">
            <a:spAutoFit/>
          </a:bodyPr>
          <a:lstStyle/>
          <a:p>
            <a:pPr algn="ctr">
              <a:lnSpc>
                <a:spcPct val="150000"/>
              </a:lnSpc>
            </a:pPr>
            <a:r>
              <a:rPr lang="en-US" altLang="ko-KR" sz="3600" dirty="0">
                <a:latin typeface="Arial Narrow" panose="020B0606020202030204" pitchFamily="34" charset="0"/>
                <a:cs typeface="Times New Roman" panose="02020603050405020304" pitchFamily="18" charset="0"/>
              </a:rPr>
              <a:t>Basic Mathematics for Deep Learning Algorithms</a:t>
            </a:r>
          </a:p>
        </p:txBody>
      </p:sp>
      <p:cxnSp>
        <p:nvCxnSpPr>
          <p:cNvPr id="13" name="직선 연결선 12"/>
          <p:cNvCxnSpPr/>
          <p:nvPr/>
        </p:nvCxnSpPr>
        <p:spPr>
          <a:xfrm>
            <a:off x="457200" y="3476625"/>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18" name="직선 연결선 17"/>
          <p:cNvCxnSpPr/>
          <p:nvPr/>
        </p:nvCxnSpPr>
        <p:spPr>
          <a:xfrm>
            <a:off x="3352800" y="3571875"/>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7" name="직사각형 6"/>
          <p:cNvSpPr/>
          <p:nvPr/>
        </p:nvSpPr>
        <p:spPr>
          <a:xfrm>
            <a:off x="1075166" y="3978237"/>
            <a:ext cx="6941127" cy="1314334"/>
          </a:xfrm>
          <a:prstGeom prst="rect">
            <a:avLst/>
          </a:prstGeom>
        </p:spPr>
        <p:txBody>
          <a:bodyPr wrap="square">
            <a:spAutoFit/>
          </a:bodyPr>
          <a:lstStyle/>
          <a:p>
            <a:pPr algn="ctr">
              <a:lnSpc>
                <a:spcPct val="150000"/>
              </a:lnSpc>
            </a:pPr>
            <a:r>
              <a:rPr lang="en-US" altLang="ko-KR" sz="3200" b="1" dirty="0">
                <a:latin typeface="Arial Narrow" panose="020B0606020202030204" pitchFamily="34" charset="0"/>
                <a:cs typeface="Times New Roman" panose="02020603050405020304" pitchFamily="18" charset="0"/>
              </a:rPr>
              <a:t>Ph.D. </a:t>
            </a:r>
            <a:r>
              <a:rPr lang="en-US" altLang="ko-KR" sz="3200" b="1" dirty="0" err="1">
                <a:latin typeface="Arial Narrow" panose="020B0606020202030204" pitchFamily="34" charset="0"/>
                <a:cs typeface="Times New Roman" panose="02020603050405020304" pitchFamily="18" charset="0"/>
              </a:rPr>
              <a:t>Junetae</a:t>
            </a:r>
            <a:r>
              <a:rPr lang="en-US" altLang="ko-KR" sz="3200" b="1" dirty="0">
                <a:latin typeface="Arial Narrow" panose="020B0606020202030204" pitchFamily="34" charset="0"/>
                <a:cs typeface="Times New Roman" panose="02020603050405020304" pitchFamily="18" charset="0"/>
              </a:rPr>
              <a:t>, Kim</a:t>
            </a:r>
          </a:p>
          <a:p>
            <a:pPr algn="ctr">
              <a:lnSpc>
                <a:spcPct val="150000"/>
              </a:lnSpc>
            </a:pPr>
            <a:r>
              <a:rPr lang="en-US" altLang="ko-KR" sz="2400" b="1" dirty="0">
                <a:latin typeface="Arial Narrow" panose="020B0606020202030204" pitchFamily="34" charset="0"/>
                <a:cs typeface="Times New Roman" panose="02020603050405020304" pitchFamily="18" charset="0"/>
              </a:rPr>
              <a:t>Associate professor </a:t>
            </a:r>
          </a:p>
        </p:txBody>
      </p:sp>
      <p:sp>
        <p:nvSpPr>
          <p:cNvPr id="9" name="TextBox 8">
            <a:extLst>
              <a:ext uri="{FF2B5EF4-FFF2-40B4-BE49-F238E27FC236}">
                <a16:creationId xmlns:a16="http://schemas.microsoft.com/office/drawing/2014/main" id="{CEFB9B8D-4441-4FDD-9D76-E9EA305C96FA}"/>
              </a:ext>
            </a:extLst>
          </p:cNvPr>
          <p:cNvSpPr txBox="1"/>
          <p:nvPr/>
        </p:nvSpPr>
        <p:spPr>
          <a:xfrm>
            <a:off x="4096512" y="2580947"/>
            <a:ext cx="1179576" cy="461665"/>
          </a:xfrm>
          <a:prstGeom prst="rect">
            <a:avLst/>
          </a:prstGeom>
          <a:noFill/>
        </p:spPr>
        <p:txBody>
          <a:bodyPr wrap="square">
            <a:spAutoFit/>
          </a:bodyPr>
          <a:lstStyle/>
          <a:p>
            <a:r>
              <a:rPr lang="en-US" altLang="ko-KR" sz="2400" dirty="0">
                <a:latin typeface="Arial Narrow" panose="020B0606020202030204" pitchFamily="34" charset="0"/>
                <a:cs typeface="Times New Roman" panose="02020603050405020304" pitchFamily="18" charset="0"/>
              </a:rPr>
              <a:t>Week 3</a:t>
            </a:r>
            <a:endParaRPr lang="ko-KR" altLang="en-US" sz="2400" dirty="0"/>
          </a:p>
        </p:txBody>
      </p:sp>
    </p:spTree>
    <p:extLst>
      <p:ext uri="{BB962C8B-B14F-4D97-AF65-F5344CB8AC3E}">
        <p14:creationId xmlns:p14="http://schemas.microsoft.com/office/powerpoint/2010/main" val="9109539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3" name="모서리가 둥근 직사각형 2"/>
          <p:cNvSpPr/>
          <p:nvPr/>
        </p:nvSpPr>
        <p:spPr>
          <a:xfrm>
            <a:off x="1399033" y="2532888"/>
            <a:ext cx="6144768" cy="1142999"/>
          </a:xfrm>
          <a:prstGeom prst="roundRect">
            <a:avLst/>
          </a:prstGeom>
          <a:noFill/>
          <a:ln>
            <a:solidFill>
              <a:schemeClr val="tx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p:cNvSpPr/>
          <p:nvPr/>
        </p:nvSpPr>
        <p:spPr>
          <a:xfrm>
            <a:off x="3538014" y="2772788"/>
            <a:ext cx="1861302" cy="646331"/>
          </a:xfrm>
          <a:prstGeom prst="rect">
            <a:avLst/>
          </a:prstGeom>
        </p:spPr>
        <p:txBody>
          <a:bodyPr wrap="square">
            <a:spAutoFit/>
          </a:bodyPr>
          <a:lstStyle/>
          <a:p>
            <a:r>
              <a:rPr lang="en-US" altLang="ko-KR" sz="3600" dirty="0">
                <a:solidFill>
                  <a:srgbClr val="222222"/>
                </a:solidFill>
                <a:latin typeface="Arial Narrow" panose="020B0606020202030204" pitchFamily="34" charset="0"/>
              </a:rPr>
              <a:t>Functions</a:t>
            </a:r>
          </a:p>
        </p:txBody>
      </p:sp>
      <p:sp>
        <p:nvSpPr>
          <p:cNvPr id="8" name="직사각형 7">
            <a:extLst>
              <a:ext uri="{FF2B5EF4-FFF2-40B4-BE49-F238E27FC236}">
                <a16:creationId xmlns:a16="http://schemas.microsoft.com/office/drawing/2014/main" id="{71526429-7C47-4997-9969-04DFBBFA4E21}"/>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p:spTree>
    <p:extLst>
      <p:ext uri="{BB962C8B-B14F-4D97-AF65-F5344CB8AC3E}">
        <p14:creationId xmlns:p14="http://schemas.microsoft.com/office/powerpoint/2010/main" val="3807563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mc:AlternateContent xmlns:mc="http://schemas.openxmlformats.org/markup-compatibility/2006" xmlns:a14="http://schemas.microsoft.com/office/drawing/2010/main">
        <mc:Choice Requires="a14">
          <p:sp>
            <p:nvSpPr>
              <p:cNvPr id="9" name="직사각형 8">
                <a:extLst>
                  <a:ext uri="{FF2B5EF4-FFF2-40B4-BE49-F238E27FC236}">
                    <a16:creationId xmlns:a16="http://schemas.microsoft.com/office/drawing/2014/main" id="{84E735BC-AE4C-4D07-AF6F-938EFDB3D2EC}"/>
                  </a:ext>
                </a:extLst>
              </p:cNvPr>
              <p:cNvSpPr/>
              <p:nvPr/>
            </p:nvSpPr>
            <p:spPr>
              <a:xfrm>
                <a:off x="328771" y="1139130"/>
                <a:ext cx="8742077" cy="2215991"/>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What is function?</a:t>
                </a:r>
              </a:p>
              <a:p>
                <a:pPr marL="742950" lvl="1" indent="-28575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A mathematical concept that describes the relationship between two sets</a:t>
                </a:r>
              </a:p>
              <a:p>
                <a:pPr marL="742950" lvl="1" indent="-28575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A function describes the rules for how y changes when x changes given the variables x and y</a:t>
                </a:r>
              </a:p>
              <a:p>
                <a:pPr marL="742950" lvl="1" indent="-28575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Usually a function is expressed as </a:t>
                </a:r>
                <a14:m>
                  <m:oMath xmlns:m="http://schemas.openxmlformats.org/officeDocument/2006/math">
                    <m:r>
                      <a:rPr lang="en-US" altLang="ko-KR" b="0" i="1" smtClean="0">
                        <a:solidFill>
                          <a:srgbClr val="222222"/>
                        </a:solidFill>
                        <a:latin typeface="Cambria Math" panose="02040503050406030204" pitchFamily="18" charset="0"/>
                      </a:rPr>
                      <m:t>𝑦</m:t>
                    </m:r>
                    <m:r>
                      <a:rPr lang="en-US" altLang="ko-KR" b="0" i="1" smtClean="0">
                        <a:solidFill>
                          <a:srgbClr val="222222"/>
                        </a:solidFill>
                        <a:latin typeface="Cambria Math" panose="02040503050406030204" pitchFamily="18" charset="0"/>
                      </a:rPr>
                      <m:t>=</m:t>
                    </m:r>
                    <m:r>
                      <a:rPr lang="en-US" altLang="ko-KR" b="0" i="1" smtClean="0">
                        <a:solidFill>
                          <a:srgbClr val="222222"/>
                        </a:solidFill>
                        <a:latin typeface="Cambria Math" panose="02040503050406030204" pitchFamily="18" charset="0"/>
                      </a:rPr>
                      <m:t>𝑓</m:t>
                    </m:r>
                    <m:r>
                      <a:rPr lang="en-US" altLang="ko-KR" b="0" i="1" smtClean="0">
                        <a:solidFill>
                          <a:srgbClr val="222222"/>
                        </a:solidFill>
                        <a:latin typeface="Cambria Math" panose="02040503050406030204" pitchFamily="18" charset="0"/>
                      </a:rPr>
                      <m:t>(</m:t>
                    </m:r>
                    <m:r>
                      <a:rPr lang="en-US" altLang="ko-KR" b="0" i="1" smtClean="0">
                        <a:solidFill>
                          <a:srgbClr val="222222"/>
                        </a:solidFill>
                        <a:latin typeface="Cambria Math" panose="02040503050406030204" pitchFamily="18" charset="0"/>
                      </a:rPr>
                      <m:t>𝑥</m:t>
                    </m:r>
                    <m:r>
                      <a:rPr lang="en-US" altLang="ko-KR" b="0" i="1" smtClean="0">
                        <a:solidFill>
                          <a:srgbClr val="222222"/>
                        </a:solidFill>
                        <a:latin typeface="Cambria Math" panose="02040503050406030204" pitchFamily="18" charset="0"/>
                      </a:rPr>
                      <m:t>)</m:t>
                    </m:r>
                  </m:oMath>
                </a14:m>
                <a:r>
                  <a:rPr lang="en-US" altLang="ko-KR" dirty="0">
                    <a:solidFill>
                      <a:srgbClr val="222222"/>
                    </a:solidFill>
                    <a:latin typeface="Arial Narrow" panose="020B0606020202030204" pitchFamily="34" charset="0"/>
                  </a:rPr>
                  <a:t> using </a:t>
                </a:r>
                <a:r>
                  <a:rPr lang="en-US" altLang="ko-KR" i="1" dirty="0">
                    <a:solidFill>
                      <a:srgbClr val="222222"/>
                    </a:solidFill>
                    <a:latin typeface="Arial Narrow" panose="020B0606020202030204" pitchFamily="34" charset="0"/>
                  </a:rPr>
                  <a:t>f</a:t>
                </a:r>
                <a:r>
                  <a:rPr lang="en-US" altLang="ko-KR" dirty="0">
                    <a:solidFill>
                      <a:srgbClr val="222222"/>
                    </a:solidFill>
                    <a:latin typeface="Arial Narrow" panose="020B0606020202030204" pitchFamily="34" charset="0"/>
                  </a:rPr>
                  <a:t>, which means function, and a variable x.</a:t>
                </a:r>
              </a:p>
              <a:p>
                <a:pPr marL="742950" lvl="1" indent="-285750">
                  <a:lnSpc>
                    <a:spcPct val="150000"/>
                  </a:lnSpc>
                  <a:buFont typeface="Arial" panose="020B0604020202020204" pitchFamily="34" charset="0"/>
                  <a:buChar char="•"/>
                </a:pPr>
                <a:endParaRPr lang="en-US" altLang="ko-KR" dirty="0">
                  <a:solidFill>
                    <a:srgbClr val="222222"/>
                  </a:solidFill>
                  <a:latin typeface="Arial Narrow" panose="020B0606020202030204" pitchFamily="34" charset="0"/>
                </a:endParaRPr>
              </a:p>
            </p:txBody>
          </p:sp>
        </mc:Choice>
        <mc:Fallback xmlns="">
          <p:sp>
            <p:nvSpPr>
              <p:cNvPr id="9" name="직사각형 8">
                <a:extLst>
                  <a:ext uri="{FF2B5EF4-FFF2-40B4-BE49-F238E27FC236}">
                    <a16:creationId xmlns:a16="http://schemas.microsoft.com/office/drawing/2014/main" id="{84E735BC-AE4C-4D07-AF6F-938EFDB3D2EC}"/>
                  </a:ext>
                </a:extLst>
              </p:cNvPr>
              <p:cNvSpPr>
                <a:spLocks noRot="1" noChangeAspect="1" noMove="1" noResize="1" noEditPoints="1" noAdjustHandles="1" noChangeArrowheads="1" noChangeShapeType="1" noTextEdit="1"/>
              </p:cNvSpPr>
              <p:nvPr/>
            </p:nvSpPr>
            <p:spPr>
              <a:xfrm>
                <a:off x="328771" y="1139130"/>
                <a:ext cx="8742077" cy="2215991"/>
              </a:xfrm>
              <a:prstGeom prst="rect">
                <a:avLst/>
              </a:prstGeom>
              <a:blipFill>
                <a:blip r:embed="rId3"/>
                <a:stretch>
                  <a:fillRect l="-628" r="-209"/>
                </a:stretch>
              </a:blipFill>
            </p:spPr>
            <p:txBody>
              <a:bodyPr/>
              <a:lstStyle/>
              <a:p>
                <a:r>
                  <a:rPr lang="ko-KR" altLang="en-US">
                    <a:noFill/>
                  </a:rPr>
                  <a:t> </a:t>
                </a:r>
              </a:p>
            </p:txBody>
          </p:sp>
        </mc:Fallback>
      </mc:AlternateContent>
      <p:grpSp>
        <p:nvGrpSpPr>
          <p:cNvPr id="14" name="그룹 13"/>
          <p:cNvGrpSpPr/>
          <p:nvPr/>
        </p:nvGrpSpPr>
        <p:grpSpPr>
          <a:xfrm>
            <a:off x="1290820" y="3435347"/>
            <a:ext cx="2493315" cy="2249611"/>
            <a:chOff x="2933203" y="3967825"/>
            <a:chExt cx="2493315" cy="2249611"/>
          </a:xfrm>
        </p:grpSpPr>
        <p:grpSp>
          <p:nvGrpSpPr>
            <p:cNvPr id="11" name="그룹 10"/>
            <p:cNvGrpSpPr/>
            <p:nvPr/>
          </p:nvGrpSpPr>
          <p:grpSpPr>
            <a:xfrm>
              <a:off x="2933203" y="4375309"/>
              <a:ext cx="2272938" cy="1403577"/>
              <a:chOff x="2933203" y="4375309"/>
              <a:chExt cx="2272938" cy="1403577"/>
            </a:xfrm>
          </p:grpSpPr>
          <p:grpSp>
            <p:nvGrpSpPr>
              <p:cNvPr id="4" name="그룹 3"/>
              <p:cNvGrpSpPr/>
              <p:nvPr/>
            </p:nvGrpSpPr>
            <p:grpSpPr>
              <a:xfrm>
                <a:off x="2933203" y="4375309"/>
                <a:ext cx="2272938" cy="1403577"/>
                <a:chOff x="1921056" y="4880406"/>
                <a:chExt cx="2272938" cy="1403577"/>
              </a:xfrm>
              <a:solidFill>
                <a:schemeClr val="accent5">
                  <a:lumMod val="40000"/>
                  <a:lumOff val="60000"/>
                </a:schemeClr>
              </a:solidFill>
            </p:grpSpPr>
            <p:sp>
              <p:nvSpPr>
                <p:cNvPr id="2" name="모서리가 둥근 직사각형 1"/>
                <p:cNvSpPr/>
                <p:nvPr/>
              </p:nvSpPr>
              <p:spPr>
                <a:xfrm>
                  <a:off x="1921056" y="5103223"/>
                  <a:ext cx="2272938" cy="957943"/>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순서도: 수동 연산 2"/>
                <p:cNvSpPr/>
                <p:nvPr/>
              </p:nvSpPr>
              <p:spPr>
                <a:xfrm>
                  <a:off x="2185851" y="4880406"/>
                  <a:ext cx="408487" cy="223660"/>
                </a:xfrm>
                <a:prstGeom prst="flowChartManualOperati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순서도: 수동 연산 9"/>
                <p:cNvSpPr/>
                <p:nvPr/>
              </p:nvSpPr>
              <p:spPr>
                <a:xfrm rot="10800000">
                  <a:off x="3528553" y="6061166"/>
                  <a:ext cx="396191" cy="222817"/>
                </a:xfrm>
                <a:prstGeom prst="flowChartManualOperati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7" name="모서리가 둥근 직사각형 6"/>
              <p:cNvSpPr/>
              <p:nvPr/>
            </p:nvSpPr>
            <p:spPr>
              <a:xfrm>
                <a:off x="3238580" y="4786950"/>
                <a:ext cx="1658302" cy="593502"/>
              </a:xfrm>
              <a:prstGeom prst="roundRect">
                <a:avLst/>
              </a:prstGeom>
              <a:solidFill>
                <a:schemeClr val="accent4">
                  <a:lumMod val="20000"/>
                  <a:lumOff val="80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직사각형 12"/>
              <p:cNvSpPr/>
              <p:nvPr/>
            </p:nvSpPr>
            <p:spPr>
              <a:xfrm>
                <a:off x="3574875" y="4877042"/>
                <a:ext cx="1037463" cy="400110"/>
              </a:xfrm>
              <a:prstGeom prst="rect">
                <a:avLst/>
              </a:prstGeom>
            </p:spPr>
            <p:txBody>
              <a:bodyPr wrap="none">
                <a:spAutoFit/>
              </a:bodyPr>
              <a:lstStyle/>
              <a:p>
                <a:r>
                  <a:rPr lang="en-US" altLang="ko-KR" sz="2000" dirty="0">
                    <a:solidFill>
                      <a:srgbClr val="222222"/>
                    </a:solidFill>
                    <a:latin typeface="Arial Narrow" panose="020B0606020202030204" pitchFamily="34" charset="0"/>
                  </a:rPr>
                  <a:t>Rule, f(x)</a:t>
                </a:r>
                <a:endParaRPr lang="ko-KR" altLang="en-US" sz="2000" dirty="0"/>
              </a:p>
            </p:txBody>
          </p:sp>
        </p:grpSp>
        <p:sp>
          <p:nvSpPr>
            <p:cNvPr id="12" name="직사각형 11"/>
            <p:cNvSpPr/>
            <p:nvPr/>
          </p:nvSpPr>
          <p:spPr>
            <a:xfrm>
              <a:off x="3105709" y="3967825"/>
              <a:ext cx="861133" cy="369332"/>
            </a:xfrm>
            <a:prstGeom prst="rect">
              <a:avLst/>
            </a:prstGeom>
          </p:spPr>
          <p:txBody>
            <a:bodyPr wrap="none">
              <a:spAutoFit/>
            </a:bodyPr>
            <a:lstStyle/>
            <a:p>
              <a:r>
                <a:rPr lang="en-US" altLang="ko-KR" dirty="0">
                  <a:solidFill>
                    <a:srgbClr val="222222"/>
                  </a:solidFill>
                  <a:latin typeface="Arial Narrow" panose="020B0606020202030204" pitchFamily="34" charset="0"/>
                </a:rPr>
                <a:t>Input, x </a:t>
              </a:r>
              <a:endParaRPr lang="ko-KR" altLang="en-US" dirty="0"/>
            </a:p>
          </p:txBody>
        </p:sp>
        <p:sp>
          <p:nvSpPr>
            <p:cNvPr id="16" name="직사각형 15"/>
            <p:cNvSpPr/>
            <p:nvPr/>
          </p:nvSpPr>
          <p:spPr>
            <a:xfrm>
              <a:off x="4417909" y="5848104"/>
              <a:ext cx="1008609" cy="369332"/>
            </a:xfrm>
            <a:prstGeom prst="rect">
              <a:avLst/>
            </a:prstGeom>
          </p:spPr>
          <p:txBody>
            <a:bodyPr wrap="none">
              <a:spAutoFit/>
            </a:bodyPr>
            <a:lstStyle/>
            <a:p>
              <a:r>
                <a:rPr lang="en-US" altLang="ko-KR" dirty="0">
                  <a:solidFill>
                    <a:srgbClr val="222222"/>
                  </a:solidFill>
                  <a:latin typeface="Arial Narrow" panose="020B0606020202030204" pitchFamily="34" charset="0"/>
                </a:rPr>
                <a:t>Output, y </a:t>
              </a:r>
              <a:endParaRPr lang="ko-KR" altLang="en-US" dirty="0"/>
            </a:p>
          </p:txBody>
        </p:sp>
      </p:grpSp>
      <p:graphicFrame>
        <p:nvGraphicFramePr>
          <p:cNvPr id="15" name="표 14"/>
          <p:cNvGraphicFramePr>
            <a:graphicFrameLocks noGrp="1"/>
          </p:cNvGraphicFramePr>
          <p:nvPr>
            <p:extLst>
              <p:ext uri="{D42A27DB-BD31-4B8C-83A1-F6EECF244321}">
                <p14:modId xmlns:p14="http://schemas.microsoft.com/office/powerpoint/2010/main" val="2827187617"/>
              </p:ext>
            </p:extLst>
          </p:nvPr>
        </p:nvGraphicFramePr>
        <p:xfrm>
          <a:off x="5364734" y="3865349"/>
          <a:ext cx="900572" cy="2194560"/>
        </p:xfrm>
        <a:graphic>
          <a:graphicData uri="http://schemas.openxmlformats.org/drawingml/2006/table">
            <a:tbl>
              <a:tblPr firstRow="1" bandRow="1">
                <a:tableStyleId>{5C22544A-7EE6-4342-B048-85BDC9FD1C3A}</a:tableStyleId>
              </a:tblPr>
              <a:tblGrid>
                <a:gridCol w="450286">
                  <a:extLst>
                    <a:ext uri="{9D8B030D-6E8A-4147-A177-3AD203B41FA5}">
                      <a16:colId xmlns:a16="http://schemas.microsoft.com/office/drawing/2014/main" val="231874465"/>
                    </a:ext>
                  </a:extLst>
                </a:gridCol>
                <a:gridCol w="450286">
                  <a:extLst>
                    <a:ext uri="{9D8B030D-6E8A-4147-A177-3AD203B41FA5}">
                      <a16:colId xmlns:a16="http://schemas.microsoft.com/office/drawing/2014/main" val="3198019691"/>
                    </a:ext>
                  </a:extLst>
                </a:gridCol>
              </a:tblGrid>
              <a:tr h="360404">
                <a:tc>
                  <a:txBody>
                    <a:bodyPr/>
                    <a:lstStyle/>
                    <a:p>
                      <a:pPr algn="ctr" latinLnBrk="1"/>
                      <a:r>
                        <a:rPr lang="en-US" altLang="ko-KR" dirty="0">
                          <a:solidFill>
                            <a:schemeClr val="tx1"/>
                          </a:solidFill>
                        </a:rPr>
                        <a:t>x</a:t>
                      </a:r>
                      <a:endParaRPr lang="ko-KR"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latinLnBrk="1"/>
                      <a:r>
                        <a:rPr lang="en-US" altLang="ko-KR" dirty="0">
                          <a:solidFill>
                            <a:schemeClr val="tx1"/>
                          </a:solidFill>
                        </a:rPr>
                        <a:t>y</a:t>
                      </a:r>
                      <a:endParaRPr lang="ko-KR"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482690605"/>
                  </a:ext>
                </a:extLst>
              </a:tr>
              <a:tr h="360404">
                <a:tc>
                  <a:txBody>
                    <a:bodyPr/>
                    <a:lstStyle/>
                    <a:p>
                      <a:pPr algn="ctr" latinLnBrk="1"/>
                      <a:r>
                        <a:rPr lang="en-US" altLang="ko-KR" dirty="0">
                          <a:solidFill>
                            <a:schemeClr val="tx1"/>
                          </a:solidFill>
                        </a:rPr>
                        <a:t>-2</a:t>
                      </a:r>
                      <a:endParaRPr lang="ko-KR"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latinLnBrk="1"/>
                      <a:r>
                        <a:rPr lang="en-US" altLang="ko-KR" dirty="0">
                          <a:solidFill>
                            <a:schemeClr val="tx1"/>
                          </a:solidFill>
                        </a:rPr>
                        <a:t>-3</a:t>
                      </a:r>
                      <a:endParaRPr lang="ko-KR"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497365935"/>
                  </a:ext>
                </a:extLst>
              </a:tr>
              <a:tr h="360404">
                <a:tc>
                  <a:txBody>
                    <a:bodyPr/>
                    <a:lstStyle/>
                    <a:p>
                      <a:pPr algn="ctr" latinLnBrk="1"/>
                      <a:r>
                        <a:rPr lang="en-US" altLang="ko-KR" dirty="0">
                          <a:solidFill>
                            <a:schemeClr val="tx1"/>
                          </a:solidFill>
                        </a:rPr>
                        <a:t>-1</a:t>
                      </a:r>
                      <a:endParaRPr lang="ko-KR"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latinLnBrk="1"/>
                      <a:r>
                        <a:rPr lang="en-US" altLang="ko-KR" dirty="0">
                          <a:solidFill>
                            <a:schemeClr val="tx1"/>
                          </a:solidFill>
                        </a:rPr>
                        <a:t>-1</a:t>
                      </a:r>
                      <a:endParaRPr lang="ko-KR"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3362006792"/>
                  </a:ext>
                </a:extLst>
              </a:tr>
              <a:tr h="360404">
                <a:tc>
                  <a:txBody>
                    <a:bodyPr/>
                    <a:lstStyle/>
                    <a:p>
                      <a:pPr algn="ctr" latinLnBrk="1"/>
                      <a:r>
                        <a:rPr lang="en-US" altLang="ko-KR" dirty="0">
                          <a:solidFill>
                            <a:schemeClr val="tx1"/>
                          </a:solidFill>
                        </a:rPr>
                        <a:t>0</a:t>
                      </a:r>
                      <a:endParaRPr lang="ko-KR"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latinLnBrk="1"/>
                      <a:r>
                        <a:rPr lang="en-US" altLang="ko-KR" dirty="0">
                          <a:solidFill>
                            <a:schemeClr val="tx1"/>
                          </a:solidFill>
                        </a:rPr>
                        <a:t>1</a:t>
                      </a:r>
                      <a:endParaRPr lang="ko-KR"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820345035"/>
                  </a:ext>
                </a:extLst>
              </a:tr>
              <a:tr h="360404">
                <a:tc>
                  <a:txBody>
                    <a:bodyPr/>
                    <a:lstStyle/>
                    <a:p>
                      <a:pPr algn="ctr" latinLnBrk="1"/>
                      <a:r>
                        <a:rPr lang="en-US" altLang="ko-KR" dirty="0">
                          <a:solidFill>
                            <a:schemeClr val="tx1"/>
                          </a:solidFill>
                        </a:rPr>
                        <a:t>1</a:t>
                      </a:r>
                      <a:endParaRPr lang="ko-KR"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latinLnBrk="1"/>
                      <a:r>
                        <a:rPr lang="en-US" altLang="ko-KR" dirty="0">
                          <a:solidFill>
                            <a:schemeClr val="tx1"/>
                          </a:solidFill>
                        </a:rPr>
                        <a:t>3</a:t>
                      </a:r>
                      <a:endParaRPr lang="ko-KR"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3070174044"/>
                  </a:ext>
                </a:extLst>
              </a:tr>
              <a:tr h="360404">
                <a:tc>
                  <a:txBody>
                    <a:bodyPr/>
                    <a:lstStyle/>
                    <a:p>
                      <a:pPr algn="ctr" latinLnBrk="1"/>
                      <a:r>
                        <a:rPr lang="en-US" altLang="ko-KR" dirty="0">
                          <a:solidFill>
                            <a:schemeClr val="tx1"/>
                          </a:solidFill>
                        </a:rPr>
                        <a:t>2</a:t>
                      </a:r>
                      <a:endParaRPr lang="ko-KR"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latinLnBrk="1"/>
                      <a:r>
                        <a:rPr lang="en-US" altLang="ko-KR" dirty="0">
                          <a:solidFill>
                            <a:schemeClr val="tx1"/>
                          </a:solidFill>
                        </a:rPr>
                        <a:t>5</a:t>
                      </a:r>
                      <a:endParaRPr lang="ko-KR"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503170102"/>
                  </a:ext>
                </a:extLst>
              </a:tr>
            </a:tbl>
          </a:graphicData>
        </a:graphic>
      </p:graphicFrame>
      <mc:AlternateContent xmlns:mc="http://schemas.openxmlformats.org/markup-compatibility/2006" xmlns:a14="http://schemas.microsoft.com/office/drawing/2010/main">
        <mc:Choice Requires="a14">
          <p:sp>
            <p:nvSpPr>
              <p:cNvPr id="17" name="직사각형 16"/>
              <p:cNvSpPr/>
              <p:nvPr/>
            </p:nvSpPr>
            <p:spPr>
              <a:xfrm>
                <a:off x="4986556" y="3360501"/>
                <a:ext cx="1656928" cy="369332"/>
              </a:xfrm>
              <a:prstGeom prst="rect">
                <a:avLst/>
              </a:prstGeom>
            </p:spPr>
            <p:txBody>
              <a:bodyPr wrap="none">
                <a:spAutoFit/>
              </a:bodyPr>
              <a:lstStyle/>
              <a:p>
                <a14:m>
                  <m:oMath xmlns:m="http://schemas.openxmlformats.org/officeDocument/2006/math">
                    <m:r>
                      <a:rPr lang="en-US" altLang="ko-KR" i="1" smtClean="0">
                        <a:solidFill>
                          <a:srgbClr val="222222"/>
                        </a:solidFill>
                        <a:latin typeface="Cambria Math" panose="02040503050406030204" pitchFamily="18" charset="0"/>
                      </a:rPr>
                      <m:t>𝑓</m:t>
                    </m:r>
                    <m:d>
                      <m:dPr>
                        <m:ctrlPr>
                          <a:rPr lang="en-US" altLang="ko-KR" i="1">
                            <a:solidFill>
                              <a:srgbClr val="222222"/>
                            </a:solidFill>
                            <a:latin typeface="Cambria Math" panose="02040503050406030204" pitchFamily="18" charset="0"/>
                          </a:rPr>
                        </m:ctrlPr>
                      </m:dPr>
                      <m:e>
                        <m:r>
                          <a:rPr lang="en-US" altLang="ko-KR" i="1">
                            <a:solidFill>
                              <a:srgbClr val="222222"/>
                            </a:solidFill>
                            <a:latin typeface="Cambria Math" panose="02040503050406030204" pitchFamily="18" charset="0"/>
                          </a:rPr>
                          <m:t>𝑥</m:t>
                        </m:r>
                      </m:e>
                    </m:d>
                    <m:r>
                      <a:rPr lang="en-US" altLang="ko-KR" b="0" i="1" smtClean="0">
                        <a:solidFill>
                          <a:srgbClr val="222222"/>
                        </a:solidFill>
                        <a:latin typeface="Cambria Math" panose="02040503050406030204" pitchFamily="18" charset="0"/>
                      </a:rPr>
                      <m:t>=2</m:t>
                    </m:r>
                    <m:r>
                      <a:rPr lang="en-US" altLang="ko-KR" b="0" i="1" smtClean="0">
                        <a:solidFill>
                          <a:srgbClr val="222222"/>
                        </a:solidFill>
                        <a:latin typeface="Cambria Math" panose="02040503050406030204" pitchFamily="18" charset="0"/>
                      </a:rPr>
                      <m:t>𝑥</m:t>
                    </m:r>
                    <m:r>
                      <a:rPr lang="en-US" altLang="ko-KR" b="0" i="1" smtClean="0">
                        <a:solidFill>
                          <a:srgbClr val="222222"/>
                        </a:solidFill>
                        <a:latin typeface="Cambria Math" panose="02040503050406030204" pitchFamily="18" charset="0"/>
                      </a:rPr>
                      <m:t>+1</m:t>
                    </m:r>
                  </m:oMath>
                </a14:m>
                <a:r>
                  <a:rPr lang="en-US" altLang="ko-KR" dirty="0">
                    <a:solidFill>
                      <a:srgbClr val="222222"/>
                    </a:solidFill>
                    <a:latin typeface="Arial Narrow" panose="020B0606020202030204" pitchFamily="34" charset="0"/>
                  </a:rPr>
                  <a:t> </a:t>
                </a:r>
                <a:endParaRPr lang="ko-KR" altLang="en-US" dirty="0"/>
              </a:p>
            </p:txBody>
          </p:sp>
        </mc:Choice>
        <mc:Fallback xmlns="">
          <p:sp>
            <p:nvSpPr>
              <p:cNvPr id="17" name="직사각형 16"/>
              <p:cNvSpPr>
                <a:spLocks noRot="1" noChangeAspect="1" noMove="1" noResize="1" noEditPoints="1" noAdjustHandles="1" noChangeArrowheads="1" noChangeShapeType="1" noTextEdit="1"/>
              </p:cNvSpPr>
              <p:nvPr/>
            </p:nvSpPr>
            <p:spPr>
              <a:xfrm>
                <a:off x="4986556" y="3360501"/>
                <a:ext cx="1656928" cy="369332"/>
              </a:xfrm>
              <a:prstGeom prst="rect">
                <a:avLst/>
              </a:prstGeom>
              <a:blipFill>
                <a:blip r:embed="rId4"/>
                <a:stretch>
                  <a:fillRect l="-1103" b="-13115"/>
                </a:stretch>
              </a:blipFill>
            </p:spPr>
            <p:txBody>
              <a:bodyPr/>
              <a:lstStyle/>
              <a:p>
                <a:r>
                  <a:rPr lang="ko-KR" altLang="en-US">
                    <a:noFill/>
                  </a:rPr>
                  <a:t> </a:t>
                </a:r>
              </a:p>
            </p:txBody>
          </p:sp>
        </mc:Fallback>
      </mc:AlternateContent>
      <p:sp>
        <p:nvSpPr>
          <p:cNvPr id="18" name="왼쪽 중괄호 17"/>
          <p:cNvSpPr/>
          <p:nvPr/>
        </p:nvSpPr>
        <p:spPr>
          <a:xfrm>
            <a:off x="5007483" y="3900185"/>
            <a:ext cx="268280" cy="2108731"/>
          </a:xfrm>
          <a:prstGeom prst="leftBrace">
            <a:avLst>
              <a:gd name="adj1" fmla="val 67563"/>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sp>
        <p:nvSpPr>
          <p:cNvPr id="21" name="왼쪽 중괄호 20"/>
          <p:cNvSpPr/>
          <p:nvPr/>
        </p:nvSpPr>
        <p:spPr>
          <a:xfrm rot="10800000">
            <a:off x="6352525" y="3891475"/>
            <a:ext cx="268280" cy="2108731"/>
          </a:xfrm>
          <a:prstGeom prst="leftBrace">
            <a:avLst>
              <a:gd name="adj1" fmla="val 67563"/>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sp>
        <p:nvSpPr>
          <p:cNvPr id="19" name="직사각형 18"/>
          <p:cNvSpPr/>
          <p:nvPr/>
        </p:nvSpPr>
        <p:spPr>
          <a:xfrm rot="16200000">
            <a:off x="4419502" y="4763268"/>
            <a:ext cx="806631" cy="369332"/>
          </a:xfrm>
          <a:prstGeom prst="rect">
            <a:avLst/>
          </a:prstGeom>
        </p:spPr>
        <p:txBody>
          <a:bodyPr wrap="none">
            <a:spAutoFit/>
          </a:bodyPr>
          <a:lstStyle/>
          <a:p>
            <a:r>
              <a:rPr lang="en-US" altLang="ko-KR" dirty="0">
                <a:solidFill>
                  <a:srgbClr val="222222"/>
                </a:solidFill>
                <a:latin typeface="Arial Narrow" panose="020B0606020202030204" pitchFamily="34" charset="0"/>
              </a:rPr>
              <a:t>domain</a:t>
            </a:r>
            <a:endParaRPr lang="ko-KR" altLang="en-US" dirty="0"/>
          </a:p>
        </p:txBody>
      </p:sp>
      <p:sp>
        <p:nvSpPr>
          <p:cNvPr id="23" name="직사각형 22"/>
          <p:cNvSpPr/>
          <p:nvPr/>
        </p:nvSpPr>
        <p:spPr>
          <a:xfrm rot="5400000">
            <a:off x="6568966" y="4743344"/>
            <a:ext cx="670376" cy="369332"/>
          </a:xfrm>
          <a:prstGeom prst="rect">
            <a:avLst/>
          </a:prstGeom>
        </p:spPr>
        <p:txBody>
          <a:bodyPr wrap="none">
            <a:spAutoFit/>
          </a:bodyPr>
          <a:lstStyle/>
          <a:p>
            <a:r>
              <a:rPr lang="en-US" altLang="ko-KR" dirty="0">
                <a:solidFill>
                  <a:srgbClr val="222222"/>
                </a:solidFill>
                <a:latin typeface="Arial Narrow" panose="020B0606020202030204" pitchFamily="34" charset="0"/>
              </a:rPr>
              <a:t>range</a:t>
            </a:r>
            <a:endParaRPr lang="ko-KR" altLang="en-US" dirty="0"/>
          </a:p>
        </p:txBody>
      </p:sp>
    </p:spTree>
    <p:extLst>
      <p:ext uri="{BB962C8B-B14F-4D97-AF65-F5344CB8AC3E}">
        <p14:creationId xmlns:p14="http://schemas.microsoft.com/office/powerpoint/2010/main" val="12528032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p:sp>
        <p:nvSpPr>
          <p:cNvPr id="9" name="직사각형 8">
            <a:extLst>
              <a:ext uri="{FF2B5EF4-FFF2-40B4-BE49-F238E27FC236}">
                <a16:creationId xmlns:a16="http://schemas.microsoft.com/office/drawing/2014/main" id="{84E735BC-AE4C-4D07-AF6F-938EFDB3D2EC}"/>
              </a:ext>
            </a:extLst>
          </p:cNvPr>
          <p:cNvSpPr/>
          <p:nvPr/>
        </p:nvSpPr>
        <p:spPr>
          <a:xfrm>
            <a:off x="328771" y="1139130"/>
            <a:ext cx="8742077" cy="1800493"/>
          </a:xfrm>
          <a:prstGeom prst="rect">
            <a:avLst/>
          </a:prstGeom>
        </p:spPr>
        <p:txBody>
          <a:bodyPr wrap="square">
            <a:spAutoFit/>
          </a:bodyPr>
          <a:lstStyle/>
          <a:p>
            <a:pPr marL="285750" indent="-28575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Why is function important in deep learning? </a:t>
            </a:r>
            <a:endParaRPr lang="en-US" altLang="ko-KR" dirty="0">
              <a:solidFill>
                <a:srgbClr val="222222"/>
              </a:solidFill>
              <a:latin typeface="Arial Narrow" panose="020B0606020202030204" pitchFamily="34" charset="0"/>
            </a:endParaRPr>
          </a:p>
          <a:p>
            <a:pPr marL="742950" lvl="1" indent="-28575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Given x as an input variable and y ​​to be predicted, finding the appropriate a and b is the simplest expression to </a:t>
            </a:r>
            <a:r>
              <a:rPr lang="en-US" altLang="ko-KR">
                <a:solidFill>
                  <a:srgbClr val="222222"/>
                </a:solidFill>
                <a:latin typeface="Arial Narrow" panose="020B0606020202030204" pitchFamily="34" charset="0"/>
              </a:rPr>
              <a:t>describe the mechanism of deep learning training.</a:t>
            </a:r>
            <a:endParaRPr lang="en-US" altLang="ko-KR" dirty="0">
              <a:solidFill>
                <a:srgbClr val="222222"/>
              </a:solidFill>
              <a:latin typeface="Arial Narrow" panose="020B0606020202030204" pitchFamily="34" charset="0"/>
            </a:endParaRPr>
          </a:p>
          <a:p>
            <a:pPr marL="742950" lvl="1" indent="-285750">
              <a:lnSpc>
                <a:spcPct val="150000"/>
              </a:lnSpc>
              <a:buFont typeface="Arial" panose="020B0604020202020204" pitchFamily="34" charset="0"/>
              <a:buChar char="•"/>
            </a:pPr>
            <a:endParaRPr lang="en-US" altLang="ko-KR" dirty="0">
              <a:solidFill>
                <a:srgbClr val="222222"/>
              </a:solidFill>
              <a:latin typeface="Arial Narrow" panose="020B0606020202030204" pitchFamily="34" charset="0"/>
            </a:endParaRPr>
          </a:p>
        </p:txBody>
      </p:sp>
      <p:grpSp>
        <p:nvGrpSpPr>
          <p:cNvPr id="11" name="그룹 10"/>
          <p:cNvGrpSpPr/>
          <p:nvPr/>
        </p:nvGrpSpPr>
        <p:grpSpPr>
          <a:xfrm>
            <a:off x="1889759" y="3092916"/>
            <a:ext cx="4659086" cy="3013166"/>
            <a:chOff x="1584959" y="3213463"/>
            <a:chExt cx="4659086" cy="3013166"/>
          </a:xfrm>
        </p:grpSpPr>
        <p:cxnSp>
          <p:nvCxnSpPr>
            <p:cNvPr id="4" name="직선 화살표 연결선 3"/>
            <p:cNvCxnSpPr/>
            <p:nvPr/>
          </p:nvCxnSpPr>
          <p:spPr>
            <a:xfrm>
              <a:off x="1584959" y="5730240"/>
              <a:ext cx="4659086" cy="0"/>
            </a:xfrm>
            <a:prstGeom prst="straightConnector1">
              <a:avLst/>
            </a:prstGeom>
            <a:ln w="15875">
              <a:tailEnd type="triangle"/>
            </a:ln>
          </p:spPr>
          <p:style>
            <a:lnRef idx="1">
              <a:schemeClr val="dk1"/>
            </a:lnRef>
            <a:fillRef idx="0">
              <a:schemeClr val="dk1"/>
            </a:fillRef>
            <a:effectRef idx="0">
              <a:schemeClr val="dk1"/>
            </a:effectRef>
            <a:fontRef idx="minor">
              <a:schemeClr val="tx1"/>
            </a:fontRef>
          </p:style>
        </p:cxnSp>
        <p:cxnSp>
          <p:nvCxnSpPr>
            <p:cNvPr id="7" name="직선 화살표 연결선 6"/>
            <p:cNvCxnSpPr/>
            <p:nvPr/>
          </p:nvCxnSpPr>
          <p:spPr>
            <a:xfrm flipV="1">
              <a:off x="2063931" y="3213463"/>
              <a:ext cx="0" cy="3013166"/>
            </a:xfrm>
            <a:prstGeom prst="straightConnector1">
              <a:avLst/>
            </a:prstGeom>
            <a:ln w="15875">
              <a:tailEnd type="triangle"/>
            </a:ln>
          </p:spPr>
          <p:style>
            <a:lnRef idx="1">
              <a:schemeClr val="dk1"/>
            </a:lnRef>
            <a:fillRef idx="0">
              <a:schemeClr val="dk1"/>
            </a:fillRef>
            <a:effectRef idx="0">
              <a:schemeClr val="dk1"/>
            </a:effectRef>
            <a:fontRef idx="minor">
              <a:schemeClr val="tx1"/>
            </a:fontRef>
          </p:style>
        </p:cxnSp>
      </p:grpSp>
      <p:sp>
        <p:nvSpPr>
          <p:cNvPr id="13" name="자유형 12"/>
          <p:cNvSpPr/>
          <p:nvPr/>
        </p:nvSpPr>
        <p:spPr>
          <a:xfrm>
            <a:off x="2386149" y="3396343"/>
            <a:ext cx="4258491" cy="2143789"/>
          </a:xfrm>
          <a:custGeom>
            <a:avLst/>
            <a:gdLst>
              <a:gd name="connsiteX0" fmla="*/ 0 w 4258491"/>
              <a:gd name="connsiteY0" fmla="*/ 557348 h 2143789"/>
              <a:gd name="connsiteX1" fmla="*/ 365760 w 4258491"/>
              <a:gd name="connsiteY1" fmla="*/ 121920 h 2143789"/>
              <a:gd name="connsiteX2" fmla="*/ 766354 w 4258491"/>
              <a:gd name="connsiteY2" fmla="*/ 1018903 h 2143789"/>
              <a:gd name="connsiteX3" fmla="*/ 1271451 w 4258491"/>
              <a:gd name="connsiteY3" fmla="*/ 844731 h 2143789"/>
              <a:gd name="connsiteX4" fmla="*/ 1837508 w 4258491"/>
              <a:gd name="connsiteY4" fmla="*/ 2142308 h 2143789"/>
              <a:gd name="connsiteX5" fmla="*/ 2473234 w 4258491"/>
              <a:gd name="connsiteY5" fmla="*/ 1114697 h 2143789"/>
              <a:gd name="connsiteX6" fmla="*/ 2760617 w 4258491"/>
              <a:gd name="connsiteY6" fmla="*/ 1672046 h 2143789"/>
              <a:gd name="connsiteX7" fmla="*/ 3352800 w 4258491"/>
              <a:gd name="connsiteY7" fmla="*/ 409303 h 2143789"/>
              <a:gd name="connsiteX8" fmla="*/ 3753394 w 4258491"/>
              <a:gd name="connsiteY8" fmla="*/ 1018903 h 2143789"/>
              <a:gd name="connsiteX9" fmla="*/ 4258491 w 4258491"/>
              <a:gd name="connsiteY9" fmla="*/ 0 h 2143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258491" h="2143789">
                <a:moveTo>
                  <a:pt x="0" y="557348"/>
                </a:moveTo>
                <a:cubicBezTo>
                  <a:pt x="119017" y="301171"/>
                  <a:pt x="238034" y="44994"/>
                  <a:pt x="365760" y="121920"/>
                </a:cubicBezTo>
                <a:cubicBezTo>
                  <a:pt x="493486" y="198846"/>
                  <a:pt x="615406" y="898435"/>
                  <a:pt x="766354" y="1018903"/>
                </a:cubicBezTo>
                <a:cubicBezTo>
                  <a:pt x="917303" y="1139372"/>
                  <a:pt x="1092925" y="657497"/>
                  <a:pt x="1271451" y="844731"/>
                </a:cubicBezTo>
                <a:cubicBezTo>
                  <a:pt x="1449977" y="1031965"/>
                  <a:pt x="1637211" y="2097314"/>
                  <a:pt x="1837508" y="2142308"/>
                </a:cubicBezTo>
                <a:cubicBezTo>
                  <a:pt x="2037805" y="2187302"/>
                  <a:pt x="2319383" y="1193074"/>
                  <a:pt x="2473234" y="1114697"/>
                </a:cubicBezTo>
                <a:cubicBezTo>
                  <a:pt x="2627085" y="1036320"/>
                  <a:pt x="2614023" y="1789612"/>
                  <a:pt x="2760617" y="1672046"/>
                </a:cubicBezTo>
                <a:cubicBezTo>
                  <a:pt x="2907211" y="1554480"/>
                  <a:pt x="3187337" y="518160"/>
                  <a:pt x="3352800" y="409303"/>
                </a:cubicBezTo>
                <a:cubicBezTo>
                  <a:pt x="3518263" y="300446"/>
                  <a:pt x="3602446" y="1087120"/>
                  <a:pt x="3753394" y="1018903"/>
                </a:cubicBezTo>
                <a:cubicBezTo>
                  <a:pt x="3904342" y="950686"/>
                  <a:pt x="4081416" y="475343"/>
                  <a:pt x="4258491" y="0"/>
                </a:cubicBezTo>
              </a:path>
            </a:pathLst>
          </a:custGeom>
          <a:no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p:cNvSpPr/>
          <p:nvPr/>
        </p:nvSpPr>
        <p:spPr>
          <a:xfrm>
            <a:off x="5895886" y="5636189"/>
            <a:ext cx="670376" cy="369332"/>
          </a:xfrm>
          <a:prstGeom prst="rect">
            <a:avLst/>
          </a:prstGeom>
        </p:spPr>
        <p:txBody>
          <a:bodyPr wrap="none">
            <a:spAutoFit/>
          </a:bodyPr>
          <a:lstStyle/>
          <a:p>
            <a:r>
              <a:rPr lang="en-US" altLang="ko-KR" i="1" dirty="0">
                <a:solidFill>
                  <a:srgbClr val="222222"/>
                </a:solidFill>
                <a:latin typeface="Arial Narrow" panose="020B0606020202030204" pitchFamily="34" charset="0"/>
              </a:rPr>
              <a:t>a or b</a:t>
            </a:r>
            <a:endParaRPr lang="ko-KR" altLang="en-US" i="1" dirty="0"/>
          </a:p>
        </p:txBody>
      </p:sp>
      <p:sp>
        <p:nvSpPr>
          <p:cNvPr id="17" name="직사각형 16"/>
          <p:cNvSpPr/>
          <p:nvPr/>
        </p:nvSpPr>
        <p:spPr>
          <a:xfrm>
            <a:off x="1739770" y="3179198"/>
            <a:ext cx="585417" cy="369332"/>
          </a:xfrm>
          <a:prstGeom prst="rect">
            <a:avLst/>
          </a:prstGeom>
        </p:spPr>
        <p:txBody>
          <a:bodyPr wrap="none">
            <a:spAutoFit/>
          </a:bodyPr>
          <a:lstStyle/>
          <a:p>
            <a:r>
              <a:rPr lang="en-US" altLang="ko-KR" i="1" dirty="0">
                <a:solidFill>
                  <a:srgbClr val="222222"/>
                </a:solidFill>
                <a:latin typeface="Arial Narrow" panose="020B0606020202030204" pitchFamily="34" charset="0"/>
              </a:rPr>
              <a:t>Loss</a:t>
            </a:r>
            <a:endParaRPr lang="ko-KR" altLang="en-US" i="1" dirty="0"/>
          </a:p>
        </p:txBody>
      </p:sp>
      <p:sp>
        <p:nvSpPr>
          <p:cNvPr id="15" name="도넛 14"/>
          <p:cNvSpPr/>
          <p:nvPr/>
        </p:nvSpPr>
        <p:spPr>
          <a:xfrm>
            <a:off x="4141833" y="5435305"/>
            <a:ext cx="200297" cy="184253"/>
          </a:xfrm>
          <a:prstGeom prst="donut">
            <a:avLst>
              <a:gd name="adj" fmla="val 14661"/>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16" name="직사각형 15"/>
          <p:cNvSpPr/>
          <p:nvPr/>
        </p:nvSpPr>
        <p:spPr>
          <a:xfrm>
            <a:off x="3837072" y="5583198"/>
            <a:ext cx="862737" cy="338554"/>
          </a:xfrm>
          <a:prstGeom prst="rect">
            <a:avLst/>
          </a:prstGeom>
        </p:spPr>
        <p:txBody>
          <a:bodyPr wrap="none">
            <a:spAutoFit/>
          </a:bodyPr>
          <a:lstStyle/>
          <a:p>
            <a:r>
              <a:rPr lang="en-US" altLang="ko-KR" sz="1600" i="1" dirty="0">
                <a:solidFill>
                  <a:schemeClr val="accent2">
                    <a:lumMod val="75000"/>
                  </a:schemeClr>
                </a:solidFill>
                <a:latin typeface="Arial Narrow" panose="020B0606020202030204" pitchFamily="34" charset="0"/>
              </a:rPr>
              <a:t>minimum</a:t>
            </a:r>
            <a:endParaRPr lang="ko-KR" altLang="en-US" sz="1600" i="1" dirty="0">
              <a:solidFill>
                <a:schemeClr val="accent2">
                  <a:lumMod val="75000"/>
                </a:schemeClr>
              </a:solidFill>
            </a:endParaRPr>
          </a:p>
        </p:txBody>
      </p:sp>
    </p:spTree>
    <p:extLst>
      <p:ext uri="{BB962C8B-B14F-4D97-AF65-F5344CB8AC3E}">
        <p14:creationId xmlns:p14="http://schemas.microsoft.com/office/powerpoint/2010/main" val="20875732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mc:AlternateContent xmlns:mc="http://schemas.openxmlformats.org/markup-compatibility/2006" xmlns:a14="http://schemas.microsoft.com/office/drawing/2010/main">
        <mc:Choice Requires="a14">
          <p:sp>
            <p:nvSpPr>
              <p:cNvPr id="9" name="직사각형 8">
                <a:extLst>
                  <a:ext uri="{FF2B5EF4-FFF2-40B4-BE49-F238E27FC236}">
                    <a16:creationId xmlns:a16="http://schemas.microsoft.com/office/drawing/2014/main" id="{84E735BC-AE4C-4D07-AF6F-938EFDB3D2EC}"/>
                  </a:ext>
                </a:extLst>
              </p:cNvPr>
              <p:cNvSpPr/>
              <p:nvPr/>
            </p:nvSpPr>
            <p:spPr>
              <a:xfrm>
                <a:off x="328771" y="1139130"/>
                <a:ext cx="8742077" cy="2215991"/>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What is linear function?</a:t>
                </a:r>
              </a:p>
              <a:p>
                <a:pPr marL="800100" lvl="1" indent="-34290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The form in which x is expressed as a linear expression with respect to y</a:t>
                </a:r>
              </a:p>
              <a:p>
                <a:pPr marL="800100" lvl="1" indent="-342900">
                  <a:lnSpc>
                    <a:spcPct val="150000"/>
                  </a:lnSpc>
                  <a:buFont typeface="Arial" panose="020B0604020202020204" pitchFamily="34" charset="0"/>
                  <a:buChar char="•"/>
                </a:pPr>
                <a14:m>
                  <m:oMath xmlns:m="http://schemas.openxmlformats.org/officeDocument/2006/math">
                    <m:r>
                      <a:rPr lang="en-US" altLang="ko-KR" b="0" i="1" smtClean="0">
                        <a:solidFill>
                          <a:srgbClr val="222222"/>
                        </a:solidFill>
                        <a:latin typeface="Cambria Math" panose="02040503050406030204" pitchFamily="18" charset="0"/>
                      </a:rPr>
                      <m:t>𝑦</m:t>
                    </m:r>
                    <m:r>
                      <a:rPr lang="en-US" altLang="ko-KR" b="0" i="1" smtClean="0">
                        <a:solidFill>
                          <a:srgbClr val="222222"/>
                        </a:solidFill>
                        <a:latin typeface="Cambria Math" panose="02040503050406030204" pitchFamily="18" charset="0"/>
                      </a:rPr>
                      <m:t>=</m:t>
                    </m:r>
                    <m:r>
                      <a:rPr lang="en-US" altLang="ko-KR" b="0" i="1" smtClean="0">
                        <a:solidFill>
                          <a:srgbClr val="222222"/>
                        </a:solidFill>
                        <a:latin typeface="Cambria Math" panose="02040503050406030204" pitchFamily="18" charset="0"/>
                      </a:rPr>
                      <m:t>𝑎𝑥</m:t>
                    </m:r>
                    <m:r>
                      <a:rPr lang="en-US" altLang="ko-KR" b="0" i="1" smtClean="0">
                        <a:solidFill>
                          <a:srgbClr val="222222"/>
                        </a:solidFill>
                        <a:latin typeface="Cambria Math" panose="02040503050406030204" pitchFamily="18" charset="0"/>
                      </a:rPr>
                      <m:t>+</m:t>
                    </m:r>
                    <m:r>
                      <a:rPr lang="en-US" altLang="ko-KR" b="0" i="1" smtClean="0">
                        <a:solidFill>
                          <a:srgbClr val="222222"/>
                        </a:solidFill>
                        <a:latin typeface="Cambria Math" panose="02040503050406030204" pitchFamily="18" charset="0"/>
                      </a:rPr>
                      <m:t>𝑏</m:t>
                    </m:r>
                    <m:r>
                      <a:rPr lang="en-US" altLang="ko-KR" b="0" i="1" smtClean="0">
                        <a:solidFill>
                          <a:srgbClr val="222222"/>
                        </a:solidFill>
                        <a:latin typeface="Cambria Math" panose="02040503050406030204" pitchFamily="18" charset="0"/>
                      </a:rPr>
                      <m:t>(</m:t>
                    </m:r>
                    <m:r>
                      <a:rPr lang="en-US" altLang="ko-KR" b="0" i="1" smtClean="0">
                        <a:solidFill>
                          <a:srgbClr val="222222"/>
                        </a:solidFill>
                        <a:latin typeface="Cambria Math" panose="02040503050406030204" pitchFamily="18" charset="0"/>
                      </a:rPr>
                      <m:t>𝑎</m:t>
                    </m:r>
                    <m:r>
                      <a:rPr lang="en-US" altLang="ko-KR" b="0" i="1" smtClean="0">
                        <a:solidFill>
                          <a:srgbClr val="222222"/>
                        </a:solidFill>
                        <a:latin typeface="Cambria Math" panose="02040503050406030204" pitchFamily="18" charset="0"/>
                      </a:rPr>
                      <m:t>≠0)</m:t>
                    </m:r>
                  </m:oMath>
                </a14:m>
                <a:endParaRPr lang="en-US" altLang="ko-KR" b="0" dirty="0">
                  <a:solidFill>
                    <a:srgbClr val="222222"/>
                  </a:solidFill>
                  <a:latin typeface="Arial Narrow" panose="020B0606020202030204" pitchFamily="34" charset="0"/>
                </a:endParaRPr>
              </a:p>
              <a:p>
                <a:pPr marL="800100" lvl="1" indent="-342900">
                  <a:lnSpc>
                    <a:spcPct val="150000"/>
                  </a:lnSpc>
                  <a:buFont typeface="Arial" panose="020B0604020202020204" pitchFamily="34" charset="0"/>
                  <a:buChar char="•"/>
                </a:pPr>
                <a14:m>
                  <m:oMath xmlns:m="http://schemas.openxmlformats.org/officeDocument/2006/math">
                    <m:r>
                      <a:rPr lang="ko-KR" altLang="en-US" i="1">
                        <a:solidFill>
                          <a:srgbClr val="222222"/>
                        </a:solidFill>
                        <a:latin typeface="Cambria Math" panose="02040503050406030204" pitchFamily="18" charset="0"/>
                      </a:rPr>
                      <m:t>𝛼</m:t>
                    </m:r>
                  </m:oMath>
                </a14:m>
                <a:r>
                  <a:rPr lang="en-US" altLang="ko-KR" dirty="0">
                    <a:solidFill>
                      <a:srgbClr val="222222"/>
                    </a:solidFill>
                    <a:latin typeface="Arial Narrow" panose="020B0606020202030204" pitchFamily="34" charset="0"/>
                  </a:rPr>
                  <a:t> must be nonzero </a:t>
                </a:r>
              </a:p>
              <a:p>
                <a:pPr marL="800100" lvl="1" indent="-342900">
                  <a:lnSpc>
                    <a:spcPct val="150000"/>
                  </a:lnSpc>
                  <a:buFont typeface="Arial" panose="020B0604020202020204" pitchFamily="34" charset="0"/>
                  <a:buChar char="•"/>
                </a:pPr>
                <a14:m>
                  <m:oMath xmlns:m="http://schemas.openxmlformats.org/officeDocument/2006/math">
                    <m:r>
                      <a:rPr lang="ko-KR" altLang="en-US" i="1">
                        <a:solidFill>
                          <a:srgbClr val="222222"/>
                        </a:solidFill>
                        <a:latin typeface="Cambria Math" panose="02040503050406030204" pitchFamily="18" charset="0"/>
                      </a:rPr>
                      <m:t>𝛼</m:t>
                    </m:r>
                  </m:oMath>
                </a14:m>
                <a:r>
                  <a:rPr lang="en-US" altLang="ko-KR" sz="1800" dirty="0">
                    <a:solidFill>
                      <a:srgbClr val="222222"/>
                    </a:solidFill>
                    <a:latin typeface="Arial Narrow" panose="020B0606020202030204" pitchFamily="34" charset="0"/>
                  </a:rPr>
                  <a:t> is the slope and </a:t>
                </a:r>
                <a:r>
                  <a:rPr lang="en-US" altLang="ko-KR" sz="1800" i="1" dirty="0">
                    <a:solidFill>
                      <a:srgbClr val="222222"/>
                    </a:solidFill>
                    <a:latin typeface="Arial Narrow" panose="020B0606020202030204" pitchFamily="34" charset="0"/>
                  </a:rPr>
                  <a:t>b</a:t>
                </a:r>
                <a:r>
                  <a:rPr lang="en-US" altLang="ko-KR" sz="1800" dirty="0">
                    <a:solidFill>
                      <a:srgbClr val="222222"/>
                    </a:solidFill>
                    <a:latin typeface="Arial Narrow" panose="020B0606020202030204" pitchFamily="34" charset="0"/>
                  </a:rPr>
                  <a:t> is the intercept.</a:t>
                </a:r>
                <a:endParaRPr lang="en-US" altLang="ko-KR" dirty="0">
                  <a:solidFill>
                    <a:srgbClr val="222222"/>
                  </a:solidFill>
                  <a:latin typeface="Arial Narrow" panose="020B0606020202030204" pitchFamily="34" charset="0"/>
                </a:endParaRPr>
              </a:p>
            </p:txBody>
          </p:sp>
        </mc:Choice>
        <mc:Fallback xmlns="">
          <p:sp>
            <p:nvSpPr>
              <p:cNvPr id="9" name="직사각형 8">
                <a:extLst>
                  <a:ext uri="{FF2B5EF4-FFF2-40B4-BE49-F238E27FC236}">
                    <a16:creationId xmlns:a16="http://schemas.microsoft.com/office/drawing/2014/main" id="{84E735BC-AE4C-4D07-AF6F-938EFDB3D2EC}"/>
                  </a:ext>
                </a:extLst>
              </p:cNvPr>
              <p:cNvSpPr>
                <a:spLocks noRot="1" noChangeAspect="1" noMove="1" noResize="1" noEditPoints="1" noAdjustHandles="1" noChangeArrowheads="1" noChangeShapeType="1" noTextEdit="1"/>
              </p:cNvSpPr>
              <p:nvPr/>
            </p:nvSpPr>
            <p:spPr>
              <a:xfrm>
                <a:off x="328771" y="1139130"/>
                <a:ext cx="8742077" cy="2215991"/>
              </a:xfrm>
              <a:prstGeom prst="rect">
                <a:avLst/>
              </a:prstGeom>
              <a:blipFill>
                <a:blip r:embed="rId3"/>
                <a:stretch>
                  <a:fillRect l="-628" b="-1377"/>
                </a:stretch>
              </a:blipFill>
            </p:spPr>
            <p:txBody>
              <a:bodyPr/>
              <a:lstStyle/>
              <a:p>
                <a:r>
                  <a:rPr lang="ko-KR" altLang="en-US">
                    <a:noFill/>
                  </a:rPr>
                  <a:t> </a:t>
                </a:r>
              </a:p>
            </p:txBody>
          </p:sp>
        </mc:Fallback>
      </mc:AlternateContent>
      <p:grpSp>
        <p:nvGrpSpPr>
          <p:cNvPr id="3" name="그룹 2">
            <a:extLst>
              <a:ext uri="{FF2B5EF4-FFF2-40B4-BE49-F238E27FC236}">
                <a16:creationId xmlns:a16="http://schemas.microsoft.com/office/drawing/2014/main" id="{A7212FBD-B3F6-46F1-B65B-68B481EB77F0}"/>
              </a:ext>
            </a:extLst>
          </p:cNvPr>
          <p:cNvGrpSpPr/>
          <p:nvPr/>
        </p:nvGrpSpPr>
        <p:grpSpPr>
          <a:xfrm>
            <a:off x="4699809" y="2432471"/>
            <a:ext cx="3711702" cy="3202782"/>
            <a:chOff x="3448050" y="2786897"/>
            <a:chExt cx="5150358" cy="4000500"/>
          </a:xfrm>
        </p:grpSpPr>
        <p:pic>
          <p:nvPicPr>
            <p:cNvPr id="6" name="그림 5">
              <a:extLst>
                <a:ext uri="{FF2B5EF4-FFF2-40B4-BE49-F238E27FC236}">
                  <a16:creationId xmlns:a16="http://schemas.microsoft.com/office/drawing/2014/main" id="{D5CAB0DB-70A9-4F95-BD88-AAA5A6A91DC2}"/>
                </a:ext>
              </a:extLst>
            </p:cNvPr>
            <p:cNvPicPr>
              <a:picLocks noChangeAspect="1"/>
            </p:cNvPicPr>
            <p:nvPr/>
          </p:nvPicPr>
          <p:blipFill>
            <a:blip r:embed="rId4"/>
            <a:stretch>
              <a:fillRect/>
            </a:stretch>
          </p:blipFill>
          <p:spPr>
            <a:xfrm>
              <a:off x="3448050" y="2786897"/>
              <a:ext cx="4610100" cy="4000500"/>
            </a:xfrm>
            <a:prstGeom prst="rect">
              <a:avLst/>
            </a:prstGeom>
          </p:spPr>
        </p:pic>
        <p:sp>
          <p:nvSpPr>
            <p:cNvPr id="7" name="TextBox 6">
              <a:extLst>
                <a:ext uri="{FF2B5EF4-FFF2-40B4-BE49-F238E27FC236}">
                  <a16:creationId xmlns:a16="http://schemas.microsoft.com/office/drawing/2014/main" id="{46EE5120-34C5-4A26-A123-5F64703C2C48}"/>
                </a:ext>
              </a:extLst>
            </p:cNvPr>
            <p:cNvSpPr txBox="1"/>
            <p:nvPr/>
          </p:nvSpPr>
          <p:spPr>
            <a:xfrm>
              <a:off x="6239256" y="4037408"/>
              <a:ext cx="2359152" cy="384435"/>
            </a:xfrm>
            <a:prstGeom prst="rect">
              <a:avLst/>
            </a:prstGeom>
            <a:noFill/>
          </p:spPr>
          <p:txBody>
            <a:bodyPr wrap="square">
              <a:spAutoFit/>
            </a:bodyPr>
            <a:lstStyle/>
            <a:p>
              <a:r>
                <a:rPr lang="en-US" altLang="ko-KR" sz="1400" dirty="0"/>
                <a:t>Increment of y value</a:t>
              </a:r>
            </a:p>
          </p:txBody>
        </p:sp>
        <p:sp>
          <p:nvSpPr>
            <p:cNvPr id="10" name="TextBox 9">
              <a:extLst>
                <a:ext uri="{FF2B5EF4-FFF2-40B4-BE49-F238E27FC236}">
                  <a16:creationId xmlns:a16="http://schemas.microsoft.com/office/drawing/2014/main" id="{6DB70B46-3189-4A7D-A1E4-ED53075C27DD}"/>
                </a:ext>
              </a:extLst>
            </p:cNvPr>
            <p:cNvSpPr txBox="1"/>
            <p:nvPr/>
          </p:nvSpPr>
          <p:spPr>
            <a:xfrm>
              <a:off x="4709922" y="4788867"/>
              <a:ext cx="2359152" cy="384435"/>
            </a:xfrm>
            <a:prstGeom prst="rect">
              <a:avLst/>
            </a:prstGeom>
            <a:noFill/>
          </p:spPr>
          <p:txBody>
            <a:bodyPr wrap="square">
              <a:spAutoFit/>
            </a:bodyPr>
            <a:lstStyle/>
            <a:p>
              <a:r>
                <a:rPr lang="en-US" altLang="ko-KR" sz="1400" dirty="0"/>
                <a:t>Increment of x value</a:t>
              </a:r>
            </a:p>
          </p:txBody>
        </p:sp>
      </p:grpSp>
    </p:spTree>
    <p:extLst>
      <p:ext uri="{BB962C8B-B14F-4D97-AF65-F5344CB8AC3E}">
        <p14:creationId xmlns:p14="http://schemas.microsoft.com/office/powerpoint/2010/main" val="14555094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mc:AlternateContent xmlns:mc="http://schemas.openxmlformats.org/markup-compatibility/2006" xmlns:a14="http://schemas.microsoft.com/office/drawing/2010/main">
        <mc:Choice Requires="a14">
          <p:sp>
            <p:nvSpPr>
              <p:cNvPr id="9" name="직사각형 8">
                <a:extLst>
                  <a:ext uri="{FF2B5EF4-FFF2-40B4-BE49-F238E27FC236}">
                    <a16:creationId xmlns:a16="http://schemas.microsoft.com/office/drawing/2014/main" id="{84E735BC-AE4C-4D07-AF6F-938EFDB3D2EC}"/>
                  </a:ext>
                </a:extLst>
              </p:cNvPr>
              <p:cNvSpPr/>
              <p:nvPr/>
            </p:nvSpPr>
            <p:spPr>
              <a:xfrm>
                <a:off x="328771" y="1139130"/>
                <a:ext cx="8742077" cy="2215991"/>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What is quadratic function?</a:t>
                </a:r>
              </a:p>
              <a:p>
                <a:pPr marL="800100" lvl="1" indent="-34290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The  form in which y is quadratic with respect to x</a:t>
                </a:r>
                <a:endParaRPr lang="en-US" altLang="ko-KR" b="0" i="1" dirty="0">
                  <a:solidFill>
                    <a:srgbClr val="222222"/>
                  </a:solidFill>
                  <a:latin typeface="Arial Narrow" panose="020B0606020202030204" pitchFamily="34" charset="0"/>
                </a:endParaRPr>
              </a:p>
              <a:p>
                <a:pPr marL="800100" lvl="1" indent="-342900">
                  <a:lnSpc>
                    <a:spcPct val="150000"/>
                  </a:lnSpc>
                  <a:buFont typeface="Arial" panose="020B0604020202020204" pitchFamily="34" charset="0"/>
                  <a:buChar char="•"/>
                </a:pPr>
                <a14:m>
                  <m:oMath xmlns:m="http://schemas.openxmlformats.org/officeDocument/2006/math">
                    <m:r>
                      <a:rPr lang="en-US" altLang="ko-KR" b="0" i="1" smtClean="0">
                        <a:solidFill>
                          <a:srgbClr val="222222"/>
                        </a:solidFill>
                        <a:latin typeface="Cambria Math" panose="02040503050406030204" pitchFamily="18" charset="0"/>
                      </a:rPr>
                      <m:t>𝑦</m:t>
                    </m:r>
                    <m:r>
                      <a:rPr lang="en-US" altLang="ko-KR" b="0" i="1" smtClean="0">
                        <a:solidFill>
                          <a:srgbClr val="222222"/>
                        </a:solidFill>
                        <a:latin typeface="Cambria Math" panose="02040503050406030204" pitchFamily="18" charset="0"/>
                      </a:rPr>
                      <m:t>=</m:t>
                    </m:r>
                    <m:r>
                      <a:rPr lang="en-US" altLang="ko-KR" b="0" i="1" smtClean="0">
                        <a:solidFill>
                          <a:srgbClr val="222222"/>
                        </a:solidFill>
                        <a:latin typeface="Cambria Math" panose="02040503050406030204" pitchFamily="18" charset="0"/>
                      </a:rPr>
                      <m:t>𝑎</m:t>
                    </m:r>
                    <m:sSup>
                      <m:sSupPr>
                        <m:ctrlPr>
                          <a:rPr lang="en-US" altLang="ko-KR" b="0" i="1" smtClean="0">
                            <a:solidFill>
                              <a:srgbClr val="222222"/>
                            </a:solidFill>
                            <a:latin typeface="Cambria Math" panose="02040503050406030204" pitchFamily="18" charset="0"/>
                          </a:rPr>
                        </m:ctrlPr>
                      </m:sSupPr>
                      <m:e>
                        <m:r>
                          <a:rPr lang="en-US" altLang="ko-KR" b="0" i="1" smtClean="0">
                            <a:solidFill>
                              <a:srgbClr val="222222"/>
                            </a:solidFill>
                            <a:latin typeface="Cambria Math" panose="02040503050406030204" pitchFamily="18" charset="0"/>
                          </a:rPr>
                          <m:t>𝑥</m:t>
                        </m:r>
                      </m:e>
                      <m:sup>
                        <m:r>
                          <a:rPr lang="en-US" altLang="ko-KR" b="0" i="1" smtClean="0">
                            <a:solidFill>
                              <a:srgbClr val="222222"/>
                            </a:solidFill>
                            <a:latin typeface="Cambria Math" panose="02040503050406030204" pitchFamily="18" charset="0"/>
                          </a:rPr>
                          <m:t>2</m:t>
                        </m:r>
                      </m:sup>
                    </m:sSup>
                    <m:r>
                      <a:rPr lang="en-US" altLang="ko-KR" b="0" i="1" smtClean="0">
                        <a:solidFill>
                          <a:srgbClr val="222222"/>
                        </a:solidFill>
                        <a:latin typeface="Cambria Math" panose="02040503050406030204" pitchFamily="18" charset="0"/>
                      </a:rPr>
                      <m:t> (</m:t>
                    </m:r>
                    <m:r>
                      <a:rPr lang="en-US" altLang="ko-KR" b="0" i="1" smtClean="0">
                        <a:solidFill>
                          <a:srgbClr val="222222"/>
                        </a:solidFill>
                        <a:latin typeface="Cambria Math" panose="02040503050406030204" pitchFamily="18" charset="0"/>
                      </a:rPr>
                      <m:t>𝑎</m:t>
                    </m:r>
                    <m:r>
                      <a:rPr lang="en-US" altLang="ko-KR" b="0" i="1" smtClean="0">
                        <a:solidFill>
                          <a:srgbClr val="222222"/>
                        </a:solidFill>
                        <a:latin typeface="Cambria Math" panose="02040503050406030204" pitchFamily="18" charset="0"/>
                      </a:rPr>
                      <m:t>≠0)</m:t>
                    </m:r>
                  </m:oMath>
                </a14:m>
                <a:endParaRPr lang="en-US" altLang="ko-KR" b="0" dirty="0">
                  <a:solidFill>
                    <a:srgbClr val="222222"/>
                  </a:solidFill>
                  <a:latin typeface="Arial Narrow" panose="020B0606020202030204" pitchFamily="34" charset="0"/>
                </a:endParaRPr>
              </a:p>
              <a:p>
                <a:pPr marL="800100" lvl="1" indent="-342900">
                  <a:lnSpc>
                    <a:spcPct val="150000"/>
                  </a:lnSpc>
                  <a:buFont typeface="Arial" panose="020B0604020202020204" pitchFamily="34" charset="0"/>
                  <a:buChar char="•"/>
                </a:pPr>
                <a14:m>
                  <m:oMath xmlns:m="http://schemas.openxmlformats.org/officeDocument/2006/math">
                    <m:r>
                      <a:rPr lang="ko-KR" altLang="en-US" i="1" smtClean="0">
                        <a:solidFill>
                          <a:srgbClr val="222222"/>
                        </a:solidFill>
                        <a:latin typeface="Cambria Math" panose="02040503050406030204" pitchFamily="18" charset="0"/>
                      </a:rPr>
                      <m:t>𝛼</m:t>
                    </m:r>
                  </m:oMath>
                </a14:m>
                <a:r>
                  <a:rPr lang="en-US" altLang="ko-KR" dirty="0">
                    <a:solidFill>
                      <a:srgbClr val="222222"/>
                    </a:solidFill>
                    <a:latin typeface="Arial Narrow" panose="020B0606020202030204" pitchFamily="34" charset="0"/>
                  </a:rPr>
                  <a:t> must be nonzero </a:t>
                </a:r>
              </a:p>
              <a:p>
                <a:pPr marL="800100" lvl="1" indent="-342900">
                  <a:lnSpc>
                    <a:spcPct val="150000"/>
                  </a:lnSpc>
                  <a:buFont typeface="Arial" panose="020B0604020202020204" pitchFamily="34" charset="0"/>
                  <a:buChar char="•"/>
                </a:pPr>
                <a:r>
                  <a:rPr lang="en-US" altLang="ko-KR" sz="1800" dirty="0">
                    <a:solidFill>
                      <a:srgbClr val="222222"/>
                    </a:solidFill>
                    <a:latin typeface="Arial Narrow" panose="020B0606020202030204" pitchFamily="34" charset="0"/>
                  </a:rPr>
                  <a:t>If </a:t>
                </a:r>
                <a14:m>
                  <m:oMath xmlns:m="http://schemas.openxmlformats.org/officeDocument/2006/math">
                    <m:r>
                      <a:rPr lang="ko-KR" altLang="en-US" i="1">
                        <a:solidFill>
                          <a:srgbClr val="222222"/>
                        </a:solidFill>
                        <a:latin typeface="Cambria Math" panose="02040503050406030204" pitchFamily="18" charset="0"/>
                      </a:rPr>
                      <m:t>𝛼</m:t>
                    </m:r>
                  </m:oMath>
                </a14:m>
                <a:r>
                  <a:rPr lang="en-US" altLang="ko-KR" sz="1800" dirty="0">
                    <a:solidFill>
                      <a:srgbClr val="222222"/>
                    </a:solidFill>
                    <a:latin typeface="Arial Narrow" panose="020B0606020202030204" pitchFamily="34" charset="0"/>
                  </a:rPr>
                  <a:t> &gt; 0, the graph is convex downwards</a:t>
                </a:r>
                <a:endParaRPr lang="en-US" altLang="ko-KR" dirty="0">
                  <a:solidFill>
                    <a:srgbClr val="222222"/>
                  </a:solidFill>
                  <a:latin typeface="Arial Narrow" panose="020B0606020202030204" pitchFamily="34" charset="0"/>
                </a:endParaRPr>
              </a:p>
            </p:txBody>
          </p:sp>
        </mc:Choice>
        <mc:Fallback xmlns="">
          <p:sp>
            <p:nvSpPr>
              <p:cNvPr id="9" name="직사각형 8">
                <a:extLst>
                  <a:ext uri="{FF2B5EF4-FFF2-40B4-BE49-F238E27FC236}">
                    <a16:creationId xmlns:a16="http://schemas.microsoft.com/office/drawing/2014/main" id="{84E735BC-AE4C-4D07-AF6F-938EFDB3D2EC}"/>
                  </a:ext>
                </a:extLst>
              </p:cNvPr>
              <p:cNvSpPr>
                <a:spLocks noRot="1" noChangeAspect="1" noMove="1" noResize="1" noEditPoints="1" noAdjustHandles="1" noChangeArrowheads="1" noChangeShapeType="1" noTextEdit="1"/>
              </p:cNvSpPr>
              <p:nvPr/>
            </p:nvSpPr>
            <p:spPr>
              <a:xfrm>
                <a:off x="328771" y="1139130"/>
                <a:ext cx="8742077" cy="2215991"/>
              </a:xfrm>
              <a:prstGeom prst="rect">
                <a:avLst/>
              </a:prstGeom>
              <a:blipFill>
                <a:blip r:embed="rId3"/>
                <a:stretch>
                  <a:fillRect l="-628" b="-1377"/>
                </a:stretch>
              </a:blipFill>
            </p:spPr>
            <p:txBody>
              <a:bodyPr/>
              <a:lstStyle/>
              <a:p>
                <a:r>
                  <a:rPr lang="ko-KR" altLang="en-US">
                    <a:noFill/>
                  </a:rPr>
                  <a:t> </a:t>
                </a:r>
              </a:p>
            </p:txBody>
          </p:sp>
        </mc:Fallback>
      </mc:AlternateContent>
      <p:pic>
        <p:nvPicPr>
          <p:cNvPr id="12" name="Picture 3">
            <a:extLst>
              <a:ext uri="{FF2B5EF4-FFF2-40B4-BE49-F238E27FC236}">
                <a16:creationId xmlns:a16="http://schemas.microsoft.com/office/drawing/2014/main" id="{49F9B422-91E6-49CF-8F0E-6351328C84E6}"/>
              </a:ext>
            </a:extLst>
          </p:cNvPr>
          <p:cNvPicPr>
            <a:picLocks noChangeAspect="1" noChangeArrowheads="1"/>
          </p:cNvPicPr>
          <p:nvPr/>
        </p:nvPicPr>
        <p:blipFill>
          <a:blip r:embed="rId4" cstate="print"/>
          <a:srcRect/>
          <a:stretch>
            <a:fillRect/>
          </a:stretch>
        </p:blipFill>
        <p:spPr bwMode="auto">
          <a:xfrm>
            <a:off x="4572000" y="2532544"/>
            <a:ext cx="3927465" cy="3028078"/>
          </a:xfrm>
          <a:prstGeom prst="rect">
            <a:avLst/>
          </a:prstGeom>
          <a:noFill/>
          <a:ln w="9525">
            <a:noFill/>
            <a:miter lim="800000"/>
            <a:headEnd/>
            <a:tailEnd/>
          </a:ln>
        </p:spPr>
      </p:pic>
    </p:spTree>
    <p:extLst>
      <p:ext uri="{BB962C8B-B14F-4D97-AF65-F5344CB8AC3E}">
        <p14:creationId xmlns:p14="http://schemas.microsoft.com/office/powerpoint/2010/main" val="24979422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p:sp>
        <p:nvSpPr>
          <p:cNvPr id="9" name="직사각형 8">
            <a:extLst>
              <a:ext uri="{FF2B5EF4-FFF2-40B4-BE49-F238E27FC236}">
                <a16:creationId xmlns:a16="http://schemas.microsoft.com/office/drawing/2014/main" id="{84E735BC-AE4C-4D07-AF6F-938EFDB3D2EC}"/>
              </a:ext>
            </a:extLst>
          </p:cNvPr>
          <p:cNvSpPr/>
          <p:nvPr/>
        </p:nvSpPr>
        <p:spPr>
          <a:xfrm>
            <a:off x="328771" y="1139130"/>
            <a:ext cx="8742077" cy="1332609"/>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Quadratic functions and minima</a:t>
            </a:r>
          </a:p>
          <a:p>
            <a:pPr marL="800100" lvl="1" indent="-34290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Quadratic functions can undergo both horizontal and vertical shifts based on the x-axis and y-axis.</a:t>
            </a:r>
          </a:p>
        </p:txBody>
      </p:sp>
      <p:grpSp>
        <p:nvGrpSpPr>
          <p:cNvPr id="4" name="그룹 3"/>
          <p:cNvGrpSpPr/>
          <p:nvPr/>
        </p:nvGrpSpPr>
        <p:grpSpPr>
          <a:xfrm>
            <a:off x="1606059" y="2883098"/>
            <a:ext cx="5931881" cy="3371346"/>
            <a:chOff x="1606059" y="2883098"/>
            <a:chExt cx="5931881" cy="3371346"/>
          </a:xfrm>
        </p:grpSpPr>
        <p:pic>
          <p:nvPicPr>
            <p:cNvPr id="7" name="Picture 2">
              <a:extLst>
                <a:ext uri="{FF2B5EF4-FFF2-40B4-BE49-F238E27FC236}">
                  <a16:creationId xmlns:a16="http://schemas.microsoft.com/office/drawing/2014/main" id="{761AD4EB-D206-4CA5-A469-E9A0C8A894AF}"/>
                </a:ext>
              </a:extLst>
            </p:cNvPr>
            <p:cNvPicPr>
              <a:picLocks noChangeAspect="1" noChangeArrowheads="1"/>
            </p:cNvPicPr>
            <p:nvPr/>
          </p:nvPicPr>
          <p:blipFill>
            <a:blip r:embed="rId3" cstate="print"/>
            <a:srcRect/>
            <a:stretch>
              <a:fillRect/>
            </a:stretch>
          </p:blipFill>
          <p:spPr bwMode="auto">
            <a:xfrm>
              <a:off x="1606059" y="2883098"/>
              <a:ext cx="5931881" cy="3363726"/>
            </a:xfrm>
            <a:prstGeom prst="rect">
              <a:avLst/>
            </a:prstGeom>
            <a:noFill/>
            <a:ln w="9525">
              <a:noFill/>
              <a:miter lim="800000"/>
              <a:headEnd/>
              <a:tailEnd/>
            </a:ln>
          </p:spPr>
        </p:pic>
        <p:sp>
          <p:nvSpPr>
            <p:cNvPr id="3" name="직사각형 2"/>
            <p:cNvSpPr/>
            <p:nvPr/>
          </p:nvSpPr>
          <p:spPr>
            <a:xfrm>
              <a:off x="5007429" y="6173289"/>
              <a:ext cx="148045" cy="811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0" name="직사각형 9"/>
          <p:cNvSpPr/>
          <p:nvPr/>
        </p:nvSpPr>
        <p:spPr>
          <a:xfrm>
            <a:off x="4910943" y="6067821"/>
            <a:ext cx="264816" cy="261610"/>
          </a:xfrm>
          <a:prstGeom prst="rect">
            <a:avLst/>
          </a:prstGeom>
          <a:noFill/>
        </p:spPr>
        <p:txBody>
          <a:bodyPr wrap="none">
            <a:spAutoFit/>
          </a:bodyPr>
          <a:lstStyle/>
          <a:p>
            <a:r>
              <a:rPr lang="en-US" altLang="ko-KR" sz="1100" dirty="0">
                <a:solidFill>
                  <a:srgbClr val="222222"/>
                </a:solidFill>
                <a:latin typeface="MV Boli" panose="02000500030200090000" pitchFamily="2" charset="0"/>
                <a:cs typeface="MV Boli" panose="02000500030200090000" pitchFamily="2" charset="0"/>
              </a:rPr>
              <a:t>p</a:t>
            </a:r>
            <a:endParaRPr lang="ko-KR" altLang="en-US" sz="1100" dirty="0">
              <a:latin typeface="MV Boli" panose="02000500030200090000" pitchFamily="2" charset="0"/>
              <a:cs typeface="MV Boli" panose="02000500030200090000" pitchFamily="2" charset="0"/>
            </a:endParaRPr>
          </a:p>
        </p:txBody>
      </p:sp>
    </p:spTree>
    <p:extLst>
      <p:ext uri="{BB962C8B-B14F-4D97-AF65-F5344CB8AC3E}">
        <p14:creationId xmlns:p14="http://schemas.microsoft.com/office/powerpoint/2010/main" val="21498494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mc:AlternateContent xmlns:mc="http://schemas.openxmlformats.org/markup-compatibility/2006" xmlns:a14="http://schemas.microsoft.com/office/drawing/2010/main">
        <mc:Choice Requires="a14">
          <p:sp>
            <p:nvSpPr>
              <p:cNvPr id="9" name="직사각형 8">
                <a:extLst>
                  <a:ext uri="{FF2B5EF4-FFF2-40B4-BE49-F238E27FC236}">
                    <a16:creationId xmlns:a16="http://schemas.microsoft.com/office/drawing/2014/main" id="{84E735BC-AE4C-4D07-AF6F-938EFDB3D2EC}"/>
                  </a:ext>
                </a:extLst>
              </p:cNvPr>
              <p:cNvSpPr/>
              <p:nvPr/>
            </p:nvSpPr>
            <p:spPr>
              <a:xfrm>
                <a:off x="328771" y="1139130"/>
                <a:ext cx="8742077" cy="3265766"/>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Exponents </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The form of: </a:t>
                </a:r>
                <a14:m>
                  <m:oMath xmlns:m="http://schemas.openxmlformats.org/officeDocument/2006/math">
                    <m:sSup>
                      <m:sSupPr>
                        <m:ctrlPr>
                          <a:rPr lang="en-US" altLang="ko-KR" sz="2000" i="1" smtClean="0">
                            <a:solidFill>
                              <a:srgbClr val="222222"/>
                            </a:solidFill>
                            <a:latin typeface="Cambria Math" panose="02040503050406030204" pitchFamily="18" charset="0"/>
                          </a:rPr>
                        </m:ctrlPr>
                      </m:sSupPr>
                      <m:e>
                        <m:r>
                          <a:rPr lang="en-US" altLang="ko-KR" sz="2000" b="0" i="1" smtClean="0">
                            <a:solidFill>
                              <a:srgbClr val="222222"/>
                            </a:solidFill>
                            <a:latin typeface="Cambria Math" panose="02040503050406030204" pitchFamily="18" charset="0"/>
                          </a:rPr>
                          <m:t>𝑎</m:t>
                        </m:r>
                      </m:e>
                      <m:sup>
                        <m:r>
                          <a:rPr lang="en-US" altLang="ko-KR" sz="2000" b="0" i="1" smtClean="0">
                            <a:solidFill>
                              <a:srgbClr val="222222"/>
                            </a:solidFill>
                            <a:latin typeface="Cambria Math" panose="02040503050406030204" pitchFamily="18" charset="0"/>
                          </a:rPr>
                          <m:t>𝑥</m:t>
                        </m:r>
                      </m:sup>
                    </m:sSup>
                  </m:oMath>
                </a14:m>
                <a:endParaRPr lang="en-US" altLang="ko-KR" sz="2000" b="0"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endParaRPr lang="en-US" altLang="ko-KR" sz="2000"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endParaRPr lang="en-US" altLang="ko-KR" sz="2000" b="0"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endParaRPr lang="en-US" altLang="ko-KR" sz="2000"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endParaRPr lang="en-US" altLang="ko-KR" sz="2000" b="0"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endParaRPr lang="en-US" altLang="ko-KR" sz="2000" dirty="0">
                  <a:solidFill>
                    <a:srgbClr val="222222"/>
                  </a:solidFill>
                  <a:latin typeface="Arial Narrow" panose="020B0606020202030204" pitchFamily="34" charset="0"/>
                </a:endParaRPr>
              </a:p>
            </p:txBody>
          </p:sp>
        </mc:Choice>
        <mc:Fallback xmlns="">
          <p:sp>
            <p:nvSpPr>
              <p:cNvPr id="9" name="직사각형 8">
                <a:extLst>
                  <a:ext uri="{FF2B5EF4-FFF2-40B4-BE49-F238E27FC236}">
                    <a16:creationId xmlns:a16="http://schemas.microsoft.com/office/drawing/2014/main" id="{84E735BC-AE4C-4D07-AF6F-938EFDB3D2EC}"/>
                  </a:ext>
                </a:extLst>
              </p:cNvPr>
              <p:cNvSpPr>
                <a:spLocks noRot="1" noChangeAspect="1" noMove="1" noResize="1" noEditPoints="1" noAdjustHandles="1" noChangeArrowheads="1" noChangeShapeType="1" noTextEdit="1"/>
              </p:cNvSpPr>
              <p:nvPr/>
            </p:nvSpPr>
            <p:spPr>
              <a:xfrm>
                <a:off x="328771" y="1139130"/>
                <a:ext cx="8742077" cy="3265766"/>
              </a:xfrm>
              <a:prstGeom prst="rect">
                <a:avLst/>
              </a:prstGeom>
              <a:blipFill>
                <a:blip r:embed="rId3"/>
                <a:stretch>
                  <a:fillRect l="-628"/>
                </a:stretch>
              </a:blipFill>
            </p:spPr>
            <p:txBody>
              <a:bodyPr/>
              <a:lstStyle/>
              <a:p>
                <a:r>
                  <a:rPr lang="ko-KR" altLang="en-US">
                    <a:noFill/>
                  </a:rPr>
                  <a:t> </a:t>
                </a:r>
              </a:p>
            </p:txBody>
          </p:sp>
        </mc:Fallback>
      </mc:AlternateContent>
      <p:grpSp>
        <p:nvGrpSpPr>
          <p:cNvPr id="19" name="그룹 18">
            <a:extLst>
              <a:ext uri="{FF2B5EF4-FFF2-40B4-BE49-F238E27FC236}">
                <a16:creationId xmlns:a16="http://schemas.microsoft.com/office/drawing/2014/main" id="{7263AAE4-2B2C-46EF-BF6A-497611DCA7F6}"/>
              </a:ext>
            </a:extLst>
          </p:cNvPr>
          <p:cNvGrpSpPr/>
          <p:nvPr/>
        </p:nvGrpSpPr>
        <p:grpSpPr>
          <a:xfrm>
            <a:off x="2230426" y="2508580"/>
            <a:ext cx="3522673" cy="1758620"/>
            <a:chOff x="1434464" y="2732911"/>
            <a:chExt cx="2598040" cy="1304768"/>
          </a:xfrm>
        </p:grpSpPr>
        <p:grpSp>
          <p:nvGrpSpPr>
            <p:cNvPr id="6" name="그룹 5">
              <a:extLst>
                <a:ext uri="{FF2B5EF4-FFF2-40B4-BE49-F238E27FC236}">
                  <a16:creationId xmlns:a16="http://schemas.microsoft.com/office/drawing/2014/main" id="{8F31957B-ACB3-4050-8921-1B9675938B1B}"/>
                </a:ext>
              </a:extLst>
            </p:cNvPr>
            <p:cNvGrpSpPr/>
            <p:nvPr/>
          </p:nvGrpSpPr>
          <p:grpSpPr>
            <a:xfrm>
              <a:off x="2215133" y="3244334"/>
              <a:ext cx="1817371" cy="777257"/>
              <a:chOff x="2215133" y="3244334"/>
              <a:chExt cx="1817371" cy="777257"/>
            </a:xfrm>
          </p:grpSpPr>
          <p:sp>
            <p:nvSpPr>
              <p:cNvPr id="3" name="왼쪽 중괄호 2">
                <a:extLst>
                  <a:ext uri="{FF2B5EF4-FFF2-40B4-BE49-F238E27FC236}">
                    <a16:creationId xmlns:a16="http://schemas.microsoft.com/office/drawing/2014/main" id="{64CB32CD-13D0-42AE-A184-4436063EB2B5}"/>
                  </a:ext>
                </a:extLst>
              </p:cNvPr>
              <p:cNvSpPr/>
              <p:nvPr/>
            </p:nvSpPr>
            <p:spPr>
              <a:xfrm rot="16200000">
                <a:off x="2418112" y="3455456"/>
                <a:ext cx="170116" cy="370332"/>
              </a:xfrm>
              <a:prstGeom prst="leftBrace">
                <a:avLst>
                  <a:gd name="adj1" fmla="val 44167"/>
                  <a:gd name="adj2"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2400"/>
              </a:p>
            </p:txBody>
          </p:sp>
          <p:sp>
            <p:nvSpPr>
              <p:cNvPr id="11" name="TextBox 10">
                <a:extLst>
                  <a:ext uri="{FF2B5EF4-FFF2-40B4-BE49-F238E27FC236}">
                    <a16:creationId xmlns:a16="http://schemas.microsoft.com/office/drawing/2014/main" id="{8FDFA8C3-EA3C-416F-A2FD-6D500D8D1B48}"/>
                  </a:ext>
                </a:extLst>
              </p:cNvPr>
              <p:cNvSpPr txBox="1"/>
              <p:nvPr/>
            </p:nvSpPr>
            <p:spPr>
              <a:xfrm>
                <a:off x="2215133" y="3709592"/>
                <a:ext cx="795528" cy="311999"/>
              </a:xfrm>
              <a:prstGeom prst="rect">
                <a:avLst/>
              </a:prstGeom>
              <a:noFill/>
            </p:spPr>
            <p:txBody>
              <a:bodyPr wrap="square">
                <a:spAutoFit/>
              </a:bodyPr>
              <a:lstStyle/>
              <a:p>
                <a:r>
                  <a:rPr lang="en-US" altLang="ko-KR" sz="2000" dirty="0">
                    <a:solidFill>
                      <a:srgbClr val="222222"/>
                    </a:solidFill>
                  </a:rPr>
                  <a:t>power</a:t>
                </a:r>
                <a:endParaRPr lang="ko-KR" altLang="en-US" sz="2000" dirty="0"/>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596E7508-B2F7-4FCA-95F9-2B1081CB896C}"/>
                      </a:ext>
                    </a:extLst>
                  </p:cNvPr>
                  <p:cNvSpPr txBox="1"/>
                  <p:nvPr/>
                </p:nvSpPr>
                <p:spPr>
                  <a:xfrm>
                    <a:off x="2286000" y="3244334"/>
                    <a:ext cx="1746504" cy="64714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altLang="ko-KR" sz="2400" i="1" smtClean="0">
                                  <a:solidFill>
                                    <a:srgbClr val="222222"/>
                                  </a:solidFill>
                                  <a:latin typeface="Cambria Math" panose="02040503050406030204" pitchFamily="18" charset="0"/>
                                </a:rPr>
                              </m:ctrlPr>
                            </m:sSupPr>
                            <m:e>
                              <m:r>
                                <a:rPr lang="en-US" altLang="ko-KR" sz="2400" b="0" i="1" smtClean="0">
                                  <a:solidFill>
                                    <a:schemeClr val="accent5"/>
                                  </a:solidFill>
                                  <a:latin typeface="Cambria Math" panose="02040503050406030204" pitchFamily="18" charset="0"/>
                                </a:rPr>
                                <m:t>5</m:t>
                              </m:r>
                            </m:e>
                            <m:sup>
                              <m:r>
                                <a:rPr lang="en-US" altLang="ko-KR" sz="2400" b="0" i="1" smtClean="0">
                                  <a:solidFill>
                                    <a:schemeClr val="accent6"/>
                                  </a:solidFill>
                                  <a:latin typeface="Cambria Math" panose="02040503050406030204" pitchFamily="18" charset="0"/>
                                </a:rPr>
                                <m:t>3</m:t>
                              </m:r>
                            </m:sup>
                          </m:sSup>
                          <m:r>
                            <a:rPr lang="en-US" altLang="ko-KR" sz="2400" i="1">
                              <a:solidFill>
                                <a:srgbClr val="222222"/>
                              </a:solidFill>
                              <a:latin typeface="Cambria Math" panose="02040503050406030204" pitchFamily="18" charset="0"/>
                            </a:rPr>
                            <m:t>=</m:t>
                          </m:r>
                          <m:r>
                            <a:rPr lang="en-US" altLang="ko-KR" sz="2400" i="1" smtClean="0">
                              <a:solidFill>
                                <a:schemeClr val="accent2"/>
                              </a:solidFill>
                              <a:latin typeface="Cambria Math" panose="02040503050406030204" pitchFamily="18" charset="0"/>
                            </a:rPr>
                            <m:t>5</m:t>
                          </m:r>
                          <m:r>
                            <a:rPr lang="en-US" altLang="ko-KR" sz="2400" i="1" smtClean="0">
                              <a:solidFill>
                                <a:schemeClr val="tx1"/>
                              </a:solidFill>
                              <a:latin typeface="Cambria Math" panose="02040503050406030204" pitchFamily="18" charset="0"/>
                            </a:rPr>
                            <m:t>×</m:t>
                          </m:r>
                          <m:r>
                            <a:rPr lang="en-US" altLang="ko-KR" sz="2400" i="1" smtClean="0">
                              <a:solidFill>
                                <a:schemeClr val="accent2"/>
                              </a:solidFill>
                              <a:latin typeface="Cambria Math" panose="02040503050406030204" pitchFamily="18" charset="0"/>
                            </a:rPr>
                            <m:t>5</m:t>
                          </m:r>
                          <m:r>
                            <a:rPr lang="en-US" altLang="ko-KR" sz="2400" i="1" smtClean="0">
                              <a:solidFill>
                                <a:schemeClr val="tx1"/>
                              </a:solidFill>
                              <a:latin typeface="Cambria Math" panose="02040503050406030204" pitchFamily="18" charset="0"/>
                            </a:rPr>
                            <m:t>×</m:t>
                          </m:r>
                          <m:r>
                            <a:rPr lang="en-US" altLang="ko-KR" sz="2400" i="1" smtClean="0">
                              <a:solidFill>
                                <a:schemeClr val="accent2"/>
                              </a:solidFill>
                              <a:latin typeface="Cambria Math" panose="02040503050406030204" pitchFamily="18" charset="0"/>
                            </a:rPr>
                            <m:t>5</m:t>
                          </m:r>
                        </m:oMath>
                      </m:oMathPara>
                    </a14:m>
                    <a:endParaRPr lang="ko-KR" altLang="en-US" sz="2400" dirty="0">
                      <a:solidFill>
                        <a:schemeClr val="accent2"/>
                      </a:solidFill>
                    </a:endParaRPr>
                  </a:p>
                </p:txBody>
              </p:sp>
            </mc:Choice>
            <mc:Fallback xmlns="">
              <p:sp>
                <p:nvSpPr>
                  <p:cNvPr id="13" name="TextBox 12">
                    <a:extLst>
                      <a:ext uri="{FF2B5EF4-FFF2-40B4-BE49-F238E27FC236}">
                        <a16:creationId xmlns:a16="http://schemas.microsoft.com/office/drawing/2014/main" id="{596E7508-B2F7-4FCA-95F9-2B1081CB896C}"/>
                      </a:ext>
                    </a:extLst>
                  </p:cNvPr>
                  <p:cNvSpPr txBox="1">
                    <a:spLocks noRot="1" noChangeAspect="1" noMove="1" noResize="1" noEditPoints="1" noAdjustHandles="1" noChangeArrowheads="1" noChangeShapeType="1" noTextEdit="1"/>
                  </p:cNvSpPr>
                  <p:nvPr/>
                </p:nvSpPr>
                <p:spPr>
                  <a:xfrm>
                    <a:off x="2286000" y="3244334"/>
                    <a:ext cx="1746504" cy="647147"/>
                  </a:xfrm>
                  <a:prstGeom prst="rect">
                    <a:avLst/>
                  </a:prstGeom>
                  <a:blipFill>
                    <a:blip r:embed="rId4"/>
                    <a:stretch>
                      <a:fillRect/>
                    </a:stretch>
                  </a:blipFill>
                </p:spPr>
                <p:txBody>
                  <a:bodyPr/>
                  <a:lstStyle/>
                  <a:p>
                    <a:r>
                      <a:rPr lang="ko-KR" altLang="en-US">
                        <a:noFill/>
                      </a:rPr>
                      <a:t> </a:t>
                    </a:r>
                  </a:p>
                </p:txBody>
              </p:sp>
            </mc:Fallback>
          </mc:AlternateContent>
        </p:grpSp>
        <p:sp>
          <p:nvSpPr>
            <p:cNvPr id="16" name="TextBox 15">
              <a:extLst>
                <a:ext uri="{FF2B5EF4-FFF2-40B4-BE49-F238E27FC236}">
                  <a16:creationId xmlns:a16="http://schemas.microsoft.com/office/drawing/2014/main" id="{90BFA1D6-8D5A-490F-9DC7-AEE14F508D91}"/>
                </a:ext>
              </a:extLst>
            </p:cNvPr>
            <p:cNvSpPr txBox="1"/>
            <p:nvPr/>
          </p:nvSpPr>
          <p:spPr>
            <a:xfrm>
              <a:off x="1434464" y="3224700"/>
              <a:ext cx="641223" cy="311999"/>
            </a:xfrm>
            <a:prstGeom prst="rect">
              <a:avLst/>
            </a:prstGeom>
            <a:noFill/>
          </p:spPr>
          <p:txBody>
            <a:bodyPr wrap="square">
              <a:spAutoFit/>
            </a:bodyPr>
            <a:lstStyle/>
            <a:p>
              <a:r>
                <a:rPr lang="en-US" altLang="ko-KR" sz="2000" dirty="0">
                  <a:solidFill>
                    <a:schemeClr val="accent5"/>
                  </a:solidFill>
                </a:rPr>
                <a:t>base</a:t>
              </a:r>
              <a:endParaRPr lang="ko-KR" altLang="en-US" sz="2000" dirty="0">
                <a:solidFill>
                  <a:schemeClr val="accent5"/>
                </a:solidFill>
              </a:endParaRPr>
            </a:p>
          </p:txBody>
        </p:sp>
        <p:cxnSp>
          <p:nvCxnSpPr>
            <p:cNvPr id="15" name="직선 화살표 연결선 14">
              <a:extLst>
                <a:ext uri="{FF2B5EF4-FFF2-40B4-BE49-F238E27FC236}">
                  <a16:creationId xmlns:a16="http://schemas.microsoft.com/office/drawing/2014/main" id="{540EAB2F-BAA7-485F-9114-1355C0EDBDF1}"/>
                </a:ext>
              </a:extLst>
            </p:cNvPr>
            <p:cNvCxnSpPr>
              <a:cxnSpLocks/>
            </p:cNvCxnSpPr>
            <p:nvPr/>
          </p:nvCxnSpPr>
          <p:spPr>
            <a:xfrm>
              <a:off x="1979677" y="3421409"/>
              <a:ext cx="35775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085DB089-2627-46B3-8DA3-54353007AD2F}"/>
                </a:ext>
              </a:extLst>
            </p:cNvPr>
            <p:cNvSpPr txBox="1"/>
            <p:nvPr/>
          </p:nvSpPr>
          <p:spPr>
            <a:xfrm>
              <a:off x="2158556" y="2732911"/>
              <a:ext cx="1050418" cy="311999"/>
            </a:xfrm>
            <a:prstGeom prst="rect">
              <a:avLst/>
            </a:prstGeom>
            <a:noFill/>
          </p:spPr>
          <p:txBody>
            <a:bodyPr wrap="square">
              <a:spAutoFit/>
            </a:bodyPr>
            <a:lstStyle/>
            <a:p>
              <a:r>
                <a:rPr lang="en-US" altLang="ko-KR" sz="2000" dirty="0">
                  <a:solidFill>
                    <a:schemeClr val="accent6"/>
                  </a:solidFill>
                </a:rPr>
                <a:t>exponent</a:t>
              </a:r>
              <a:endParaRPr lang="ko-KR" altLang="en-US" sz="2000" dirty="0">
                <a:solidFill>
                  <a:schemeClr val="accent6"/>
                </a:solidFill>
              </a:endParaRPr>
            </a:p>
          </p:txBody>
        </p:sp>
        <p:cxnSp>
          <p:nvCxnSpPr>
            <p:cNvPr id="21" name="직선 화살표 연결선 20">
              <a:extLst>
                <a:ext uri="{FF2B5EF4-FFF2-40B4-BE49-F238E27FC236}">
                  <a16:creationId xmlns:a16="http://schemas.microsoft.com/office/drawing/2014/main" id="{D91710EB-C8A8-4B25-A0D2-EDE34152FC4C}"/>
                </a:ext>
              </a:extLst>
            </p:cNvPr>
            <p:cNvCxnSpPr>
              <a:cxnSpLocks/>
            </p:cNvCxnSpPr>
            <p:nvPr/>
          </p:nvCxnSpPr>
          <p:spPr>
            <a:xfrm>
              <a:off x="2612897" y="2995951"/>
              <a:ext cx="0" cy="26667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왼쪽 중괄호 22">
              <a:extLst>
                <a:ext uri="{FF2B5EF4-FFF2-40B4-BE49-F238E27FC236}">
                  <a16:creationId xmlns:a16="http://schemas.microsoft.com/office/drawing/2014/main" id="{D163A340-F30D-4DDE-B48B-66C7C7D8CBE2}"/>
                </a:ext>
              </a:extLst>
            </p:cNvPr>
            <p:cNvSpPr/>
            <p:nvPr/>
          </p:nvSpPr>
          <p:spPr>
            <a:xfrm rot="16200000">
              <a:off x="3375262" y="3162078"/>
              <a:ext cx="146338" cy="948690"/>
            </a:xfrm>
            <a:prstGeom prst="leftBrace">
              <a:avLst>
                <a:gd name="adj1" fmla="val 44167"/>
                <a:gd name="adj2"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2400"/>
            </a:p>
          </p:txBody>
        </p:sp>
        <p:sp>
          <p:nvSpPr>
            <p:cNvPr id="24" name="TextBox 23">
              <a:extLst>
                <a:ext uri="{FF2B5EF4-FFF2-40B4-BE49-F238E27FC236}">
                  <a16:creationId xmlns:a16="http://schemas.microsoft.com/office/drawing/2014/main" id="{EC9AEE44-8303-4B3C-A483-9762062EE01A}"/>
                </a:ext>
              </a:extLst>
            </p:cNvPr>
            <p:cNvSpPr txBox="1"/>
            <p:nvPr/>
          </p:nvSpPr>
          <p:spPr>
            <a:xfrm>
              <a:off x="3127248" y="3725680"/>
              <a:ext cx="795528" cy="311999"/>
            </a:xfrm>
            <a:prstGeom prst="rect">
              <a:avLst/>
            </a:prstGeom>
            <a:noFill/>
          </p:spPr>
          <p:txBody>
            <a:bodyPr wrap="square">
              <a:spAutoFit/>
            </a:bodyPr>
            <a:lstStyle/>
            <a:p>
              <a:r>
                <a:rPr lang="en-US" altLang="ko-KR" sz="2000" dirty="0">
                  <a:solidFill>
                    <a:schemeClr val="accent2"/>
                  </a:solidFill>
                </a:rPr>
                <a:t>factors</a:t>
              </a:r>
              <a:endParaRPr lang="ko-KR" altLang="en-US" sz="2000" dirty="0">
                <a:solidFill>
                  <a:schemeClr val="accent2"/>
                </a:solidFill>
              </a:endParaRPr>
            </a:p>
          </p:txBody>
        </p:sp>
      </p:grpSp>
    </p:spTree>
    <p:extLst>
      <p:ext uri="{BB962C8B-B14F-4D97-AF65-F5344CB8AC3E}">
        <p14:creationId xmlns:p14="http://schemas.microsoft.com/office/powerpoint/2010/main" val="18743119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mc:AlternateContent xmlns:mc="http://schemas.openxmlformats.org/markup-compatibility/2006" xmlns:a14="http://schemas.microsoft.com/office/drawing/2010/main">
        <mc:Choice Requires="a14">
          <p:sp>
            <p:nvSpPr>
              <p:cNvPr id="18" name="직사각형 17">
                <a:extLst>
                  <a:ext uri="{FF2B5EF4-FFF2-40B4-BE49-F238E27FC236}">
                    <a16:creationId xmlns:a16="http://schemas.microsoft.com/office/drawing/2014/main" id="{17250909-E1BC-45AB-A6E7-EBEDC0308F8B}"/>
                  </a:ext>
                </a:extLst>
              </p:cNvPr>
              <p:cNvSpPr/>
              <p:nvPr/>
            </p:nvSpPr>
            <p:spPr>
              <a:xfrm>
                <a:off x="334128" y="1139403"/>
                <a:ext cx="8742077" cy="1834605"/>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Exponential function </a:t>
                </a:r>
              </a:p>
              <a:p>
                <a:pPr marL="741600" lvl="1" indent="-28440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A form in which the exponent is the variable x</a:t>
                </a:r>
              </a:p>
              <a:p>
                <a:pPr marL="741600" lvl="1" indent="-284400">
                  <a:lnSpc>
                    <a:spcPct val="150000"/>
                  </a:lnSpc>
                  <a:buFont typeface="Arial" panose="020B0604020202020204" pitchFamily="34" charset="0"/>
                  <a:buChar char="•"/>
                </a:pPr>
                <a14:m>
                  <m:oMath xmlns:m="http://schemas.openxmlformats.org/officeDocument/2006/math">
                    <m:r>
                      <a:rPr lang="en-US" altLang="ko-KR" sz="2000" b="0" i="1" smtClean="0">
                        <a:solidFill>
                          <a:srgbClr val="222222"/>
                        </a:solidFill>
                        <a:latin typeface="Cambria Math" panose="02040503050406030204" pitchFamily="18" charset="0"/>
                      </a:rPr>
                      <m:t>𝑦</m:t>
                    </m:r>
                    <m:r>
                      <a:rPr lang="en-US" altLang="ko-KR" sz="2000" b="0" i="1" smtClean="0">
                        <a:solidFill>
                          <a:srgbClr val="222222"/>
                        </a:solidFill>
                        <a:latin typeface="Cambria Math" panose="02040503050406030204" pitchFamily="18" charset="0"/>
                      </a:rPr>
                      <m:t>=</m:t>
                    </m:r>
                    <m:sSup>
                      <m:sSupPr>
                        <m:ctrlPr>
                          <a:rPr lang="en-US" altLang="ko-KR" sz="2000" b="0" i="1" smtClean="0">
                            <a:solidFill>
                              <a:srgbClr val="222222"/>
                            </a:solidFill>
                            <a:latin typeface="Cambria Math" panose="02040503050406030204" pitchFamily="18" charset="0"/>
                          </a:rPr>
                        </m:ctrlPr>
                      </m:sSupPr>
                      <m:e>
                        <m:r>
                          <a:rPr lang="en-US" altLang="ko-KR" sz="2000" b="0" i="1" smtClean="0">
                            <a:solidFill>
                              <a:srgbClr val="222222"/>
                            </a:solidFill>
                            <a:latin typeface="Cambria Math" panose="02040503050406030204" pitchFamily="18" charset="0"/>
                          </a:rPr>
                          <m:t>𝑎</m:t>
                        </m:r>
                      </m:e>
                      <m:sup>
                        <m:r>
                          <a:rPr lang="en-US" altLang="ko-KR" sz="2000" b="0" i="1" smtClean="0">
                            <a:solidFill>
                              <a:srgbClr val="222222"/>
                            </a:solidFill>
                            <a:latin typeface="Cambria Math" panose="02040503050406030204" pitchFamily="18" charset="0"/>
                          </a:rPr>
                          <m:t>𝑥</m:t>
                        </m:r>
                      </m:sup>
                    </m:sSup>
                    <m:r>
                      <a:rPr lang="en-US" altLang="ko-KR" sz="2000" b="0" i="1" smtClean="0">
                        <a:solidFill>
                          <a:srgbClr val="222222"/>
                        </a:solidFill>
                        <a:latin typeface="Cambria Math" panose="02040503050406030204" pitchFamily="18" charset="0"/>
                      </a:rPr>
                      <m:t>(</m:t>
                    </m:r>
                    <m:r>
                      <a:rPr lang="en-US" altLang="ko-KR" sz="2000" b="0" i="1" smtClean="0">
                        <a:solidFill>
                          <a:srgbClr val="222222"/>
                        </a:solidFill>
                        <a:latin typeface="Cambria Math" panose="02040503050406030204" pitchFamily="18" charset="0"/>
                      </a:rPr>
                      <m:t>𝑎</m:t>
                    </m:r>
                    <m:r>
                      <a:rPr lang="en-US" altLang="ko-KR" sz="2000" b="0" i="1" smtClean="0">
                        <a:solidFill>
                          <a:srgbClr val="222222"/>
                        </a:solidFill>
                        <a:latin typeface="Cambria Math" panose="02040503050406030204" pitchFamily="18" charset="0"/>
                      </a:rPr>
                      <m:t>≠1, </m:t>
                    </m:r>
                    <m:r>
                      <a:rPr lang="en-US" altLang="ko-KR" sz="2000" b="0" i="1" smtClean="0">
                        <a:solidFill>
                          <a:srgbClr val="222222"/>
                        </a:solidFill>
                        <a:latin typeface="Cambria Math" panose="02040503050406030204" pitchFamily="18" charset="0"/>
                      </a:rPr>
                      <m:t>𝑎</m:t>
                    </m:r>
                    <m:r>
                      <a:rPr lang="en-US" altLang="ko-KR" sz="2000" b="0" i="1" smtClean="0">
                        <a:solidFill>
                          <a:srgbClr val="222222"/>
                        </a:solidFill>
                        <a:latin typeface="Cambria Math" panose="02040503050406030204" pitchFamily="18" charset="0"/>
                      </a:rPr>
                      <m:t>&gt;0)</m:t>
                    </m:r>
                  </m:oMath>
                </a14:m>
                <a:endParaRPr lang="en-US" altLang="ko-KR" sz="2000"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Base </a:t>
                </a:r>
                <a14:m>
                  <m:oMath xmlns:m="http://schemas.openxmlformats.org/officeDocument/2006/math">
                    <m:r>
                      <a:rPr lang="ko-KR" altLang="en-US" sz="2000" i="1" dirty="0" smtClean="0">
                        <a:solidFill>
                          <a:srgbClr val="222222"/>
                        </a:solidFill>
                        <a:latin typeface="Cambria Math" panose="02040503050406030204" pitchFamily="18" charset="0"/>
                      </a:rPr>
                      <m:t>𝛼</m:t>
                    </m:r>
                  </m:oMath>
                </a14:m>
                <a:r>
                  <a:rPr lang="en-US" altLang="ko-KR" sz="2000" dirty="0">
                    <a:solidFill>
                      <a:srgbClr val="222222"/>
                    </a:solidFill>
                    <a:latin typeface="Arial Narrow" panose="020B0606020202030204" pitchFamily="34" charset="0"/>
                  </a:rPr>
                  <a:t> must be either </a:t>
                </a:r>
                <a14:m>
                  <m:oMath xmlns:m="http://schemas.openxmlformats.org/officeDocument/2006/math">
                    <m:r>
                      <a:rPr lang="ko-KR" altLang="en-US" sz="2000" i="1" dirty="0">
                        <a:solidFill>
                          <a:srgbClr val="222222"/>
                        </a:solidFill>
                        <a:latin typeface="Cambria Math" panose="02040503050406030204" pitchFamily="18" charset="0"/>
                      </a:rPr>
                      <m:t>𝛼</m:t>
                    </m:r>
                  </m:oMath>
                </a14:m>
                <a:r>
                  <a:rPr lang="en-US" altLang="ko-KR" sz="2000" dirty="0">
                    <a:solidFill>
                      <a:srgbClr val="222222"/>
                    </a:solidFill>
                    <a:latin typeface="Arial Narrow" panose="020B0606020202030204" pitchFamily="34" charset="0"/>
                  </a:rPr>
                  <a:t> &gt; 1 or 0 &lt; </a:t>
                </a:r>
                <a14:m>
                  <m:oMath xmlns:m="http://schemas.openxmlformats.org/officeDocument/2006/math">
                    <m:r>
                      <a:rPr lang="ko-KR" altLang="en-US" sz="2000" i="1" dirty="0">
                        <a:solidFill>
                          <a:srgbClr val="222222"/>
                        </a:solidFill>
                        <a:latin typeface="Cambria Math" panose="02040503050406030204" pitchFamily="18" charset="0"/>
                      </a:rPr>
                      <m:t>𝛼</m:t>
                    </m:r>
                  </m:oMath>
                </a14:m>
                <a:r>
                  <a:rPr lang="en-US" altLang="ko-KR" sz="2000" dirty="0">
                    <a:solidFill>
                      <a:srgbClr val="222222"/>
                    </a:solidFill>
                    <a:latin typeface="Arial Narrow" panose="020B0606020202030204" pitchFamily="34" charset="0"/>
                  </a:rPr>
                  <a:t> &lt; 1</a:t>
                </a:r>
              </a:p>
            </p:txBody>
          </p:sp>
        </mc:Choice>
        <mc:Fallback xmlns="">
          <p:sp>
            <p:nvSpPr>
              <p:cNvPr id="18" name="직사각형 17">
                <a:extLst>
                  <a:ext uri="{FF2B5EF4-FFF2-40B4-BE49-F238E27FC236}">
                    <a16:creationId xmlns:a16="http://schemas.microsoft.com/office/drawing/2014/main" id="{17250909-E1BC-45AB-A6E7-EBEDC0308F8B}"/>
                  </a:ext>
                </a:extLst>
              </p:cNvPr>
              <p:cNvSpPr>
                <a:spLocks noRot="1" noChangeAspect="1" noMove="1" noResize="1" noEditPoints="1" noAdjustHandles="1" noChangeArrowheads="1" noChangeShapeType="1" noTextEdit="1"/>
              </p:cNvSpPr>
              <p:nvPr/>
            </p:nvSpPr>
            <p:spPr>
              <a:xfrm>
                <a:off x="334128" y="1139403"/>
                <a:ext cx="8742077" cy="1834605"/>
              </a:xfrm>
              <a:prstGeom prst="rect">
                <a:avLst/>
              </a:prstGeom>
              <a:blipFill>
                <a:blip r:embed="rId3"/>
                <a:stretch>
                  <a:fillRect l="-628" b="-4983"/>
                </a:stretch>
              </a:blipFill>
            </p:spPr>
            <p:txBody>
              <a:bodyPr/>
              <a:lstStyle/>
              <a:p>
                <a:r>
                  <a:rPr lang="ko-KR" altLang="en-US">
                    <a:noFill/>
                  </a:rPr>
                  <a:t> </a:t>
                </a:r>
              </a:p>
            </p:txBody>
          </p:sp>
        </mc:Fallback>
      </mc:AlternateContent>
      <p:pic>
        <p:nvPicPr>
          <p:cNvPr id="5" name="그림 4">
            <a:extLst>
              <a:ext uri="{FF2B5EF4-FFF2-40B4-BE49-F238E27FC236}">
                <a16:creationId xmlns:a16="http://schemas.microsoft.com/office/drawing/2014/main" id="{2E654A54-683D-3D66-17DE-749016ED3595}"/>
              </a:ext>
            </a:extLst>
          </p:cNvPr>
          <p:cNvPicPr>
            <a:picLocks noChangeAspect="1"/>
          </p:cNvPicPr>
          <p:nvPr/>
        </p:nvPicPr>
        <p:blipFill>
          <a:blip r:embed="rId4"/>
          <a:stretch>
            <a:fillRect/>
          </a:stretch>
        </p:blipFill>
        <p:spPr>
          <a:xfrm>
            <a:off x="925322" y="3776046"/>
            <a:ext cx="6822015" cy="2761727"/>
          </a:xfrm>
          <a:prstGeom prst="rect">
            <a:avLst/>
          </a:prstGeom>
        </p:spPr>
      </p:pic>
    </p:spTree>
    <p:extLst>
      <p:ext uri="{BB962C8B-B14F-4D97-AF65-F5344CB8AC3E}">
        <p14:creationId xmlns:p14="http://schemas.microsoft.com/office/powerpoint/2010/main" val="25353854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mc:AlternateContent xmlns:mc="http://schemas.openxmlformats.org/markup-compatibility/2006" xmlns:a14="http://schemas.microsoft.com/office/drawing/2010/main">
        <mc:Choice Requires="a14">
          <p:sp>
            <p:nvSpPr>
              <p:cNvPr id="18" name="직사각형 17">
                <a:extLst>
                  <a:ext uri="{FF2B5EF4-FFF2-40B4-BE49-F238E27FC236}">
                    <a16:creationId xmlns:a16="http://schemas.microsoft.com/office/drawing/2014/main" id="{17250909-E1BC-45AB-A6E7-EBEDC0308F8B}"/>
                  </a:ext>
                </a:extLst>
              </p:cNvPr>
              <p:cNvSpPr/>
              <p:nvPr/>
            </p:nvSpPr>
            <p:spPr>
              <a:xfrm>
                <a:off x="334128" y="1139403"/>
                <a:ext cx="8742077" cy="1938992"/>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Natural exponential function </a:t>
                </a:r>
              </a:p>
              <a:p>
                <a:pPr marL="741600" lvl="1" indent="-284400">
                  <a:lnSpc>
                    <a:spcPct val="150000"/>
                  </a:lnSpc>
                  <a:buFont typeface="Arial" panose="020B0604020202020204" pitchFamily="34" charset="0"/>
                  <a:buChar char="•"/>
                </a:pPr>
                <a14:m>
                  <m:oMath xmlns:m="http://schemas.openxmlformats.org/officeDocument/2006/math">
                    <m:r>
                      <a:rPr lang="en-US" altLang="ko-KR" sz="2000" b="0" i="1" smtClean="0">
                        <a:solidFill>
                          <a:srgbClr val="222222"/>
                        </a:solidFill>
                        <a:latin typeface="Cambria Math" panose="02040503050406030204" pitchFamily="18" charset="0"/>
                      </a:rPr>
                      <m:t>𝑦</m:t>
                    </m:r>
                    <m:r>
                      <a:rPr lang="en-US" altLang="ko-KR" sz="2000" b="0" i="1" smtClean="0">
                        <a:solidFill>
                          <a:srgbClr val="222222"/>
                        </a:solidFill>
                        <a:latin typeface="Cambria Math" panose="02040503050406030204" pitchFamily="18" charset="0"/>
                      </a:rPr>
                      <m:t>=</m:t>
                    </m:r>
                    <m:sSup>
                      <m:sSupPr>
                        <m:ctrlPr>
                          <a:rPr lang="en-US" altLang="ko-KR" sz="2000" b="0" i="1" smtClean="0">
                            <a:solidFill>
                              <a:srgbClr val="222222"/>
                            </a:solidFill>
                            <a:latin typeface="Cambria Math" panose="02040503050406030204" pitchFamily="18" charset="0"/>
                          </a:rPr>
                        </m:ctrlPr>
                      </m:sSupPr>
                      <m:e>
                        <m:r>
                          <a:rPr lang="en-US" altLang="ko-KR" sz="2000" b="0" i="1" smtClean="0">
                            <a:solidFill>
                              <a:srgbClr val="222222"/>
                            </a:solidFill>
                            <a:latin typeface="Cambria Math" panose="02040503050406030204" pitchFamily="18" charset="0"/>
                          </a:rPr>
                          <m:t>𝑒</m:t>
                        </m:r>
                      </m:e>
                      <m:sup>
                        <m:r>
                          <a:rPr lang="en-US" altLang="ko-KR" sz="2000" b="0" i="1" smtClean="0">
                            <a:solidFill>
                              <a:srgbClr val="222222"/>
                            </a:solidFill>
                            <a:latin typeface="Cambria Math" panose="02040503050406030204" pitchFamily="18" charset="0"/>
                          </a:rPr>
                          <m:t>𝑥</m:t>
                        </m:r>
                      </m:sup>
                    </m:sSup>
                  </m:oMath>
                </a14:m>
                <a:endParaRPr lang="en-US" altLang="ko-KR" sz="2000"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r>
                  <a:rPr lang="en-US" altLang="ko-KR" sz="2000" i="1" dirty="0">
                    <a:solidFill>
                      <a:srgbClr val="222222"/>
                    </a:solidFill>
                    <a:latin typeface="Arial Narrow" panose="020B0606020202030204" pitchFamily="34" charset="0"/>
                  </a:rPr>
                  <a:t>Like </a:t>
                </a:r>
                <a14:m>
                  <m:oMath xmlns:m="http://schemas.openxmlformats.org/officeDocument/2006/math">
                    <m:r>
                      <m:rPr>
                        <m:sty m:val="p"/>
                      </m:rPr>
                      <a:rPr lang="en-US" altLang="ko-KR" sz="2000" b="0" i="1" dirty="0" smtClean="0">
                        <a:solidFill>
                          <a:srgbClr val="222222"/>
                        </a:solidFill>
                        <a:latin typeface="Cambria Math" panose="02040503050406030204" pitchFamily="18" charset="0"/>
                      </a:rPr>
                      <m:t>π</m:t>
                    </m:r>
                  </m:oMath>
                </a14:m>
                <a:r>
                  <a:rPr lang="en-US" altLang="ko-KR" sz="2000" i="1" dirty="0">
                    <a:solidFill>
                      <a:srgbClr val="222222"/>
                    </a:solidFill>
                    <a:latin typeface="Arial Narrow" panose="020B0606020202030204" pitchFamily="34" charset="0"/>
                  </a:rPr>
                  <a:t>, it is an irrational number that is important in mathematics</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Its value is approximately 2.718281828</a:t>
                </a:r>
              </a:p>
            </p:txBody>
          </p:sp>
        </mc:Choice>
        <mc:Fallback xmlns="">
          <p:sp>
            <p:nvSpPr>
              <p:cNvPr id="18" name="직사각형 17">
                <a:extLst>
                  <a:ext uri="{FF2B5EF4-FFF2-40B4-BE49-F238E27FC236}">
                    <a16:creationId xmlns:a16="http://schemas.microsoft.com/office/drawing/2014/main" id="{17250909-E1BC-45AB-A6E7-EBEDC0308F8B}"/>
                  </a:ext>
                </a:extLst>
              </p:cNvPr>
              <p:cNvSpPr>
                <a:spLocks noRot="1" noChangeAspect="1" noMove="1" noResize="1" noEditPoints="1" noAdjustHandles="1" noChangeArrowheads="1" noChangeShapeType="1" noTextEdit="1"/>
              </p:cNvSpPr>
              <p:nvPr/>
            </p:nvSpPr>
            <p:spPr>
              <a:xfrm>
                <a:off x="334128" y="1139403"/>
                <a:ext cx="8742077" cy="1938992"/>
              </a:xfrm>
              <a:prstGeom prst="rect">
                <a:avLst/>
              </a:prstGeom>
              <a:blipFill>
                <a:blip r:embed="rId3"/>
                <a:stretch>
                  <a:fillRect l="-628" b="-1572"/>
                </a:stretch>
              </a:blipFill>
            </p:spPr>
            <p:txBody>
              <a:bodyPr/>
              <a:lstStyle/>
              <a:p>
                <a:r>
                  <a:rPr lang="ko-KR" altLang="en-US">
                    <a:noFill/>
                  </a:rPr>
                  <a:t> </a:t>
                </a:r>
              </a:p>
            </p:txBody>
          </p:sp>
        </mc:Fallback>
      </mc:AlternateContent>
      <p:pic>
        <p:nvPicPr>
          <p:cNvPr id="3" name="그림 2"/>
          <p:cNvPicPr>
            <a:picLocks noChangeAspect="1"/>
          </p:cNvPicPr>
          <p:nvPr/>
        </p:nvPicPr>
        <p:blipFill>
          <a:blip r:embed="rId4"/>
          <a:stretch>
            <a:fillRect/>
          </a:stretch>
        </p:blipFill>
        <p:spPr>
          <a:xfrm>
            <a:off x="1519237" y="3490027"/>
            <a:ext cx="3476625" cy="2818120"/>
          </a:xfrm>
          <a:prstGeom prst="rect">
            <a:avLst/>
          </a:prstGeom>
        </p:spPr>
      </p:pic>
    </p:spTree>
    <p:extLst>
      <p:ext uri="{BB962C8B-B14F-4D97-AF65-F5344CB8AC3E}">
        <p14:creationId xmlns:p14="http://schemas.microsoft.com/office/powerpoint/2010/main" val="14677800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mc:AlternateContent xmlns:mc="http://schemas.openxmlformats.org/markup-compatibility/2006" xmlns:a14="http://schemas.microsoft.com/office/drawing/2010/main">
        <mc:Choice Requires="a14">
          <p:sp>
            <p:nvSpPr>
              <p:cNvPr id="18" name="직사각형 17">
                <a:extLst>
                  <a:ext uri="{FF2B5EF4-FFF2-40B4-BE49-F238E27FC236}">
                    <a16:creationId xmlns:a16="http://schemas.microsoft.com/office/drawing/2014/main" id="{17250909-E1BC-45AB-A6E7-EBEDC0308F8B}"/>
                  </a:ext>
                </a:extLst>
              </p:cNvPr>
              <p:cNvSpPr/>
              <p:nvPr/>
            </p:nvSpPr>
            <p:spPr>
              <a:xfrm>
                <a:off x="334128" y="1139403"/>
                <a:ext cx="8742077" cy="1372940"/>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Log(logarithm) and log function </a:t>
                </a:r>
              </a:p>
              <a:p>
                <a:pPr marL="741600" lvl="1" indent="-28440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Simply, log is the inverse of the exponent.</a:t>
                </a:r>
                <a:endParaRPr lang="en-US" altLang="ko-KR" sz="2000"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14:m>
                  <m:oMath xmlns:m="http://schemas.openxmlformats.org/officeDocument/2006/math">
                    <m:r>
                      <a:rPr lang="en-US" altLang="ko-KR" sz="2000" i="1">
                        <a:solidFill>
                          <a:srgbClr val="222222"/>
                        </a:solidFill>
                        <a:latin typeface="Cambria Math" panose="02040503050406030204" pitchFamily="18" charset="0"/>
                      </a:rPr>
                      <m:t>𝑦</m:t>
                    </m:r>
                    <m:r>
                      <a:rPr lang="en-US" altLang="ko-KR" sz="2000" i="1">
                        <a:solidFill>
                          <a:srgbClr val="222222"/>
                        </a:solidFill>
                        <a:latin typeface="Cambria Math" panose="02040503050406030204" pitchFamily="18" charset="0"/>
                      </a:rPr>
                      <m:t>=</m:t>
                    </m:r>
                    <m:sSup>
                      <m:sSupPr>
                        <m:ctrlPr>
                          <a:rPr lang="en-US" altLang="ko-KR" sz="2000" i="1">
                            <a:solidFill>
                              <a:srgbClr val="222222"/>
                            </a:solidFill>
                            <a:latin typeface="Cambria Math" panose="02040503050406030204" pitchFamily="18" charset="0"/>
                          </a:rPr>
                        </m:ctrlPr>
                      </m:sSupPr>
                      <m:e>
                        <m:r>
                          <a:rPr lang="en-US" altLang="ko-KR" sz="2000" i="1">
                            <a:solidFill>
                              <a:srgbClr val="222222"/>
                            </a:solidFill>
                            <a:latin typeface="Cambria Math" panose="02040503050406030204" pitchFamily="18" charset="0"/>
                          </a:rPr>
                          <m:t>𝑎</m:t>
                        </m:r>
                      </m:e>
                      <m:sup>
                        <m:r>
                          <a:rPr lang="en-US" altLang="ko-KR" sz="2000" i="1">
                            <a:solidFill>
                              <a:srgbClr val="222222"/>
                            </a:solidFill>
                            <a:latin typeface="Cambria Math" panose="02040503050406030204" pitchFamily="18" charset="0"/>
                          </a:rPr>
                          <m:t>𝑥</m:t>
                        </m:r>
                      </m:sup>
                    </m:sSup>
                    <m:r>
                      <a:rPr lang="en-US" altLang="ko-KR" sz="2000" b="0" i="1">
                        <a:solidFill>
                          <a:srgbClr val="222222"/>
                        </a:solidFill>
                        <a:latin typeface="Cambria Math" panose="02040503050406030204" pitchFamily="18" charset="0"/>
                      </a:rPr>
                      <m:t>  </m:t>
                    </m:r>
                    <m:r>
                      <a:rPr lang="en-US" altLang="ko-KR" sz="2000" b="0" i="1" smtClean="0">
                        <a:solidFill>
                          <a:srgbClr val="222222"/>
                        </a:solidFill>
                        <a:latin typeface="Cambria Math" panose="02040503050406030204" pitchFamily="18" charset="0"/>
                      </a:rPr>
                      <m:t>    </m:t>
                    </m:r>
                    <m:r>
                      <a:rPr lang="en-US" altLang="ko-KR" sz="2000" i="1" smtClean="0">
                        <a:solidFill>
                          <a:srgbClr val="222222"/>
                        </a:solidFill>
                        <a:latin typeface="Cambria Math" panose="02040503050406030204" pitchFamily="18" charset="0"/>
                        <a:ea typeface="Cambria Math" panose="02040503050406030204" pitchFamily="18" charset="0"/>
                      </a:rPr>
                      <m:t>←</m:t>
                    </m:r>
                    <m:r>
                      <a:rPr lang="en-US" altLang="ko-KR" sz="2000" b="0" i="1" smtClean="0">
                        <a:solidFill>
                          <a:srgbClr val="222222"/>
                        </a:solidFill>
                        <a:latin typeface="Cambria Math" panose="02040503050406030204" pitchFamily="18" charset="0"/>
                        <a:ea typeface="Cambria Math" panose="02040503050406030204" pitchFamily="18" charset="0"/>
                      </a:rPr>
                      <m:t>𝑖𝑛𝑣𝑒𝑟𝑠𝑒</m:t>
                    </m:r>
                    <m:r>
                      <a:rPr lang="en-US" altLang="ko-KR" sz="2000" b="0" i="1" smtClean="0">
                        <a:solidFill>
                          <a:srgbClr val="222222"/>
                        </a:solidFill>
                        <a:latin typeface="Cambria Math" panose="02040503050406030204" pitchFamily="18" charset="0"/>
                      </a:rPr>
                      <m:t>→      </m:t>
                    </m:r>
                    <m:r>
                      <a:rPr lang="en-US" altLang="ko-KR" sz="2000" b="0" i="1" smtClean="0">
                        <a:solidFill>
                          <a:srgbClr val="222222"/>
                        </a:solidFill>
                        <a:latin typeface="Cambria Math" panose="02040503050406030204" pitchFamily="18" charset="0"/>
                      </a:rPr>
                      <m:t>𝑥</m:t>
                    </m:r>
                    <m:r>
                      <a:rPr lang="en-US" altLang="ko-KR" sz="2000" b="0" i="1" smtClean="0">
                        <a:solidFill>
                          <a:srgbClr val="222222"/>
                        </a:solidFill>
                        <a:latin typeface="Cambria Math" panose="02040503050406030204" pitchFamily="18" charset="0"/>
                      </a:rPr>
                      <m:t>=</m:t>
                    </m:r>
                    <m:func>
                      <m:funcPr>
                        <m:ctrlPr>
                          <a:rPr lang="en-US" altLang="ko-KR" sz="2000" b="0" i="1" smtClean="0">
                            <a:solidFill>
                              <a:srgbClr val="222222"/>
                            </a:solidFill>
                            <a:latin typeface="Cambria Math" panose="02040503050406030204" pitchFamily="18" charset="0"/>
                          </a:rPr>
                        </m:ctrlPr>
                      </m:funcPr>
                      <m:fName>
                        <m:sSub>
                          <m:sSubPr>
                            <m:ctrlPr>
                              <a:rPr lang="en-US" altLang="ko-KR" sz="2000" b="0" i="1" smtClean="0">
                                <a:solidFill>
                                  <a:srgbClr val="222222"/>
                                </a:solidFill>
                                <a:latin typeface="Cambria Math" panose="02040503050406030204" pitchFamily="18" charset="0"/>
                              </a:rPr>
                            </m:ctrlPr>
                          </m:sSubPr>
                          <m:e>
                            <m:r>
                              <m:rPr>
                                <m:sty m:val="p"/>
                              </m:rPr>
                              <a:rPr lang="en-US" altLang="ko-KR" sz="2000" b="0" i="0" smtClean="0">
                                <a:solidFill>
                                  <a:srgbClr val="222222"/>
                                </a:solidFill>
                                <a:latin typeface="Cambria Math" panose="02040503050406030204" pitchFamily="18" charset="0"/>
                              </a:rPr>
                              <m:t>log</m:t>
                            </m:r>
                          </m:e>
                          <m:sub>
                            <m:r>
                              <a:rPr lang="en-US" altLang="ko-KR" sz="2000" b="0" i="1" smtClean="0">
                                <a:solidFill>
                                  <a:srgbClr val="222222"/>
                                </a:solidFill>
                                <a:latin typeface="Cambria Math" panose="02040503050406030204" pitchFamily="18" charset="0"/>
                              </a:rPr>
                              <m:t>𝑎</m:t>
                            </m:r>
                          </m:sub>
                        </m:sSub>
                      </m:fName>
                      <m:e>
                        <m:r>
                          <a:rPr lang="en-US" altLang="ko-KR" sz="2000" b="0" i="1" smtClean="0">
                            <a:solidFill>
                              <a:srgbClr val="222222"/>
                            </a:solidFill>
                            <a:latin typeface="Cambria Math" panose="02040503050406030204" pitchFamily="18" charset="0"/>
                          </a:rPr>
                          <m:t>𝑦</m:t>
                        </m:r>
                      </m:e>
                    </m:func>
                  </m:oMath>
                </a14:m>
                <a:endParaRPr lang="en-US" altLang="ko-KR" sz="2000" dirty="0">
                  <a:solidFill>
                    <a:srgbClr val="222222"/>
                  </a:solidFill>
                  <a:latin typeface="Arial Narrow" panose="020B0606020202030204" pitchFamily="34" charset="0"/>
                </a:endParaRPr>
              </a:p>
            </p:txBody>
          </p:sp>
        </mc:Choice>
        <mc:Fallback xmlns="">
          <p:sp>
            <p:nvSpPr>
              <p:cNvPr id="18" name="직사각형 17">
                <a:extLst>
                  <a:ext uri="{FF2B5EF4-FFF2-40B4-BE49-F238E27FC236}">
                    <a16:creationId xmlns:a16="http://schemas.microsoft.com/office/drawing/2014/main" id="{17250909-E1BC-45AB-A6E7-EBEDC0308F8B}"/>
                  </a:ext>
                </a:extLst>
              </p:cNvPr>
              <p:cNvSpPr>
                <a:spLocks noRot="1" noChangeAspect="1" noMove="1" noResize="1" noEditPoints="1" noAdjustHandles="1" noChangeArrowheads="1" noChangeShapeType="1" noTextEdit="1"/>
              </p:cNvSpPr>
              <p:nvPr/>
            </p:nvSpPr>
            <p:spPr>
              <a:xfrm>
                <a:off x="334128" y="1139403"/>
                <a:ext cx="8742077" cy="1372940"/>
              </a:xfrm>
              <a:prstGeom prst="rect">
                <a:avLst/>
              </a:prstGeom>
              <a:blipFill>
                <a:blip r:embed="rId3"/>
                <a:stretch>
                  <a:fillRect l="-628" b="-6222"/>
                </a:stretch>
              </a:blipFill>
            </p:spPr>
            <p:txBody>
              <a:bodyPr/>
              <a:lstStyle/>
              <a:p>
                <a:r>
                  <a:rPr lang="ko-KR" altLang="en-US">
                    <a:noFill/>
                  </a:rPr>
                  <a:t> </a:t>
                </a:r>
              </a:p>
            </p:txBody>
          </p:sp>
        </mc:Fallback>
      </mc:AlternateContent>
      <p:pic>
        <p:nvPicPr>
          <p:cNvPr id="1026" name="Picture 2" descr="File:Graph of ln x.svg - Wikimedia Commons"/>
          <p:cNvPicPr>
            <a:picLocks noChangeAspect="1" noChangeArrowheads="1"/>
          </p:cNvPicPr>
          <p:nvPr/>
        </p:nvPicPr>
        <p:blipFill rotWithShape="1">
          <a:blip r:embed="rId4">
            <a:extLst>
              <a:ext uri="{28A0092B-C50C-407E-A947-70E740481C1C}">
                <a14:useLocalDpi xmlns:a14="http://schemas.microsoft.com/office/drawing/2010/main" val="0"/>
              </a:ext>
            </a:extLst>
          </a:blip>
          <a:srcRect r="27243" b="20422"/>
          <a:stretch/>
        </p:blipFill>
        <p:spPr bwMode="auto">
          <a:xfrm>
            <a:off x="1475993" y="2794495"/>
            <a:ext cx="3306319" cy="36163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93127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p:sp>
        <p:nvSpPr>
          <p:cNvPr id="18" name="직사각형 17">
            <a:extLst>
              <a:ext uri="{FF2B5EF4-FFF2-40B4-BE49-F238E27FC236}">
                <a16:creationId xmlns:a16="http://schemas.microsoft.com/office/drawing/2014/main" id="{17250909-E1BC-45AB-A6E7-EBEDC0308F8B}"/>
              </a:ext>
            </a:extLst>
          </p:cNvPr>
          <p:cNvSpPr/>
          <p:nvPr/>
        </p:nvSpPr>
        <p:spPr>
          <a:xfrm>
            <a:off x="334128" y="1139403"/>
            <a:ext cx="8742077" cy="957442"/>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Symmetric transposition of log function with respect to y=0</a:t>
            </a:r>
          </a:p>
          <a:p>
            <a:pPr marL="741600" lvl="1" indent="-284400">
              <a:lnSpc>
                <a:spcPct val="150000"/>
              </a:lnSpc>
              <a:buFont typeface="Arial" panose="020B0604020202020204" pitchFamily="34" charset="0"/>
              <a:buChar char="•"/>
            </a:pPr>
            <a:endParaRPr lang="en-US" altLang="ko-KR" sz="2000" dirty="0">
              <a:solidFill>
                <a:srgbClr val="222222"/>
              </a:solidFill>
              <a:latin typeface="Arial Narrow" panose="020B0606020202030204" pitchFamily="34" charset="0"/>
            </a:endParaRPr>
          </a:p>
        </p:txBody>
      </p:sp>
      <p:pic>
        <p:nvPicPr>
          <p:cNvPr id="7" name="Picture 2">
            <a:extLst>
              <a:ext uri="{FF2B5EF4-FFF2-40B4-BE49-F238E27FC236}">
                <a16:creationId xmlns:a16="http://schemas.microsoft.com/office/drawing/2014/main" id="{AF80534F-E448-4EC9-963D-AF1DFC510748}"/>
              </a:ext>
            </a:extLst>
          </p:cNvPr>
          <p:cNvPicPr>
            <a:picLocks noChangeAspect="1" noChangeArrowheads="1"/>
          </p:cNvPicPr>
          <p:nvPr/>
        </p:nvPicPr>
        <p:blipFill rotWithShape="1">
          <a:blip r:embed="rId3" cstate="print"/>
          <a:srcRect t="11585"/>
          <a:stretch/>
        </p:blipFill>
        <p:spPr bwMode="auto">
          <a:xfrm>
            <a:off x="1402252" y="2252072"/>
            <a:ext cx="3302914" cy="3466525"/>
          </a:xfrm>
          <a:prstGeom prst="rect">
            <a:avLst/>
          </a:prstGeom>
          <a:noFill/>
          <a:ln w="9525">
            <a:noFill/>
            <a:miter lim="800000"/>
            <a:headEnd/>
            <a:tailEnd/>
          </a:ln>
        </p:spPr>
      </p:pic>
    </p:spTree>
    <p:extLst>
      <p:ext uri="{BB962C8B-B14F-4D97-AF65-F5344CB8AC3E}">
        <p14:creationId xmlns:p14="http://schemas.microsoft.com/office/powerpoint/2010/main" val="14059360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p:sp>
        <p:nvSpPr>
          <p:cNvPr id="18" name="직사각형 17">
            <a:extLst>
              <a:ext uri="{FF2B5EF4-FFF2-40B4-BE49-F238E27FC236}">
                <a16:creationId xmlns:a16="http://schemas.microsoft.com/office/drawing/2014/main" id="{17250909-E1BC-45AB-A6E7-EBEDC0308F8B}"/>
              </a:ext>
            </a:extLst>
          </p:cNvPr>
          <p:cNvSpPr/>
          <p:nvPr/>
        </p:nvSpPr>
        <p:spPr>
          <a:xfrm>
            <a:off x="334128" y="1139403"/>
            <a:ext cx="8742077" cy="957442"/>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Symmetric transposition of log function with respect to y=0 and x=0</a:t>
            </a:r>
          </a:p>
          <a:p>
            <a:pPr marL="741600" lvl="1" indent="-284400">
              <a:lnSpc>
                <a:spcPct val="150000"/>
              </a:lnSpc>
              <a:buFont typeface="Arial" panose="020B0604020202020204" pitchFamily="34" charset="0"/>
              <a:buChar char="•"/>
            </a:pPr>
            <a:endParaRPr lang="en-US" altLang="ko-KR" sz="2000" dirty="0">
              <a:solidFill>
                <a:srgbClr val="222222"/>
              </a:solidFill>
              <a:latin typeface="Arial Narrow" panose="020B0606020202030204" pitchFamily="34" charset="0"/>
            </a:endParaRPr>
          </a:p>
        </p:txBody>
      </p:sp>
      <p:pic>
        <p:nvPicPr>
          <p:cNvPr id="9" name="Picture 2">
            <a:extLst>
              <a:ext uri="{FF2B5EF4-FFF2-40B4-BE49-F238E27FC236}">
                <a16:creationId xmlns:a16="http://schemas.microsoft.com/office/drawing/2014/main" id="{9CE48D7E-CBB3-4607-8603-5D85BF570FDC}"/>
              </a:ext>
            </a:extLst>
          </p:cNvPr>
          <p:cNvPicPr>
            <a:picLocks noChangeAspect="1" noChangeArrowheads="1"/>
          </p:cNvPicPr>
          <p:nvPr/>
        </p:nvPicPr>
        <p:blipFill rotWithShape="1">
          <a:blip r:embed="rId3" cstate="print"/>
          <a:srcRect t="12051"/>
          <a:stretch/>
        </p:blipFill>
        <p:spPr bwMode="auto">
          <a:xfrm>
            <a:off x="1300168" y="2208383"/>
            <a:ext cx="3478138" cy="3716167"/>
          </a:xfrm>
          <a:prstGeom prst="rect">
            <a:avLst/>
          </a:prstGeom>
          <a:noFill/>
          <a:ln w="9525">
            <a:noFill/>
            <a:miter lim="800000"/>
            <a:headEnd/>
            <a:tailEnd/>
          </a:ln>
        </p:spPr>
      </p:pic>
    </p:spTree>
    <p:extLst>
      <p:ext uri="{BB962C8B-B14F-4D97-AF65-F5344CB8AC3E}">
        <p14:creationId xmlns:p14="http://schemas.microsoft.com/office/powerpoint/2010/main" val="33592439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mc:AlternateContent xmlns:mc="http://schemas.openxmlformats.org/markup-compatibility/2006" xmlns:a14="http://schemas.microsoft.com/office/drawing/2010/main">
        <mc:Choice Requires="a14">
          <p:sp>
            <p:nvSpPr>
              <p:cNvPr id="18" name="직사각형 17">
                <a:extLst>
                  <a:ext uri="{FF2B5EF4-FFF2-40B4-BE49-F238E27FC236}">
                    <a16:creationId xmlns:a16="http://schemas.microsoft.com/office/drawing/2014/main" id="{17250909-E1BC-45AB-A6E7-EBEDC0308F8B}"/>
                  </a:ext>
                </a:extLst>
              </p:cNvPr>
              <p:cNvSpPr/>
              <p:nvPr/>
            </p:nvSpPr>
            <p:spPr>
              <a:xfrm>
                <a:off x="334128" y="1139403"/>
                <a:ext cx="8742077" cy="957442"/>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Shifting functions </a:t>
                </a:r>
                <a:endParaRPr lang="en-US" altLang="ko-KR" sz="2000" b="0" i="1"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Shift the function </a:t>
                </a:r>
                <a14:m>
                  <m:oMath xmlns:m="http://schemas.openxmlformats.org/officeDocument/2006/math">
                    <m:r>
                      <a:rPr lang="en-US" altLang="ko-KR" sz="2000" b="0" i="1" dirty="0" smtClean="0">
                        <a:solidFill>
                          <a:srgbClr val="222222"/>
                        </a:solidFill>
                        <a:latin typeface="Cambria Math" panose="02040503050406030204" pitchFamily="18" charset="0"/>
                      </a:rPr>
                      <m:t>𝑦</m:t>
                    </m:r>
                    <m:r>
                      <a:rPr lang="en-US" altLang="ko-KR" sz="2000" b="0" i="1" dirty="0" smtClean="0">
                        <a:solidFill>
                          <a:srgbClr val="222222"/>
                        </a:solidFill>
                        <a:latin typeface="Cambria Math" panose="02040503050406030204" pitchFamily="18" charset="0"/>
                      </a:rPr>
                      <m:t>=−</m:t>
                    </m:r>
                    <m:func>
                      <m:funcPr>
                        <m:ctrlPr>
                          <a:rPr lang="en-US" altLang="ko-KR" sz="2000" b="0" i="1" dirty="0" smtClean="0">
                            <a:solidFill>
                              <a:srgbClr val="222222"/>
                            </a:solidFill>
                            <a:latin typeface="Cambria Math" panose="02040503050406030204" pitchFamily="18" charset="0"/>
                          </a:rPr>
                        </m:ctrlPr>
                      </m:funcPr>
                      <m:fName>
                        <m:sSub>
                          <m:sSubPr>
                            <m:ctrlPr>
                              <a:rPr lang="en-US" altLang="ko-KR" sz="2000" b="0" i="1" dirty="0" smtClean="0">
                                <a:solidFill>
                                  <a:srgbClr val="222222"/>
                                </a:solidFill>
                                <a:latin typeface="Cambria Math" panose="02040503050406030204" pitchFamily="18" charset="0"/>
                              </a:rPr>
                            </m:ctrlPr>
                          </m:sSubPr>
                          <m:e>
                            <m:r>
                              <m:rPr>
                                <m:sty m:val="p"/>
                              </m:rPr>
                              <a:rPr lang="en-US" altLang="ko-KR" sz="2000" b="0" i="0" dirty="0" smtClean="0">
                                <a:solidFill>
                                  <a:srgbClr val="222222"/>
                                </a:solidFill>
                                <a:latin typeface="Cambria Math" panose="02040503050406030204" pitchFamily="18" charset="0"/>
                              </a:rPr>
                              <m:t>log</m:t>
                            </m:r>
                          </m:e>
                          <m:sub>
                            <m:r>
                              <a:rPr lang="en-US" altLang="ko-KR" sz="2000" b="0" i="1" dirty="0" smtClean="0">
                                <a:solidFill>
                                  <a:srgbClr val="222222"/>
                                </a:solidFill>
                                <a:latin typeface="Cambria Math" panose="02040503050406030204" pitchFamily="18" charset="0"/>
                              </a:rPr>
                              <m:t>𝑎</m:t>
                            </m:r>
                          </m:sub>
                        </m:sSub>
                      </m:fName>
                      <m:e>
                        <m:r>
                          <a:rPr lang="en-US" altLang="ko-KR" sz="2000" b="0" i="1" dirty="0" smtClean="0">
                            <a:solidFill>
                              <a:srgbClr val="222222"/>
                            </a:solidFill>
                            <a:latin typeface="Cambria Math" panose="02040503050406030204" pitchFamily="18" charset="0"/>
                          </a:rPr>
                          <m:t>(−</m:t>
                        </m:r>
                        <m:r>
                          <a:rPr lang="en-US" altLang="ko-KR" sz="2000" b="0" i="1" dirty="0" smtClean="0">
                            <a:solidFill>
                              <a:srgbClr val="222222"/>
                            </a:solidFill>
                            <a:latin typeface="Cambria Math" panose="02040503050406030204" pitchFamily="18" charset="0"/>
                          </a:rPr>
                          <m:t>𝑥</m:t>
                        </m:r>
                        <m:r>
                          <a:rPr lang="en-US" altLang="ko-KR" sz="2000" b="0" i="1" dirty="0" smtClean="0">
                            <a:solidFill>
                              <a:srgbClr val="222222"/>
                            </a:solidFill>
                            <a:latin typeface="Cambria Math" panose="02040503050406030204" pitchFamily="18" charset="0"/>
                          </a:rPr>
                          <m:t>)</m:t>
                        </m:r>
                      </m:e>
                    </m:func>
                  </m:oMath>
                </a14:m>
                <a:r>
                  <a:rPr lang="en-US" altLang="ko-KR" sz="2000" dirty="0">
                    <a:latin typeface="Arial Narrow" panose="020B0606020202030204" pitchFamily="34" charset="0"/>
                  </a:rPr>
                  <a:t> by 1 on the x-axis</a:t>
                </a:r>
                <a:r>
                  <a:rPr lang="en-US" altLang="ko-KR" sz="2000" dirty="0">
                    <a:solidFill>
                      <a:srgbClr val="222222"/>
                    </a:solidFill>
                    <a:latin typeface="Arial Narrow" panose="020B0606020202030204" pitchFamily="34" charset="0"/>
                  </a:rPr>
                  <a:t> </a:t>
                </a:r>
              </a:p>
            </p:txBody>
          </p:sp>
        </mc:Choice>
        <mc:Fallback xmlns="">
          <p:sp>
            <p:nvSpPr>
              <p:cNvPr id="18" name="직사각형 17">
                <a:extLst>
                  <a:ext uri="{FF2B5EF4-FFF2-40B4-BE49-F238E27FC236}">
                    <a16:creationId xmlns:a16="http://schemas.microsoft.com/office/drawing/2014/main" id="{17250909-E1BC-45AB-A6E7-EBEDC0308F8B}"/>
                  </a:ext>
                </a:extLst>
              </p:cNvPr>
              <p:cNvSpPr>
                <a:spLocks noRot="1" noChangeAspect="1" noMove="1" noResize="1" noEditPoints="1" noAdjustHandles="1" noChangeArrowheads="1" noChangeShapeType="1" noTextEdit="1"/>
              </p:cNvSpPr>
              <p:nvPr/>
            </p:nvSpPr>
            <p:spPr>
              <a:xfrm>
                <a:off x="334128" y="1139403"/>
                <a:ext cx="8742077" cy="957442"/>
              </a:xfrm>
              <a:prstGeom prst="rect">
                <a:avLst/>
              </a:prstGeom>
              <a:blipFill>
                <a:blip r:embed="rId3"/>
                <a:stretch>
                  <a:fillRect l="-628" b="-10191"/>
                </a:stretch>
              </a:blipFill>
            </p:spPr>
            <p:txBody>
              <a:bodyPr/>
              <a:lstStyle/>
              <a:p>
                <a:r>
                  <a:rPr lang="ko-KR" altLang="en-US">
                    <a:noFill/>
                  </a:rPr>
                  <a:t> </a:t>
                </a:r>
              </a:p>
            </p:txBody>
          </p:sp>
        </mc:Fallback>
      </mc:AlternateContent>
      <p:pic>
        <p:nvPicPr>
          <p:cNvPr id="12" name="Picture 2">
            <a:extLst>
              <a:ext uri="{FF2B5EF4-FFF2-40B4-BE49-F238E27FC236}">
                <a16:creationId xmlns:a16="http://schemas.microsoft.com/office/drawing/2014/main" id="{40A9B207-5529-4319-A526-A0C19C0492C4}"/>
              </a:ext>
            </a:extLst>
          </p:cNvPr>
          <p:cNvPicPr>
            <a:picLocks noChangeAspect="1" noChangeArrowheads="1"/>
          </p:cNvPicPr>
          <p:nvPr/>
        </p:nvPicPr>
        <p:blipFill rotWithShape="1">
          <a:blip r:embed="rId4" cstate="print"/>
          <a:srcRect t="13408" r="35576"/>
          <a:stretch/>
        </p:blipFill>
        <p:spPr bwMode="auto">
          <a:xfrm>
            <a:off x="1227016" y="2378997"/>
            <a:ext cx="3896876" cy="3762502"/>
          </a:xfrm>
          <a:prstGeom prst="rect">
            <a:avLst/>
          </a:prstGeom>
          <a:noFill/>
          <a:ln w="9525">
            <a:noFill/>
            <a:miter lim="800000"/>
            <a:headEnd/>
            <a:tailEnd/>
          </a:ln>
        </p:spPr>
      </p:pic>
    </p:spTree>
    <p:extLst>
      <p:ext uri="{BB962C8B-B14F-4D97-AF65-F5344CB8AC3E}">
        <p14:creationId xmlns:p14="http://schemas.microsoft.com/office/powerpoint/2010/main" val="18431094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p:sp>
        <p:nvSpPr>
          <p:cNvPr id="18" name="직사각형 17">
            <a:extLst>
              <a:ext uri="{FF2B5EF4-FFF2-40B4-BE49-F238E27FC236}">
                <a16:creationId xmlns:a16="http://schemas.microsoft.com/office/drawing/2014/main" id="{17250909-E1BC-45AB-A6E7-EBEDC0308F8B}"/>
              </a:ext>
            </a:extLst>
          </p:cNvPr>
          <p:cNvSpPr/>
          <p:nvPr/>
        </p:nvSpPr>
        <p:spPr>
          <a:xfrm>
            <a:off x="334128" y="1139403"/>
            <a:ext cx="8742077" cy="957442"/>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Exponential and log function </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The graphs of the two inverses are symmetric with respect to the y=x.</a:t>
            </a:r>
          </a:p>
        </p:txBody>
      </p:sp>
      <p:pic>
        <p:nvPicPr>
          <p:cNvPr id="7" name="Picture 3"/>
          <p:cNvPicPr>
            <a:picLocks noChangeAspect="1" noChangeArrowheads="1"/>
          </p:cNvPicPr>
          <p:nvPr/>
        </p:nvPicPr>
        <p:blipFill>
          <a:blip r:embed="rId3" cstate="print"/>
          <a:srcRect/>
          <a:stretch>
            <a:fillRect/>
          </a:stretch>
        </p:blipFill>
        <p:spPr bwMode="auto">
          <a:xfrm>
            <a:off x="2099362" y="2437218"/>
            <a:ext cx="4002212" cy="3693729"/>
          </a:xfrm>
          <a:prstGeom prst="rect">
            <a:avLst/>
          </a:prstGeom>
          <a:noFill/>
          <a:ln w="9525">
            <a:noFill/>
            <a:miter lim="800000"/>
            <a:headEnd/>
            <a:tailEnd/>
          </a:ln>
        </p:spPr>
      </p:pic>
    </p:spTree>
    <p:extLst>
      <p:ext uri="{BB962C8B-B14F-4D97-AF65-F5344CB8AC3E}">
        <p14:creationId xmlns:p14="http://schemas.microsoft.com/office/powerpoint/2010/main" val="23466190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p:cNvPicPr>
            <a:picLocks noChangeAspect="1" noChangeArrowheads="1"/>
          </p:cNvPicPr>
          <p:nvPr/>
        </p:nvPicPr>
        <p:blipFill>
          <a:blip r:embed="rId3" cstate="print"/>
          <a:srcRect/>
          <a:stretch>
            <a:fillRect/>
          </a:stretch>
        </p:blipFill>
        <p:spPr bwMode="auto">
          <a:xfrm>
            <a:off x="2677298" y="3244968"/>
            <a:ext cx="4908738" cy="2970138"/>
          </a:xfrm>
          <a:prstGeom prst="rect">
            <a:avLst/>
          </a:prstGeom>
          <a:noFill/>
          <a:ln w="9525">
            <a:noFill/>
            <a:miter lim="800000"/>
            <a:headEnd/>
            <a:tailEnd/>
          </a:ln>
        </p:spPr>
      </p:pic>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mc:AlternateContent xmlns:mc="http://schemas.openxmlformats.org/markup-compatibility/2006" xmlns:a14="http://schemas.microsoft.com/office/drawing/2010/main">
        <mc:Choice Requires="a14">
          <p:sp>
            <p:nvSpPr>
              <p:cNvPr id="18" name="직사각형 17">
                <a:extLst>
                  <a:ext uri="{FF2B5EF4-FFF2-40B4-BE49-F238E27FC236}">
                    <a16:creationId xmlns:a16="http://schemas.microsoft.com/office/drawing/2014/main" id="{17250909-E1BC-45AB-A6E7-EBEDC0308F8B}"/>
                  </a:ext>
                </a:extLst>
              </p:cNvPr>
              <p:cNvSpPr/>
              <p:nvPr/>
            </p:nvSpPr>
            <p:spPr>
              <a:xfrm>
                <a:off x="334128" y="1139403"/>
                <a:ext cx="8742077" cy="2442785"/>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Sigmoid function </a:t>
                </a:r>
              </a:p>
              <a:p>
                <a:pPr marL="741600" lvl="1" indent="-28440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A form in which ‘e’ is included in the exponential function and entered in the denominator</a:t>
                </a:r>
              </a:p>
              <a:p>
                <a:pPr marL="741600" lvl="1" indent="-28440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The sigmoid function takes the form of an S curve.</a:t>
                </a:r>
              </a:p>
              <a:p>
                <a:pPr marL="741600" lvl="1" indent="-284400">
                  <a:lnSpc>
                    <a:spcPct val="150000"/>
                  </a:lnSpc>
                  <a:buFont typeface="Arial" panose="020B0604020202020204" pitchFamily="34" charset="0"/>
                  <a:buChar char="•"/>
                </a:pPr>
                <a14:m>
                  <m:oMath xmlns:m="http://schemas.openxmlformats.org/officeDocument/2006/math">
                    <m:r>
                      <a:rPr lang="en-US" altLang="ko-KR" sz="2000" b="0" i="1" smtClean="0">
                        <a:solidFill>
                          <a:srgbClr val="222222"/>
                        </a:solidFill>
                        <a:latin typeface="Cambria Math" panose="02040503050406030204" pitchFamily="18" charset="0"/>
                      </a:rPr>
                      <m:t>𝑓</m:t>
                    </m:r>
                    <m:d>
                      <m:dPr>
                        <m:ctrlPr>
                          <a:rPr lang="en-US" altLang="ko-KR" sz="2000" b="0" i="1" smtClean="0">
                            <a:solidFill>
                              <a:srgbClr val="222222"/>
                            </a:solidFill>
                            <a:latin typeface="Cambria Math" panose="02040503050406030204" pitchFamily="18" charset="0"/>
                          </a:rPr>
                        </m:ctrlPr>
                      </m:dPr>
                      <m:e>
                        <m:r>
                          <a:rPr lang="en-US" altLang="ko-KR" sz="2000" b="0" i="1" smtClean="0">
                            <a:solidFill>
                              <a:srgbClr val="222222"/>
                            </a:solidFill>
                            <a:latin typeface="Cambria Math" panose="02040503050406030204" pitchFamily="18" charset="0"/>
                          </a:rPr>
                          <m:t>𝑥</m:t>
                        </m:r>
                      </m:e>
                    </m:d>
                    <m:r>
                      <a:rPr lang="en-US" altLang="ko-KR" sz="2000" b="0" i="1" smtClean="0">
                        <a:solidFill>
                          <a:srgbClr val="222222"/>
                        </a:solidFill>
                        <a:latin typeface="Cambria Math" panose="02040503050406030204" pitchFamily="18" charset="0"/>
                      </a:rPr>
                      <m:t>=</m:t>
                    </m:r>
                    <m:f>
                      <m:fPr>
                        <m:ctrlPr>
                          <a:rPr lang="en-US" altLang="ko-KR" sz="2000" b="0" i="1" smtClean="0">
                            <a:solidFill>
                              <a:srgbClr val="222222"/>
                            </a:solidFill>
                            <a:latin typeface="Cambria Math" panose="02040503050406030204" pitchFamily="18" charset="0"/>
                          </a:rPr>
                        </m:ctrlPr>
                      </m:fPr>
                      <m:num>
                        <m:r>
                          <a:rPr lang="en-US" altLang="ko-KR" sz="2000" b="0" i="1" smtClean="0">
                            <a:solidFill>
                              <a:srgbClr val="222222"/>
                            </a:solidFill>
                            <a:latin typeface="Cambria Math" panose="02040503050406030204" pitchFamily="18" charset="0"/>
                          </a:rPr>
                          <m:t>1</m:t>
                        </m:r>
                      </m:num>
                      <m:den>
                        <m:r>
                          <a:rPr lang="en-US" altLang="ko-KR" sz="2000" b="0" i="1" smtClean="0">
                            <a:solidFill>
                              <a:srgbClr val="222222"/>
                            </a:solidFill>
                            <a:latin typeface="Cambria Math" panose="02040503050406030204" pitchFamily="18" charset="0"/>
                          </a:rPr>
                          <m:t>1+</m:t>
                        </m:r>
                        <m:sSup>
                          <m:sSupPr>
                            <m:ctrlPr>
                              <a:rPr lang="en-US" altLang="ko-KR" sz="2000" b="0" i="1" smtClean="0">
                                <a:solidFill>
                                  <a:srgbClr val="222222"/>
                                </a:solidFill>
                                <a:latin typeface="Cambria Math" panose="02040503050406030204" pitchFamily="18" charset="0"/>
                              </a:rPr>
                            </m:ctrlPr>
                          </m:sSupPr>
                          <m:e>
                            <m:r>
                              <a:rPr lang="en-US" altLang="ko-KR" sz="2000" b="0" i="1" smtClean="0">
                                <a:solidFill>
                                  <a:srgbClr val="222222"/>
                                </a:solidFill>
                                <a:latin typeface="Cambria Math" panose="02040503050406030204" pitchFamily="18" charset="0"/>
                              </a:rPr>
                              <m:t>𝑒</m:t>
                            </m:r>
                          </m:e>
                          <m:sup>
                            <m:r>
                              <a:rPr lang="en-US" altLang="ko-KR" sz="2000" b="0" i="1" smtClean="0">
                                <a:solidFill>
                                  <a:srgbClr val="222222"/>
                                </a:solidFill>
                                <a:latin typeface="Cambria Math" panose="02040503050406030204" pitchFamily="18" charset="0"/>
                              </a:rPr>
                              <m:t>−</m:t>
                            </m:r>
                            <m:r>
                              <a:rPr lang="en-US" altLang="ko-KR" sz="2000" b="0" i="1" smtClean="0">
                                <a:solidFill>
                                  <a:srgbClr val="222222"/>
                                </a:solidFill>
                                <a:latin typeface="Cambria Math" panose="02040503050406030204" pitchFamily="18" charset="0"/>
                              </a:rPr>
                              <m:t>𝑥</m:t>
                            </m:r>
                          </m:sup>
                        </m:sSup>
                      </m:den>
                    </m:f>
                  </m:oMath>
                </a14:m>
                <a:endParaRPr lang="en-US" altLang="ko-KR" sz="2000"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endParaRPr lang="en-US" altLang="ko-KR" sz="2000" dirty="0">
                  <a:solidFill>
                    <a:srgbClr val="222222"/>
                  </a:solidFill>
                  <a:latin typeface="Arial Narrow" panose="020B0606020202030204" pitchFamily="34" charset="0"/>
                </a:endParaRPr>
              </a:p>
            </p:txBody>
          </p:sp>
        </mc:Choice>
        <mc:Fallback xmlns="">
          <p:sp>
            <p:nvSpPr>
              <p:cNvPr id="18" name="직사각형 17">
                <a:extLst>
                  <a:ext uri="{FF2B5EF4-FFF2-40B4-BE49-F238E27FC236}">
                    <a16:creationId xmlns:a16="http://schemas.microsoft.com/office/drawing/2014/main" id="{17250909-E1BC-45AB-A6E7-EBEDC0308F8B}"/>
                  </a:ext>
                </a:extLst>
              </p:cNvPr>
              <p:cNvSpPr>
                <a:spLocks noRot="1" noChangeAspect="1" noMove="1" noResize="1" noEditPoints="1" noAdjustHandles="1" noChangeArrowheads="1" noChangeShapeType="1" noTextEdit="1"/>
              </p:cNvSpPr>
              <p:nvPr/>
            </p:nvSpPr>
            <p:spPr>
              <a:xfrm>
                <a:off x="334128" y="1139403"/>
                <a:ext cx="8742077" cy="2442785"/>
              </a:xfrm>
              <a:prstGeom prst="rect">
                <a:avLst/>
              </a:prstGeom>
              <a:blipFill>
                <a:blip r:embed="rId4"/>
                <a:stretch>
                  <a:fillRect l="-628"/>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10025972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p:sp>
        <p:nvSpPr>
          <p:cNvPr id="18" name="직사각형 17">
            <a:extLst>
              <a:ext uri="{FF2B5EF4-FFF2-40B4-BE49-F238E27FC236}">
                <a16:creationId xmlns:a16="http://schemas.microsoft.com/office/drawing/2014/main" id="{17250909-E1BC-45AB-A6E7-EBEDC0308F8B}"/>
              </a:ext>
            </a:extLst>
          </p:cNvPr>
          <p:cNvSpPr/>
          <p:nvPr/>
        </p:nvSpPr>
        <p:spPr>
          <a:xfrm>
            <a:off x="334128" y="1139403"/>
            <a:ext cx="8742077" cy="1419106"/>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Coding exercise </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Plotting graphs by a function of (1)linear, (2)quadratic, (3)natural exponential, (4)log, (5)sigmoid, and (6)log shifted horizontally by 1 on the x-axis, via python libraires </a:t>
            </a:r>
          </a:p>
        </p:txBody>
      </p:sp>
      <p:pic>
        <p:nvPicPr>
          <p:cNvPr id="3" name="그림 2">
            <a:extLst>
              <a:ext uri="{FF2B5EF4-FFF2-40B4-BE49-F238E27FC236}">
                <a16:creationId xmlns:a16="http://schemas.microsoft.com/office/drawing/2014/main" id="{81871AB4-E216-4EC9-878A-B20660C02B6F}"/>
              </a:ext>
            </a:extLst>
          </p:cNvPr>
          <p:cNvPicPr>
            <a:picLocks noChangeAspect="1"/>
          </p:cNvPicPr>
          <p:nvPr/>
        </p:nvPicPr>
        <p:blipFill>
          <a:blip r:embed="rId3"/>
          <a:stretch>
            <a:fillRect/>
          </a:stretch>
        </p:blipFill>
        <p:spPr>
          <a:xfrm>
            <a:off x="4705166" y="3575304"/>
            <a:ext cx="3035597" cy="2209632"/>
          </a:xfrm>
          <a:prstGeom prst="rect">
            <a:avLst/>
          </a:prstGeom>
        </p:spPr>
      </p:pic>
      <p:pic>
        <p:nvPicPr>
          <p:cNvPr id="19" name="그림 18">
            <a:extLst>
              <a:ext uri="{FF2B5EF4-FFF2-40B4-BE49-F238E27FC236}">
                <a16:creationId xmlns:a16="http://schemas.microsoft.com/office/drawing/2014/main" id="{CF58AA40-F221-4470-AE60-F402577BFAB4}"/>
              </a:ext>
            </a:extLst>
          </p:cNvPr>
          <p:cNvPicPr>
            <a:picLocks noChangeAspect="1"/>
          </p:cNvPicPr>
          <p:nvPr/>
        </p:nvPicPr>
        <p:blipFill>
          <a:blip r:embed="rId4"/>
          <a:stretch>
            <a:fillRect/>
          </a:stretch>
        </p:blipFill>
        <p:spPr>
          <a:xfrm>
            <a:off x="1002601" y="3575304"/>
            <a:ext cx="3133725" cy="2143125"/>
          </a:xfrm>
          <a:prstGeom prst="rect">
            <a:avLst/>
          </a:prstGeom>
        </p:spPr>
      </p:pic>
      <p:sp>
        <p:nvSpPr>
          <p:cNvPr id="24" name="TextBox 23">
            <a:extLst>
              <a:ext uri="{FF2B5EF4-FFF2-40B4-BE49-F238E27FC236}">
                <a16:creationId xmlns:a16="http://schemas.microsoft.com/office/drawing/2014/main" id="{32868AF7-D067-484D-8F9A-C7834DE00B5E}"/>
              </a:ext>
            </a:extLst>
          </p:cNvPr>
          <p:cNvSpPr txBox="1"/>
          <p:nvPr/>
        </p:nvSpPr>
        <p:spPr>
          <a:xfrm>
            <a:off x="971550" y="2970141"/>
            <a:ext cx="4572000"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Example</a:t>
            </a:r>
            <a:endParaRPr lang="ko-KR" altLang="en-US" dirty="0"/>
          </a:p>
        </p:txBody>
      </p:sp>
      <p:sp>
        <p:nvSpPr>
          <p:cNvPr id="22" name="사각형: 둥근 모서리 21">
            <a:extLst>
              <a:ext uri="{FF2B5EF4-FFF2-40B4-BE49-F238E27FC236}">
                <a16:creationId xmlns:a16="http://schemas.microsoft.com/office/drawing/2014/main" id="{AA2C3CEB-9BC6-4685-8FB1-9F20EA36D7FA}"/>
              </a:ext>
            </a:extLst>
          </p:cNvPr>
          <p:cNvSpPr/>
          <p:nvPr/>
        </p:nvSpPr>
        <p:spPr>
          <a:xfrm>
            <a:off x="850392" y="3429000"/>
            <a:ext cx="7291007" cy="2495550"/>
          </a:xfrm>
          <a:prstGeom prst="roundRect">
            <a:avLst>
              <a:gd name="adj" fmla="val 7140"/>
            </a:avLst>
          </a:prstGeom>
          <a:noFill/>
          <a:ln w="190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7638647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p:sp>
        <p:nvSpPr>
          <p:cNvPr id="18" name="직사각형 17">
            <a:extLst>
              <a:ext uri="{FF2B5EF4-FFF2-40B4-BE49-F238E27FC236}">
                <a16:creationId xmlns:a16="http://schemas.microsoft.com/office/drawing/2014/main" id="{17250909-E1BC-45AB-A6E7-EBEDC0308F8B}"/>
              </a:ext>
            </a:extLst>
          </p:cNvPr>
          <p:cNvSpPr/>
          <p:nvPr/>
        </p:nvSpPr>
        <p:spPr>
          <a:xfrm>
            <a:off x="334128" y="1139403"/>
            <a:ext cx="8742077" cy="1419106"/>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Coding exercise </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Plotting graphs by a function of (1)linear, (2)quadratic, (3)natural exponential, (4)log, (5)sigmoid, and (6)log shifted horizontally by 1 on the x-axis, via python libraires </a:t>
            </a:r>
          </a:p>
        </p:txBody>
      </p:sp>
      <p:sp>
        <p:nvSpPr>
          <p:cNvPr id="2" name="TextBox 1">
            <a:extLst>
              <a:ext uri="{FF2B5EF4-FFF2-40B4-BE49-F238E27FC236}">
                <a16:creationId xmlns:a16="http://schemas.microsoft.com/office/drawing/2014/main" id="{89D5F284-FB23-8656-3620-7C05CD4A856F}"/>
              </a:ext>
            </a:extLst>
          </p:cNvPr>
          <p:cNvSpPr txBox="1"/>
          <p:nvPr/>
        </p:nvSpPr>
        <p:spPr>
          <a:xfrm>
            <a:off x="1979469" y="3909675"/>
            <a:ext cx="4572000" cy="923330"/>
          </a:xfrm>
          <a:prstGeom prst="rect">
            <a:avLst/>
          </a:prstGeom>
          <a:noFill/>
        </p:spPr>
        <p:txBody>
          <a:bodyPr wrap="square">
            <a:spAutoFit/>
          </a:bodyPr>
          <a:lstStyle/>
          <a:p>
            <a:r>
              <a:rPr lang="en-US" altLang="ko-KR" dirty="0">
                <a:hlinkClick r:id="rId3"/>
              </a:rPr>
              <a:t>https://colab.research.google.com/github/JunetaeKim/DeepLearningClass/blob/main/Week3/Function%20plot.ipynb</a:t>
            </a:r>
            <a:endParaRPr lang="ko-KR" altLang="en-US" dirty="0"/>
          </a:p>
        </p:txBody>
      </p:sp>
    </p:spTree>
    <p:extLst>
      <p:ext uri="{BB962C8B-B14F-4D97-AF65-F5344CB8AC3E}">
        <p14:creationId xmlns:p14="http://schemas.microsoft.com/office/powerpoint/2010/main" val="6973843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3" name="모서리가 둥근 직사각형 2"/>
          <p:cNvSpPr/>
          <p:nvPr/>
        </p:nvSpPr>
        <p:spPr>
          <a:xfrm>
            <a:off x="1399033" y="2532888"/>
            <a:ext cx="6144768" cy="1142999"/>
          </a:xfrm>
          <a:prstGeom prst="roundRect">
            <a:avLst/>
          </a:prstGeom>
          <a:noFill/>
          <a:ln>
            <a:solidFill>
              <a:schemeClr val="tx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p:cNvSpPr/>
          <p:nvPr/>
        </p:nvSpPr>
        <p:spPr>
          <a:xfrm>
            <a:off x="3538014" y="2772788"/>
            <a:ext cx="1861302" cy="646331"/>
          </a:xfrm>
          <a:prstGeom prst="rect">
            <a:avLst/>
          </a:prstGeom>
        </p:spPr>
        <p:txBody>
          <a:bodyPr wrap="square">
            <a:spAutoFit/>
          </a:bodyPr>
          <a:lstStyle/>
          <a:p>
            <a:r>
              <a:rPr lang="en-US" altLang="ko-KR" sz="3600" dirty="0">
                <a:solidFill>
                  <a:srgbClr val="222222"/>
                </a:solidFill>
                <a:latin typeface="Arial Narrow" panose="020B0606020202030204" pitchFamily="34" charset="0"/>
              </a:rPr>
              <a:t>Derivative</a:t>
            </a:r>
          </a:p>
        </p:txBody>
      </p:sp>
      <p:sp>
        <p:nvSpPr>
          <p:cNvPr id="8" name="직사각형 7">
            <a:extLst>
              <a:ext uri="{FF2B5EF4-FFF2-40B4-BE49-F238E27FC236}">
                <a16:creationId xmlns:a16="http://schemas.microsoft.com/office/drawing/2014/main" id="{71526429-7C47-4997-9969-04DFBBFA4E21}"/>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p:spTree>
    <p:extLst>
      <p:ext uri="{BB962C8B-B14F-4D97-AF65-F5344CB8AC3E}">
        <p14:creationId xmlns:p14="http://schemas.microsoft.com/office/powerpoint/2010/main" val="25179713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p:sp>
        <p:nvSpPr>
          <p:cNvPr id="10" name="직사각형 9">
            <a:extLst>
              <a:ext uri="{FF2B5EF4-FFF2-40B4-BE49-F238E27FC236}">
                <a16:creationId xmlns:a16="http://schemas.microsoft.com/office/drawing/2014/main" id="{C7C7178E-B73C-405C-98AA-12B1241AB1A3}"/>
              </a:ext>
            </a:extLst>
          </p:cNvPr>
          <p:cNvSpPr/>
          <p:nvPr/>
        </p:nvSpPr>
        <p:spPr>
          <a:xfrm>
            <a:off x="328771" y="1139130"/>
            <a:ext cx="8742077" cy="1748107"/>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What is derivative?</a:t>
            </a:r>
          </a:p>
          <a:p>
            <a:pPr marL="742950" lvl="1" indent="-28575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The sensitivity to change of the function value (output value) with respect to a change in its argument (input value)</a:t>
            </a:r>
          </a:p>
          <a:p>
            <a:pPr marL="742950" lvl="1" indent="-28575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The rate change of y with respect to x of a function</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29E7651F-0D02-43ED-9F9E-95E9BA7FC3C6}"/>
                  </a:ext>
                </a:extLst>
              </p:cNvPr>
              <p:cNvSpPr txBox="1"/>
              <p:nvPr/>
            </p:nvSpPr>
            <p:spPr>
              <a:xfrm>
                <a:off x="5191458" y="4405993"/>
                <a:ext cx="2640587" cy="5702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ko-KR" sz="1600" b="0" i="1" smtClean="0">
                          <a:latin typeface="Cambria Math" panose="02040503050406030204" pitchFamily="18" charset="0"/>
                        </a:rPr>
                        <m:t>𝑆𝑙𝑜𝑝𝑒</m:t>
                      </m:r>
                      <m:r>
                        <a:rPr lang="en-US" altLang="ko-KR" sz="1600" b="0" i="1" smtClean="0">
                          <a:latin typeface="Cambria Math" panose="02040503050406030204" pitchFamily="18" charset="0"/>
                        </a:rPr>
                        <m:t>= </m:t>
                      </m:r>
                      <m:f>
                        <m:fPr>
                          <m:ctrlPr>
                            <a:rPr lang="en-US" altLang="ko-KR" sz="1600" i="1" smtClean="0">
                              <a:latin typeface="Cambria Math" panose="02040503050406030204" pitchFamily="18" charset="0"/>
                            </a:rPr>
                          </m:ctrlPr>
                        </m:fPr>
                        <m:num>
                          <m:r>
                            <a:rPr lang="en-US" altLang="ko-KR" sz="1600" i="1">
                              <a:latin typeface="Cambria Math" panose="02040503050406030204" pitchFamily="18" charset="0"/>
                              <a:ea typeface="Cambria Math" panose="02040503050406030204" pitchFamily="18" charset="0"/>
                            </a:rPr>
                            <m:t>∆</m:t>
                          </m:r>
                          <m:r>
                            <a:rPr lang="en-US" altLang="ko-KR" sz="1600" i="1">
                              <a:latin typeface="Cambria Math" panose="02040503050406030204" pitchFamily="18" charset="0"/>
                              <a:ea typeface="Cambria Math" panose="02040503050406030204" pitchFamily="18" charset="0"/>
                            </a:rPr>
                            <m:t>𝑦</m:t>
                          </m:r>
                        </m:num>
                        <m:den>
                          <m:r>
                            <a:rPr lang="en-US" altLang="ko-KR" sz="1600" i="1">
                              <a:latin typeface="Cambria Math" panose="02040503050406030204" pitchFamily="18" charset="0"/>
                              <a:ea typeface="Cambria Math" panose="02040503050406030204" pitchFamily="18" charset="0"/>
                            </a:rPr>
                            <m:t>∆</m:t>
                          </m:r>
                          <m:r>
                            <a:rPr lang="en-US" altLang="ko-KR" sz="1600" i="1">
                              <a:latin typeface="Cambria Math" panose="02040503050406030204" pitchFamily="18" charset="0"/>
                              <a:ea typeface="Cambria Math" panose="02040503050406030204" pitchFamily="18" charset="0"/>
                            </a:rPr>
                            <m:t>𝑥</m:t>
                          </m:r>
                        </m:den>
                      </m:f>
                      <m:r>
                        <a:rPr lang="en-US" altLang="ko-KR" sz="1600" b="0" i="1" smtClean="0">
                          <a:latin typeface="Cambria Math" panose="02040503050406030204" pitchFamily="18" charset="0"/>
                        </a:rPr>
                        <m:t>=</m:t>
                      </m:r>
                      <m:f>
                        <m:fPr>
                          <m:ctrlPr>
                            <a:rPr lang="en-US" altLang="ko-KR" sz="1600" b="0" i="1" smtClean="0">
                              <a:latin typeface="Cambria Math" panose="02040503050406030204" pitchFamily="18" charset="0"/>
                            </a:rPr>
                          </m:ctrlPr>
                        </m:fPr>
                        <m:num>
                          <m:r>
                            <a:rPr lang="en-US" altLang="ko-KR" sz="1600" b="0" i="1" smtClean="0">
                              <a:latin typeface="Cambria Math" panose="02040503050406030204" pitchFamily="18" charset="0"/>
                            </a:rPr>
                            <m:t>𝑓</m:t>
                          </m:r>
                          <m:d>
                            <m:dPr>
                              <m:ctrlPr>
                                <a:rPr lang="en-US" altLang="ko-KR" sz="1600" b="0" i="1" smtClean="0">
                                  <a:latin typeface="Cambria Math" panose="02040503050406030204" pitchFamily="18" charset="0"/>
                                </a:rPr>
                              </m:ctrlPr>
                            </m:dPr>
                            <m:e>
                              <m:r>
                                <a:rPr lang="en-US" altLang="ko-KR" sz="1600" b="0" i="1" smtClean="0">
                                  <a:latin typeface="Cambria Math" panose="02040503050406030204" pitchFamily="18" charset="0"/>
                                </a:rPr>
                                <m:t>𝑏</m:t>
                              </m:r>
                            </m:e>
                          </m:d>
                          <m:r>
                            <a:rPr lang="en-US" altLang="ko-KR" sz="1600" b="0" i="1" smtClean="0">
                              <a:latin typeface="Cambria Math" panose="02040503050406030204" pitchFamily="18" charset="0"/>
                            </a:rPr>
                            <m:t>−</m:t>
                          </m:r>
                          <m:r>
                            <a:rPr lang="en-US" altLang="ko-KR" sz="1600" b="0" i="1" smtClean="0">
                              <a:latin typeface="Cambria Math" panose="02040503050406030204" pitchFamily="18" charset="0"/>
                            </a:rPr>
                            <m:t>𝑓</m:t>
                          </m:r>
                          <m:r>
                            <a:rPr lang="en-US" altLang="ko-KR" sz="1600" b="0" i="1" smtClean="0">
                              <a:latin typeface="Cambria Math" panose="02040503050406030204" pitchFamily="18" charset="0"/>
                            </a:rPr>
                            <m:t>(</m:t>
                          </m:r>
                          <m:r>
                            <a:rPr lang="en-US" altLang="ko-KR" sz="1600" b="0" i="1" smtClean="0">
                              <a:latin typeface="Cambria Math" panose="02040503050406030204" pitchFamily="18" charset="0"/>
                            </a:rPr>
                            <m:t>𝑎</m:t>
                          </m:r>
                          <m:r>
                            <a:rPr lang="en-US" altLang="ko-KR" sz="1600" b="0" i="1" smtClean="0">
                              <a:latin typeface="Cambria Math" panose="02040503050406030204" pitchFamily="18" charset="0"/>
                            </a:rPr>
                            <m:t>)</m:t>
                          </m:r>
                        </m:num>
                        <m:den>
                          <m:r>
                            <a:rPr lang="en-US" altLang="ko-KR" sz="1600" b="0" i="1" smtClean="0">
                              <a:latin typeface="Cambria Math" panose="02040503050406030204" pitchFamily="18" charset="0"/>
                            </a:rPr>
                            <m:t>𝑏</m:t>
                          </m:r>
                          <m:r>
                            <a:rPr lang="en-US" altLang="ko-KR" sz="1600" b="0" i="1" smtClean="0">
                              <a:latin typeface="Cambria Math" panose="02040503050406030204" pitchFamily="18" charset="0"/>
                            </a:rPr>
                            <m:t>−</m:t>
                          </m:r>
                          <m:r>
                            <a:rPr lang="en-US" altLang="ko-KR" sz="1600" b="0" i="1" smtClean="0">
                              <a:latin typeface="Cambria Math" panose="02040503050406030204" pitchFamily="18" charset="0"/>
                            </a:rPr>
                            <m:t>𝑎</m:t>
                          </m:r>
                        </m:den>
                      </m:f>
                    </m:oMath>
                  </m:oMathPara>
                </a14:m>
                <a:endParaRPr lang="en-US" altLang="ko-KR" sz="1600" dirty="0">
                  <a:latin typeface="Arial Narrow" panose="020B0606020202030204" pitchFamily="34" charset="0"/>
                </a:endParaRPr>
              </a:p>
            </p:txBody>
          </p:sp>
        </mc:Choice>
        <mc:Fallback xmlns="">
          <p:sp>
            <p:nvSpPr>
              <p:cNvPr id="15" name="TextBox 14">
                <a:extLst>
                  <a:ext uri="{FF2B5EF4-FFF2-40B4-BE49-F238E27FC236}">
                    <a16:creationId xmlns:a16="http://schemas.microsoft.com/office/drawing/2014/main" id="{29E7651F-0D02-43ED-9F9E-95E9BA7FC3C6}"/>
                  </a:ext>
                </a:extLst>
              </p:cNvPr>
              <p:cNvSpPr txBox="1">
                <a:spLocks noRot="1" noChangeAspect="1" noMove="1" noResize="1" noEditPoints="1" noAdjustHandles="1" noChangeArrowheads="1" noChangeShapeType="1" noTextEdit="1"/>
              </p:cNvSpPr>
              <p:nvPr/>
            </p:nvSpPr>
            <p:spPr>
              <a:xfrm>
                <a:off x="5191458" y="4405993"/>
                <a:ext cx="2640587" cy="570221"/>
              </a:xfrm>
              <a:prstGeom prst="rect">
                <a:avLst/>
              </a:prstGeom>
              <a:blipFill>
                <a:blip r:embed="rId3"/>
                <a:stretch>
                  <a:fillRect/>
                </a:stretch>
              </a:blipFill>
            </p:spPr>
            <p:txBody>
              <a:bodyPr/>
              <a:lstStyle/>
              <a:p>
                <a:r>
                  <a:rPr lang="ko-KR" altLang="en-US">
                    <a:noFill/>
                  </a:rPr>
                  <a:t> </a:t>
                </a:r>
              </a:p>
            </p:txBody>
          </p:sp>
        </mc:Fallback>
      </mc:AlternateContent>
      <p:pic>
        <p:nvPicPr>
          <p:cNvPr id="16" name="Picture 2">
            <a:extLst>
              <a:ext uri="{FF2B5EF4-FFF2-40B4-BE49-F238E27FC236}">
                <a16:creationId xmlns:a16="http://schemas.microsoft.com/office/drawing/2014/main" id="{BCBF6E81-1742-4CC9-BF50-98E010024DB9}"/>
              </a:ext>
            </a:extLst>
          </p:cNvPr>
          <p:cNvPicPr>
            <a:picLocks noChangeAspect="1" noChangeArrowheads="1"/>
          </p:cNvPicPr>
          <p:nvPr/>
        </p:nvPicPr>
        <p:blipFill>
          <a:blip r:embed="rId4" cstate="print"/>
          <a:srcRect/>
          <a:stretch>
            <a:fillRect/>
          </a:stretch>
        </p:blipFill>
        <p:spPr bwMode="auto">
          <a:xfrm>
            <a:off x="1403499" y="3074959"/>
            <a:ext cx="3708101" cy="3682990"/>
          </a:xfrm>
          <a:prstGeom prst="rect">
            <a:avLst/>
          </a:prstGeom>
          <a:noFill/>
          <a:ln w="9525">
            <a:noFill/>
            <a:miter lim="800000"/>
            <a:headEnd/>
            <a:tailEnd/>
          </a:ln>
        </p:spPr>
      </p:pic>
    </p:spTree>
    <p:extLst>
      <p:ext uri="{BB962C8B-B14F-4D97-AF65-F5344CB8AC3E}">
        <p14:creationId xmlns:p14="http://schemas.microsoft.com/office/powerpoint/2010/main" val="38782201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p:sp>
        <p:nvSpPr>
          <p:cNvPr id="10" name="직사각형 9">
            <a:extLst>
              <a:ext uri="{FF2B5EF4-FFF2-40B4-BE49-F238E27FC236}">
                <a16:creationId xmlns:a16="http://schemas.microsoft.com/office/drawing/2014/main" id="{C7C7178E-B73C-405C-98AA-12B1241AB1A3}"/>
              </a:ext>
            </a:extLst>
          </p:cNvPr>
          <p:cNvSpPr/>
          <p:nvPr/>
        </p:nvSpPr>
        <p:spPr>
          <a:xfrm>
            <a:off x="328771" y="1139130"/>
            <a:ext cx="8742077" cy="2215991"/>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What is derivative?</a:t>
            </a:r>
          </a:p>
          <a:p>
            <a:pPr marL="742950" lvl="1" indent="-28575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It's a momentary change, that's so subtle that it doesn't actually move, only reveals direction</a:t>
            </a:r>
          </a:p>
          <a:p>
            <a:pPr marL="742950" lvl="1" indent="-28575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The derivative is often described as the "instantaneous rate of change“</a:t>
            </a:r>
          </a:p>
          <a:p>
            <a:pPr marL="742950" lvl="1" indent="-28575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The derivative of a function of a single variable at a chosen input value, is the slope of the </a:t>
            </a:r>
            <a:r>
              <a:rPr lang="en-US" altLang="ko-KR" dirty="0">
                <a:solidFill>
                  <a:schemeClr val="accent5"/>
                </a:solidFill>
                <a:latin typeface="Arial Narrow" panose="020B0606020202030204" pitchFamily="34" charset="0"/>
              </a:rPr>
              <a:t>tangent line </a:t>
            </a:r>
            <a:r>
              <a:rPr lang="en-US" altLang="ko-KR" dirty="0">
                <a:solidFill>
                  <a:srgbClr val="222222"/>
                </a:solidFill>
                <a:latin typeface="Arial Narrow" panose="020B0606020202030204" pitchFamily="34" charset="0"/>
              </a:rPr>
              <a:t>to the graph of the function at that point.</a:t>
            </a:r>
          </a:p>
        </p:txBody>
      </p:sp>
      <p:pic>
        <p:nvPicPr>
          <p:cNvPr id="6" name="Picture 2">
            <a:extLst>
              <a:ext uri="{FF2B5EF4-FFF2-40B4-BE49-F238E27FC236}">
                <a16:creationId xmlns:a16="http://schemas.microsoft.com/office/drawing/2014/main" id="{5A9DAA6A-49E2-4B61-AC2B-79BF105FBB42}"/>
              </a:ext>
            </a:extLst>
          </p:cNvPr>
          <p:cNvPicPr>
            <a:picLocks noChangeAspect="1" noChangeArrowheads="1"/>
          </p:cNvPicPr>
          <p:nvPr/>
        </p:nvPicPr>
        <p:blipFill>
          <a:blip r:embed="rId3" cstate="print"/>
          <a:srcRect/>
          <a:stretch>
            <a:fillRect/>
          </a:stretch>
        </p:blipFill>
        <p:spPr bwMode="auto">
          <a:xfrm>
            <a:off x="1587527" y="3429000"/>
            <a:ext cx="3917161" cy="3326510"/>
          </a:xfrm>
          <a:prstGeom prst="rect">
            <a:avLst/>
          </a:prstGeom>
          <a:noFill/>
          <a:ln w="9525">
            <a:noFill/>
            <a:miter lim="800000"/>
            <a:headEnd/>
            <a:tailEnd/>
          </a:ln>
        </p:spPr>
      </p:pic>
      <p:grpSp>
        <p:nvGrpSpPr>
          <p:cNvPr id="5" name="그룹 4">
            <a:extLst>
              <a:ext uri="{FF2B5EF4-FFF2-40B4-BE49-F238E27FC236}">
                <a16:creationId xmlns:a16="http://schemas.microsoft.com/office/drawing/2014/main" id="{23473E01-707D-437A-AE43-8FF17A691756}"/>
              </a:ext>
            </a:extLst>
          </p:cNvPr>
          <p:cNvGrpSpPr/>
          <p:nvPr/>
        </p:nvGrpSpPr>
        <p:grpSpPr>
          <a:xfrm>
            <a:off x="4459224" y="4513095"/>
            <a:ext cx="1650492" cy="338554"/>
            <a:chOff x="3754929" y="4463031"/>
            <a:chExt cx="1650492" cy="338554"/>
          </a:xfrm>
        </p:grpSpPr>
        <p:sp>
          <p:nvSpPr>
            <p:cNvPr id="9" name="TextBox 8">
              <a:extLst>
                <a:ext uri="{FF2B5EF4-FFF2-40B4-BE49-F238E27FC236}">
                  <a16:creationId xmlns:a16="http://schemas.microsoft.com/office/drawing/2014/main" id="{7CE0D979-01E5-4047-BB06-696B14193ECF}"/>
                </a:ext>
              </a:extLst>
            </p:cNvPr>
            <p:cNvSpPr txBox="1"/>
            <p:nvPr/>
          </p:nvSpPr>
          <p:spPr>
            <a:xfrm>
              <a:off x="4049061" y="4463031"/>
              <a:ext cx="1356360" cy="338554"/>
            </a:xfrm>
            <a:prstGeom prst="rect">
              <a:avLst/>
            </a:prstGeom>
            <a:noFill/>
          </p:spPr>
          <p:txBody>
            <a:bodyPr wrap="square">
              <a:spAutoFit/>
            </a:bodyPr>
            <a:lstStyle/>
            <a:p>
              <a:r>
                <a:rPr lang="en-US" altLang="ko-KR" sz="1600" i="1" dirty="0">
                  <a:solidFill>
                    <a:schemeClr val="accent5"/>
                  </a:solidFill>
                </a:rPr>
                <a:t>tangent line </a:t>
              </a:r>
              <a:endParaRPr lang="ko-KR" altLang="en-US" sz="1600" i="1" dirty="0">
                <a:solidFill>
                  <a:schemeClr val="accent5"/>
                </a:solidFill>
              </a:endParaRPr>
            </a:p>
          </p:txBody>
        </p:sp>
        <p:cxnSp>
          <p:nvCxnSpPr>
            <p:cNvPr id="4" name="직선 화살표 연결선 3">
              <a:extLst>
                <a:ext uri="{FF2B5EF4-FFF2-40B4-BE49-F238E27FC236}">
                  <a16:creationId xmlns:a16="http://schemas.microsoft.com/office/drawing/2014/main" id="{10F0AD44-2E65-4264-B2C0-A2434FC0032E}"/>
                </a:ext>
              </a:extLst>
            </p:cNvPr>
            <p:cNvCxnSpPr>
              <a:cxnSpLocks/>
            </p:cNvCxnSpPr>
            <p:nvPr/>
          </p:nvCxnSpPr>
          <p:spPr>
            <a:xfrm flipH="1">
              <a:off x="3754929" y="4636880"/>
              <a:ext cx="325929" cy="0"/>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0299596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p:sp>
        <p:nvSpPr>
          <p:cNvPr id="10" name="직사각형 9">
            <a:extLst>
              <a:ext uri="{FF2B5EF4-FFF2-40B4-BE49-F238E27FC236}">
                <a16:creationId xmlns:a16="http://schemas.microsoft.com/office/drawing/2014/main" id="{C7C7178E-B73C-405C-98AA-12B1241AB1A3}"/>
              </a:ext>
            </a:extLst>
          </p:cNvPr>
          <p:cNvSpPr/>
          <p:nvPr/>
        </p:nvSpPr>
        <p:spPr>
          <a:xfrm>
            <a:off x="328771" y="1139130"/>
            <a:ext cx="8742077" cy="495777"/>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Generalization of derivatives</a:t>
            </a:r>
          </a:p>
        </p:txBody>
      </p:sp>
      <p:pic>
        <p:nvPicPr>
          <p:cNvPr id="11" name="Picture 2">
            <a:extLst>
              <a:ext uri="{FF2B5EF4-FFF2-40B4-BE49-F238E27FC236}">
                <a16:creationId xmlns:a16="http://schemas.microsoft.com/office/drawing/2014/main" id="{461444C4-4CAC-4535-8038-E12A631D4918}"/>
              </a:ext>
            </a:extLst>
          </p:cNvPr>
          <p:cNvPicPr>
            <a:picLocks noChangeAspect="1" noChangeArrowheads="1"/>
          </p:cNvPicPr>
          <p:nvPr/>
        </p:nvPicPr>
        <p:blipFill>
          <a:blip r:embed="rId3" cstate="print"/>
          <a:srcRect/>
          <a:stretch>
            <a:fillRect/>
          </a:stretch>
        </p:blipFill>
        <p:spPr bwMode="auto">
          <a:xfrm>
            <a:off x="836364" y="2046266"/>
            <a:ext cx="3863445" cy="3837282"/>
          </a:xfrm>
          <a:prstGeom prst="rect">
            <a:avLst/>
          </a:prstGeom>
          <a:noFill/>
          <a:ln w="9525">
            <a:noFill/>
            <a:miter lim="800000"/>
            <a:headEnd/>
            <a:tailEnd/>
          </a:ln>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C8333257-23CC-4BCD-B87D-6E46AD132BD0}"/>
                  </a:ext>
                </a:extLst>
              </p:cNvPr>
              <p:cNvSpPr txBox="1"/>
              <p:nvPr/>
            </p:nvSpPr>
            <p:spPr>
              <a:xfrm>
                <a:off x="4864608" y="2679670"/>
                <a:ext cx="3152767" cy="2120452"/>
              </a:xfrm>
              <a:prstGeom prst="rect">
                <a:avLst/>
              </a:prstGeom>
              <a:noFill/>
            </p:spPr>
            <p:txBody>
              <a:bodyPr wrap="square">
                <a:spAutoFit/>
              </a:bodyPr>
              <a:lstStyle/>
              <a:p>
                <a:pPr>
                  <a:lnSpc>
                    <a:spcPct val="150000"/>
                  </a:lnSpc>
                </a:pPr>
                <a14:m>
                  <m:oMathPara xmlns:m="http://schemas.openxmlformats.org/officeDocument/2006/math">
                    <m:oMathParaPr>
                      <m:jc m:val="centerGroup"/>
                    </m:oMathParaPr>
                    <m:oMath xmlns:m="http://schemas.openxmlformats.org/officeDocument/2006/math">
                      <m:r>
                        <a:rPr lang="en-US" altLang="ko-KR" i="1" smtClean="0">
                          <a:latin typeface="Cambria Math" panose="02040503050406030204" pitchFamily="18" charset="0"/>
                        </a:rPr>
                        <m:t>𝑠𝑙𝑜𝑝𝑒</m:t>
                      </m:r>
                      <m:r>
                        <a:rPr lang="en-US" altLang="ko-KR" i="1" smtClean="0">
                          <a:latin typeface="Cambria Math" panose="02040503050406030204" pitchFamily="18" charset="0"/>
                        </a:rPr>
                        <m:t> </m:t>
                      </m:r>
                      <m:r>
                        <a:rPr lang="en-US" altLang="ko-KR" i="1" smtClean="0">
                          <a:latin typeface="Cambria Math" panose="02040503050406030204" pitchFamily="18" charset="0"/>
                        </a:rPr>
                        <m:t>𝑜𝑓</m:t>
                      </m:r>
                      <m:r>
                        <a:rPr lang="en-US" altLang="ko-KR" i="1" smtClean="0">
                          <a:latin typeface="Cambria Math" panose="02040503050406030204" pitchFamily="18" charset="0"/>
                        </a:rPr>
                        <m:t> </m:t>
                      </m:r>
                      <m:r>
                        <a:rPr lang="en-US" altLang="ko-KR" i="1" smtClean="0">
                          <a:latin typeface="Cambria Math" panose="02040503050406030204" pitchFamily="18" charset="0"/>
                        </a:rPr>
                        <m:t>𝑡h𝑒</m:t>
                      </m:r>
                      <m:r>
                        <a:rPr lang="en-US" altLang="ko-KR" i="1" smtClean="0">
                          <a:latin typeface="Cambria Math" panose="02040503050406030204" pitchFamily="18" charset="0"/>
                        </a:rPr>
                        <m:t> </m:t>
                      </m:r>
                      <m:r>
                        <a:rPr lang="en-US" altLang="ko-KR" i="1" smtClean="0">
                          <a:latin typeface="Cambria Math" panose="02040503050406030204" pitchFamily="18" charset="0"/>
                        </a:rPr>
                        <m:t>𝑙𝑖𝑛𝑒</m:t>
                      </m:r>
                      <m:r>
                        <a:rPr lang="en-US" altLang="ko-KR" i="1" smtClean="0">
                          <a:latin typeface="Cambria Math" panose="02040503050406030204" pitchFamily="18" charset="0"/>
                        </a:rPr>
                        <m:t> </m:t>
                      </m:r>
                      <m:r>
                        <a:rPr lang="en-US" altLang="ko-KR" i="1" smtClean="0">
                          <a:latin typeface="Cambria Math" panose="02040503050406030204" pitchFamily="18" charset="0"/>
                        </a:rPr>
                        <m:t>𝐴𝐵</m:t>
                      </m:r>
                    </m:oMath>
                  </m:oMathPara>
                </a14:m>
                <a:endParaRPr lang="en-US" altLang="ko-KR" i="1" dirty="0">
                  <a:latin typeface="Cambria Math" panose="02040503050406030204" pitchFamily="18" charset="0"/>
                </a:endParaRPr>
              </a:p>
              <a:p>
                <a:pPr>
                  <a:lnSpc>
                    <a:spcPct val="150000"/>
                  </a:lnSpc>
                </a:pPr>
                <a14:m>
                  <m:oMathPara xmlns:m="http://schemas.openxmlformats.org/officeDocument/2006/math">
                    <m:oMathParaPr>
                      <m:jc m:val="centerGroup"/>
                    </m:oMathParaPr>
                    <m:oMath xmlns:m="http://schemas.openxmlformats.org/officeDocument/2006/math">
                      <m:r>
                        <a:rPr lang="en-US" altLang="ko-KR" b="0" i="1" smtClean="0">
                          <a:latin typeface="Cambria Math" panose="02040503050406030204" pitchFamily="18" charset="0"/>
                        </a:rPr>
                        <m:t>= </m:t>
                      </m:r>
                      <m:f>
                        <m:fPr>
                          <m:ctrlPr>
                            <a:rPr lang="en-US" altLang="ko-KR" b="0" i="1" smtClean="0">
                              <a:latin typeface="Cambria Math" panose="02040503050406030204" pitchFamily="18" charset="0"/>
                            </a:rPr>
                          </m:ctrlPr>
                        </m:fPr>
                        <m:num>
                          <m:r>
                            <a:rPr lang="en-US" altLang="ko-KR" b="0" i="1" smtClean="0">
                              <a:latin typeface="Cambria Math" panose="02040503050406030204" pitchFamily="18" charset="0"/>
                            </a:rPr>
                            <m:t>𝑓</m:t>
                          </m:r>
                          <m:d>
                            <m:dPr>
                              <m:ctrlPr>
                                <a:rPr lang="en-US" altLang="ko-KR" b="0" i="1" smtClean="0">
                                  <a:latin typeface="Cambria Math" panose="02040503050406030204" pitchFamily="18" charset="0"/>
                                </a:rPr>
                              </m:ctrlPr>
                            </m:dPr>
                            <m:e>
                              <m:r>
                                <a:rPr lang="en-US" altLang="ko-KR" b="0" i="1" smtClean="0">
                                  <a:latin typeface="Cambria Math" panose="02040503050406030204" pitchFamily="18" charset="0"/>
                                </a:rPr>
                                <m:t>𝑏</m:t>
                              </m:r>
                            </m:e>
                          </m:d>
                          <m:r>
                            <a:rPr lang="en-US" altLang="ko-KR" b="0" i="1" smtClean="0">
                              <a:latin typeface="Cambria Math" panose="02040503050406030204" pitchFamily="18" charset="0"/>
                            </a:rPr>
                            <m:t>−</m:t>
                          </m:r>
                          <m:r>
                            <a:rPr lang="en-US" altLang="ko-KR" b="0" i="1" smtClean="0">
                              <a:latin typeface="Cambria Math" panose="02040503050406030204" pitchFamily="18" charset="0"/>
                            </a:rPr>
                            <m:t>𝑓</m:t>
                          </m:r>
                          <m:r>
                            <a:rPr lang="en-US" altLang="ko-KR" b="0" i="1" smtClean="0">
                              <a:latin typeface="Cambria Math" panose="02040503050406030204" pitchFamily="18" charset="0"/>
                            </a:rPr>
                            <m:t>(</m:t>
                          </m:r>
                          <m:r>
                            <a:rPr lang="en-US" altLang="ko-KR" b="0" i="1" smtClean="0">
                              <a:latin typeface="Cambria Math" panose="02040503050406030204" pitchFamily="18" charset="0"/>
                            </a:rPr>
                            <m:t>𝑎</m:t>
                          </m:r>
                          <m:r>
                            <a:rPr lang="en-US" altLang="ko-KR" b="0" i="1" smtClean="0">
                              <a:latin typeface="Cambria Math" panose="02040503050406030204" pitchFamily="18" charset="0"/>
                            </a:rPr>
                            <m:t>)</m:t>
                          </m:r>
                        </m:num>
                        <m:den>
                          <m:r>
                            <a:rPr lang="en-US" altLang="ko-KR" b="0" i="1" smtClean="0">
                              <a:latin typeface="Cambria Math" panose="02040503050406030204" pitchFamily="18" charset="0"/>
                            </a:rPr>
                            <m:t>𝑏</m:t>
                          </m:r>
                          <m:r>
                            <a:rPr lang="en-US" altLang="ko-KR" b="0" i="1" smtClean="0">
                              <a:latin typeface="Cambria Math" panose="02040503050406030204" pitchFamily="18" charset="0"/>
                            </a:rPr>
                            <m:t>−</m:t>
                          </m:r>
                          <m:r>
                            <a:rPr lang="en-US" altLang="ko-KR" b="0" i="1" smtClean="0">
                              <a:latin typeface="Cambria Math" panose="02040503050406030204" pitchFamily="18" charset="0"/>
                            </a:rPr>
                            <m:t>𝑎</m:t>
                          </m:r>
                        </m:den>
                      </m:f>
                    </m:oMath>
                  </m:oMathPara>
                </a14:m>
                <a:endParaRPr lang="en-US" altLang="ko-KR" b="0" i="1" dirty="0">
                  <a:latin typeface="Cambria Math" panose="02040503050406030204" pitchFamily="18" charset="0"/>
                </a:endParaRPr>
              </a:p>
              <a:p>
                <a:pPr>
                  <a:lnSpc>
                    <a:spcPct val="150000"/>
                  </a:lnSpc>
                </a:pPr>
                <a14:m>
                  <m:oMathPara xmlns:m="http://schemas.openxmlformats.org/officeDocument/2006/math">
                    <m:oMathParaPr>
                      <m:jc m:val="centerGroup"/>
                    </m:oMathParaPr>
                    <m:oMath xmlns:m="http://schemas.openxmlformats.org/officeDocument/2006/math">
                      <m:r>
                        <a:rPr lang="en-US" altLang="ko-KR" b="0" i="1" smtClean="0">
                          <a:latin typeface="Cambria Math" panose="02040503050406030204" pitchFamily="18" charset="0"/>
                        </a:rPr>
                        <m:t>=</m:t>
                      </m:r>
                      <m:f>
                        <m:fPr>
                          <m:ctrlPr>
                            <a:rPr lang="en-US" altLang="ko-KR" b="0" i="1" smtClean="0">
                              <a:latin typeface="Cambria Math" panose="02040503050406030204" pitchFamily="18" charset="0"/>
                            </a:rPr>
                          </m:ctrlPr>
                        </m:fPr>
                        <m:num>
                          <m:r>
                            <a:rPr lang="en-US" altLang="ko-KR" b="0" i="1" smtClean="0">
                              <a:latin typeface="Cambria Math" panose="02040503050406030204" pitchFamily="18" charset="0"/>
                            </a:rPr>
                            <m:t>𝑓</m:t>
                          </m:r>
                          <m:d>
                            <m:dPr>
                              <m:ctrlPr>
                                <a:rPr lang="en-US" altLang="ko-KR" b="0" i="1" smtClean="0">
                                  <a:latin typeface="Cambria Math" panose="02040503050406030204" pitchFamily="18" charset="0"/>
                                </a:rPr>
                              </m:ctrlPr>
                            </m:dPr>
                            <m:e>
                              <m:r>
                                <a:rPr lang="en-US" altLang="ko-KR" b="0" i="1" smtClean="0">
                                  <a:latin typeface="Cambria Math" panose="02040503050406030204" pitchFamily="18" charset="0"/>
                                </a:rPr>
                                <m:t>𝑎</m:t>
                              </m:r>
                              <m:r>
                                <a:rPr lang="en-US" altLang="ko-KR" b="0" i="1" smtClean="0">
                                  <a:latin typeface="Cambria Math" panose="02040503050406030204" pitchFamily="18" charset="0"/>
                                </a:rPr>
                                <m:t>+∆</m:t>
                              </m:r>
                              <m:r>
                                <a:rPr lang="en-US" altLang="ko-KR" b="0" i="1" smtClean="0">
                                  <a:latin typeface="Cambria Math" panose="02040503050406030204" pitchFamily="18" charset="0"/>
                                  <a:ea typeface="Cambria Math" panose="02040503050406030204" pitchFamily="18" charset="0"/>
                                </a:rPr>
                                <m:t>𝑥</m:t>
                              </m:r>
                            </m:e>
                          </m:d>
                          <m:r>
                            <a:rPr lang="en-US" altLang="ko-KR" b="0" i="1" smtClean="0">
                              <a:latin typeface="Cambria Math" panose="02040503050406030204" pitchFamily="18" charset="0"/>
                            </a:rPr>
                            <m:t>−</m:t>
                          </m:r>
                          <m:r>
                            <a:rPr lang="en-US" altLang="ko-KR" b="0" i="1" smtClean="0">
                              <a:latin typeface="Cambria Math" panose="02040503050406030204" pitchFamily="18" charset="0"/>
                            </a:rPr>
                            <m:t>𝑓</m:t>
                          </m:r>
                          <m:r>
                            <a:rPr lang="en-US" altLang="ko-KR" b="0" i="1" smtClean="0">
                              <a:latin typeface="Cambria Math" panose="02040503050406030204" pitchFamily="18" charset="0"/>
                            </a:rPr>
                            <m:t>(</m:t>
                          </m:r>
                          <m:r>
                            <a:rPr lang="en-US" altLang="ko-KR" b="0" i="1" smtClean="0">
                              <a:latin typeface="Cambria Math" panose="02040503050406030204" pitchFamily="18" charset="0"/>
                            </a:rPr>
                            <m:t>𝑎</m:t>
                          </m:r>
                          <m:r>
                            <a:rPr lang="en-US" altLang="ko-KR" b="0" i="1" smtClean="0">
                              <a:latin typeface="Cambria Math" panose="02040503050406030204" pitchFamily="18" charset="0"/>
                            </a:rPr>
                            <m:t>)</m:t>
                          </m:r>
                        </m:num>
                        <m:den>
                          <m:r>
                            <a:rPr lang="en-US" altLang="ko-KR" b="0" i="1" smtClean="0">
                              <a:latin typeface="Cambria Math" panose="02040503050406030204" pitchFamily="18" charset="0"/>
                              <a:ea typeface="Cambria Math" panose="02040503050406030204" pitchFamily="18" charset="0"/>
                            </a:rPr>
                            <m:t>∆</m:t>
                          </m:r>
                          <m:r>
                            <a:rPr lang="en-US" altLang="ko-KR" b="0" i="1" smtClean="0">
                              <a:latin typeface="Cambria Math" panose="02040503050406030204" pitchFamily="18" charset="0"/>
                              <a:ea typeface="Cambria Math" panose="02040503050406030204" pitchFamily="18" charset="0"/>
                            </a:rPr>
                            <m:t>𝑥</m:t>
                          </m:r>
                        </m:den>
                      </m:f>
                    </m:oMath>
                  </m:oMathPara>
                </a14:m>
                <a:endParaRPr lang="en-US" altLang="ko-KR" dirty="0"/>
              </a:p>
            </p:txBody>
          </p:sp>
        </mc:Choice>
        <mc:Fallback xmlns="">
          <p:sp>
            <p:nvSpPr>
              <p:cNvPr id="12" name="TextBox 11">
                <a:extLst>
                  <a:ext uri="{FF2B5EF4-FFF2-40B4-BE49-F238E27FC236}">
                    <a16:creationId xmlns:a16="http://schemas.microsoft.com/office/drawing/2014/main" id="{C8333257-23CC-4BCD-B87D-6E46AD132BD0}"/>
                  </a:ext>
                </a:extLst>
              </p:cNvPr>
              <p:cNvSpPr txBox="1">
                <a:spLocks noRot="1" noChangeAspect="1" noMove="1" noResize="1" noEditPoints="1" noAdjustHandles="1" noChangeArrowheads="1" noChangeShapeType="1" noTextEdit="1"/>
              </p:cNvSpPr>
              <p:nvPr/>
            </p:nvSpPr>
            <p:spPr>
              <a:xfrm>
                <a:off x="4864608" y="2679670"/>
                <a:ext cx="3152767" cy="2120452"/>
              </a:xfrm>
              <a:prstGeom prst="rect">
                <a:avLst/>
              </a:prstGeom>
              <a:blipFill>
                <a:blip r:embed="rId4"/>
                <a:stretch>
                  <a:fillRect/>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17780758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mc:AlternateContent xmlns:mc="http://schemas.openxmlformats.org/markup-compatibility/2006" xmlns:a14="http://schemas.microsoft.com/office/drawing/2010/main">
        <mc:Choice Requires="a14">
          <p:sp>
            <p:nvSpPr>
              <p:cNvPr id="10" name="직사각형 9">
                <a:extLst>
                  <a:ext uri="{FF2B5EF4-FFF2-40B4-BE49-F238E27FC236}">
                    <a16:creationId xmlns:a16="http://schemas.microsoft.com/office/drawing/2014/main" id="{C7C7178E-B73C-405C-98AA-12B1241AB1A3}"/>
                  </a:ext>
                </a:extLst>
              </p:cNvPr>
              <p:cNvSpPr/>
              <p:nvPr/>
            </p:nvSpPr>
            <p:spPr>
              <a:xfrm>
                <a:off x="328771" y="1139130"/>
                <a:ext cx="8742077" cy="2407390"/>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Generalization of derivatives</a:t>
                </a:r>
              </a:p>
              <a:p>
                <a:pPr marL="741600" lvl="1" indent="-284400">
                  <a:lnSpc>
                    <a:spcPct val="150000"/>
                  </a:lnSpc>
                  <a:buFont typeface="Arial" panose="020B0604020202020204" pitchFamily="34" charset="0"/>
                  <a:buChar char="•"/>
                </a:pPr>
                <a14:m>
                  <m:oMath xmlns:m="http://schemas.openxmlformats.org/officeDocument/2006/math">
                    <m:r>
                      <a:rPr lang="en-US" altLang="ko-KR" i="1" smtClean="0">
                        <a:latin typeface="Cambria Math" panose="02040503050406030204" pitchFamily="18" charset="0"/>
                      </a:rPr>
                      <m:t>𝑠𝑙𝑜𝑝𝑒</m:t>
                    </m:r>
                    <m:r>
                      <a:rPr lang="en-US" altLang="ko-KR" i="1" smtClean="0">
                        <a:latin typeface="Cambria Math" panose="02040503050406030204" pitchFamily="18" charset="0"/>
                      </a:rPr>
                      <m:t> </m:t>
                    </m:r>
                    <m:r>
                      <a:rPr lang="en-US" altLang="ko-KR" i="1" smtClean="0">
                        <a:latin typeface="Cambria Math" panose="02040503050406030204" pitchFamily="18" charset="0"/>
                      </a:rPr>
                      <m:t>𝑜𝑓</m:t>
                    </m:r>
                    <m:r>
                      <a:rPr lang="en-US" altLang="ko-KR" i="1" smtClean="0">
                        <a:latin typeface="Cambria Math" panose="02040503050406030204" pitchFamily="18" charset="0"/>
                      </a:rPr>
                      <m:t> </m:t>
                    </m:r>
                    <m:r>
                      <a:rPr lang="en-US" altLang="ko-KR" i="1" smtClean="0">
                        <a:latin typeface="Cambria Math" panose="02040503050406030204" pitchFamily="18" charset="0"/>
                      </a:rPr>
                      <m:t>𝑡h𝑒</m:t>
                    </m:r>
                    <m:r>
                      <a:rPr lang="en-US" altLang="ko-KR" i="1" smtClean="0">
                        <a:latin typeface="Cambria Math" panose="02040503050406030204" pitchFamily="18" charset="0"/>
                      </a:rPr>
                      <m:t> </m:t>
                    </m:r>
                    <m:r>
                      <a:rPr lang="en-US" altLang="ko-KR" i="1" smtClean="0">
                        <a:latin typeface="Cambria Math" panose="02040503050406030204" pitchFamily="18" charset="0"/>
                      </a:rPr>
                      <m:t>𝑙𝑖𝑛𝑒</m:t>
                    </m:r>
                    <m:r>
                      <a:rPr lang="en-US" altLang="ko-KR" i="1" smtClean="0">
                        <a:latin typeface="Cambria Math" panose="02040503050406030204" pitchFamily="18" charset="0"/>
                      </a:rPr>
                      <m:t> </m:t>
                    </m:r>
                    <m:r>
                      <a:rPr lang="en-US" altLang="ko-KR" i="1" smtClean="0">
                        <a:latin typeface="Cambria Math" panose="02040503050406030204" pitchFamily="18" charset="0"/>
                      </a:rPr>
                      <m:t>𝐴𝐵</m:t>
                    </m:r>
                    <m:r>
                      <a:rPr lang="en-US" altLang="ko-KR" b="0" i="1" smtClean="0">
                        <a:latin typeface="Cambria Math" panose="02040503050406030204" pitchFamily="18" charset="0"/>
                      </a:rPr>
                      <m:t>= </m:t>
                    </m:r>
                    <m:f>
                      <m:fPr>
                        <m:ctrlPr>
                          <a:rPr lang="en-US" altLang="ko-KR" b="0" i="1" smtClean="0">
                            <a:latin typeface="Cambria Math" panose="02040503050406030204" pitchFamily="18" charset="0"/>
                          </a:rPr>
                        </m:ctrlPr>
                      </m:fPr>
                      <m:num>
                        <m:r>
                          <a:rPr lang="en-US" altLang="ko-KR" b="0" i="1" smtClean="0">
                            <a:latin typeface="Cambria Math" panose="02040503050406030204" pitchFamily="18" charset="0"/>
                          </a:rPr>
                          <m:t>𝑓</m:t>
                        </m:r>
                        <m:d>
                          <m:dPr>
                            <m:ctrlPr>
                              <a:rPr lang="en-US" altLang="ko-KR" b="0" i="1" smtClean="0">
                                <a:latin typeface="Cambria Math" panose="02040503050406030204" pitchFamily="18" charset="0"/>
                              </a:rPr>
                            </m:ctrlPr>
                          </m:dPr>
                          <m:e>
                            <m:r>
                              <a:rPr lang="en-US" altLang="ko-KR" b="0" i="1" smtClean="0">
                                <a:latin typeface="Cambria Math" panose="02040503050406030204" pitchFamily="18" charset="0"/>
                              </a:rPr>
                              <m:t>𝑏</m:t>
                            </m:r>
                          </m:e>
                        </m:d>
                        <m:r>
                          <a:rPr lang="en-US" altLang="ko-KR" b="0" i="1" smtClean="0">
                            <a:latin typeface="Cambria Math" panose="02040503050406030204" pitchFamily="18" charset="0"/>
                          </a:rPr>
                          <m:t>−</m:t>
                        </m:r>
                        <m:r>
                          <a:rPr lang="en-US" altLang="ko-KR" b="0" i="1" smtClean="0">
                            <a:latin typeface="Cambria Math" panose="02040503050406030204" pitchFamily="18" charset="0"/>
                          </a:rPr>
                          <m:t>𝑓</m:t>
                        </m:r>
                        <m:r>
                          <a:rPr lang="en-US" altLang="ko-KR" b="0" i="1" smtClean="0">
                            <a:latin typeface="Cambria Math" panose="02040503050406030204" pitchFamily="18" charset="0"/>
                          </a:rPr>
                          <m:t>(</m:t>
                        </m:r>
                        <m:r>
                          <a:rPr lang="en-US" altLang="ko-KR" b="0" i="1" smtClean="0">
                            <a:latin typeface="Cambria Math" panose="02040503050406030204" pitchFamily="18" charset="0"/>
                          </a:rPr>
                          <m:t>𝑎</m:t>
                        </m:r>
                        <m:r>
                          <a:rPr lang="en-US" altLang="ko-KR" b="0" i="1" smtClean="0">
                            <a:latin typeface="Cambria Math" panose="02040503050406030204" pitchFamily="18" charset="0"/>
                          </a:rPr>
                          <m:t>)</m:t>
                        </m:r>
                      </m:num>
                      <m:den>
                        <m:r>
                          <a:rPr lang="en-US" altLang="ko-KR" b="0" i="1" smtClean="0">
                            <a:latin typeface="Cambria Math" panose="02040503050406030204" pitchFamily="18" charset="0"/>
                          </a:rPr>
                          <m:t>𝑏</m:t>
                        </m:r>
                        <m:r>
                          <a:rPr lang="en-US" altLang="ko-KR" b="0" i="1" smtClean="0">
                            <a:latin typeface="Cambria Math" panose="02040503050406030204" pitchFamily="18" charset="0"/>
                          </a:rPr>
                          <m:t>−</m:t>
                        </m:r>
                        <m:r>
                          <a:rPr lang="en-US" altLang="ko-KR" b="0" i="1" smtClean="0">
                            <a:latin typeface="Cambria Math" panose="02040503050406030204" pitchFamily="18" charset="0"/>
                          </a:rPr>
                          <m:t>𝑎</m:t>
                        </m:r>
                      </m:den>
                    </m:f>
                    <m:r>
                      <a:rPr lang="en-US" altLang="ko-KR" b="0" i="1" smtClean="0">
                        <a:latin typeface="Cambria Math" panose="02040503050406030204" pitchFamily="18" charset="0"/>
                      </a:rPr>
                      <m:t>=</m:t>
                    </m:r>
                    <m:f>
                      <m:fPr>
                        <m:ctrlPr>
                          <a:rPr lang="en-US" altLang="ko-KR" b="0" i="1" smtClean="0">
                            <a:latin typeface="Cambria Math" panose="02040503050406030204" pitchFamily="18" charset="0"/>
                          </a:rPr>
                        </m:ctrlPr>
                      </m:fPr>
                      <m:num>
                        <m:r>
                          <a:rPr lang="en-US" altLang="ko-KR" b="0" i="1" smtClean="0">
                            <a:latin typeface="Cambria Math" panose="02040503050406030204" pitchFamily="18" charset="0"/>
                          </a:rPr>
                          <m:t>𝑓</m:t>
                        </m:r>
                        <m:d>
                          <m:dPr>
                            <m:ctrlPr>
                              <a:rPr lang="en-US" altLang="ko-KR" b="0" i="1" smtClean="0">
                                <a:latin typeface="Cambria Math" panose="02040503050406030204" pitchFamily="18" charset="0"/>
                              </a:rPr>
                            </m:ctrlPr>
                          </m:dPr>
                          <m:e>
                            <m:r>
                              <a:rPr lang="en-US" altLang="ko-KR" b="0" i="1" smtClean="0">
                                <a:latin typeface="Cambria Math" panose="02040503050406030204" pitchFamily="18" charset="0"/>
                              </a:rPr>
                              <m:t>𝑎</m:t>
                            </m:r>
                            <m:r>
                              <a:rPr lang="en-US" altLang="ko-KR" b="0" i="1" smtClean="0">
                                <a:latin typeface="Cambria Math" panose="02040503050406030204" pitchFamily="18" charset="0"/>
                              </a:rPr>
                              <m:t>+∆</m:t>
                            </m:r>
                            <m:r>
                              <a:rPr lang="en-US" altLang="ko-KR" b="0" i="1" smtClean="0">
                                <a:latin typeface="Cambria Math" panose="02040503050406030204" pitchFamily="18" charset="0"/>
                                <a:ea typeface="Cambria Math" panose="02040503050406030204" pitchFamily="18" charset="0"/>
                              </a:rPr>
                              <m:t>𝑥</m:t>
                            </m:r>
                          </m:e>
                        </m:d>
                        <m:r>
                          <a:rPr lang="en-US" altLang="ko-KR" b="0" i="1" smtClean="0">
                            <a:latin typeface="Cambria Math" panose="02040503050406030204" pitchFamily="18" charset="0"/>
                          </a:rPr>
                          <m:t>−</m:t>
                        </m:r>
                        <m:r>
                          <a:rPr lang="en-US" altLang="ko-KR" b="0" i="1" smtClean="0">
                            <a:latin typeface="Cambria Math" panose="02040503050406030204" pitchFamily="18" charset="0"/>
                          </a:rPr>
                          <m:t>𝑓</m:t>
                        </m:r>
                        <m:r>
                          <a:rPr lang="en-US" altLang="ko-KR" b="0" i="1" smtClean="0">
                            <a:latin typeface="Cambria Math" panose="02040503050406030204" pitchFamily="18" charset="0"/>
                          </a:rPr>
                          <m:t>(</m:t>
                        </m:r>
                        <m:r>
                          <a:rPr lang="en-US" altLang="ko-KR" b="0" i="1" smtClean="0">
                            <a:latin typeface="Cambria Math" panose="02040503050406030204" pitchFamily="18" charset="0"/>
                          </a:rPr>
                          <m:t>𝑎</m:t>
                        </m:r>
                        <m:r>
                          <a:rPr lang="en-US" altLang="ko-KR" b="0" i="1" smtClean="0">
                            <a:latin typeface="Cambria Math" panose="02040503050406030204" pitchFamily="18" charset="0"/>
                          </a:rPr>
                          <m:t>)</m:t>
                        </m:r>
                      </m:num>
                      <m:den>
                        <m:r>
                          <a:rPr lang="en-US" altLang="ko-KR" b="0" i="1" smtClean="0">
                            <a:latin typeface="Cambria Math" panose="02040503050406030204" pitchFamily="18" charset="0"/>
                            <a:ea typeface="Cambria Math" panose="02040503050406030204" pitchFamily="18" charset="0"/>
                          </a:rPr>
                          <m:t>∆</m:t>
                        </m:r>
                        <m:r>
                          <a:rPr lang="en-US" altLang="ko-KR" b="0" i="1" smtClean="0">
                            <a:latin typeface="Cambria Math" panose="02040503050406030204" pitchFamily="18" charset="0"/>
                            <a:ea typeface="Cambria Math" panose="02040503050406030204" pitchFamily="18" charset="0"/>
                          </a:rPr>
                          <m:t>𝑥</m:t>
                        </m:r>
                      </m:den>
                    </m:f>
                  </m:oMath>
                </a14:m>
                <a:endParaRPr lang="en-US" altLang="ko-KR" b="0" dirty="0">
                  <a:latin typeface="Arial Narrow" panose="020B0606020202030204" pitchFamily="34" charset="0"/>
                  <a:ea typeface="Cambria Math" panose="02040503050406030204" pitchFamily="18" charset="0"/>
                </a:endParaRPr>
              </a:p>
              <a:p>
                <a:pPr marL="741600" lvl="1" indent="-28440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The slope of the line AB is also called the “average rate of change” between A and B</a:t>
                </a:r>
              </a:p>
              <a:p>
                <a:pPr marL="741600" lvl="1" indent="-284400">
                  <a:lnSpc>
                    <a:spcPct val="150000"/>
                  </a:lnSpc>
                  <a:buFont typeface="Arial" panose="020B0604020202020204" pitchFamily="34" charset="0"/>
                  <a:buChar char="•"/>
                </a:pPr>
                <a:endParaRPr lang="en-US" altLang="ko-KR"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endParaRPr lang="en-US" altLang="ko-KR" sz="2000" dirty="0">
                  <a:solidFill>
                    <a:srgbClr val="222222"/>
                  </a:solidFill>
                  <a:latin typeface="Arial Narrow" panose="020B0606020202030204" pitchFamily="34" charset="0"/>
                </a:endParaRPr>
              </a:p>
            </p:txBody>
          </p:sp>
        </mc:Choice>
        <mc:Fallback xmlns="">
          <p:sp>
            <p:nvSpPr>
              <p:cNvPr id="10" name="직사각형 9">
                <a:extLst>
                  <a:ext uri="{FF2B5EF4-FFF2-40B4-BE49-F238E27FC236}">
                    <a16:creationId xmlns:a16="http://schemas.microsoft.com/office/drawing/2014/main" id="{C7C7178E-B73C-405C-98AA-12B1241AB1A3}"/>
                  </a:ext>
                </a:extLst>
              </p:cNvPr>
              <p:cNvSpPr>
                <a:spLocks noRot="1" noChangeAspect="1" noMove="1" noResize="1" noEditPoints="1" noAdjustHandles="1" noChangeArrowheads="1" noChangeShapeType="1" noTextEdit="1"/>
              </p:cNvSpPr>
              <p:nvPr/>
            </p:nvSpPr>
            <p:spPr>
              <a:xfrm>
                <a:off x="328771" y="1139130"/>
                <a:ext cx="8742077" cy="2407390"/>
              </a:xfrm>
              <a:prstGeom prst="rect">
                <a:avLst/>
              </a:prstGeom>
              <a:blipFill>
                <a:blip r:embed="rId3"/>
                <a:stretch>
                  <a:fillRect l="-628"/>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21467462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mc:AlternateContent xmlns:mc="http://schemas.openxmlformats.org/markup-compatibility/2006" xmlns:a14="http://schemas.microsoft.com/office/drawing/2010/main">
        <mc:Choice Requires="a14">
          <p:sp>
            <p:nvSpPr>
              <p:cNvPr id="10" name="직사각형 9">
                <a:extLst>
                  <a:ext uri="{FF2B5EF4-FFF2-40B4-BE49-F238E27FC236}">
                    <a16:creationId xmlns:a16="http://schemas.microsoft.com/office/drawing/2014/main" id="{C7C7178E-B73C-405C-98AA-12B1241AB1A3}"/>
                  </a:ext>
                </a:extLst>
              </p:cNvPr>
              <p:cNvSpPr/>
              <p:nvPr/>
            </p:nvSpPr>
            <p:spPr>
              <a:xfrm>
                <a:off x="328771" y="1139130"/>
                <a:ext cx="8742077" cy="5394810"/>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Generalization of derivatives</a:t>
                </a:r>
              </a:p>
              <a:p>
                <a:pPr marL="741600" lvl="1" indent="-284400">
                  <a:lnSpc>
                    <a:spcPct val="150000"/>
                  </a:lnSpc>
                  <a:buFont typeface="Arial" panose="020B0604020202020204" pitchFamily="34" charset="0"/>
                  <a:buChar char="•"/>
                </a:pPr>
                <a14:m>
                  <m:oMath xmlns:m="http://schemas.openxmlformats.org/officeDocument/2006/math">
                    <m:r>
                      <a:rPr lang="en-US" altLang="ko-KR" i="1" smtClean="0">
                        <a:latin typeface="Cambria Math" panose="02040503050406030204" pitchFamily="18" charset="0"/>
                      </a:rPr>
                      <m:t>𝑠𝑙𝑜𝑝𝑒</m:t>
                    </m:r>
                    <m:r>
                      <a:rPr lang="en-US" altLang="ko-KR" i="1" smtClean="0">
                        <a:latin typeface="Cambria Math" panose="02040503050406030204" pitchFamily="18" charset="0"/>
                      </a:rPr>
                      <m:t> </m:t>
                    </m:r>
                    <m:r>
                      <a:rPr lang="en-US" altLang="ko-KR" i="1" smtClean="0">
                        <a:latin typeface="Cambria Math" panose="02040503050406030204" pitchFamily="18" charset="0"/>
                      </a:rPr>
                      <m:t>𝑜𝑓</m:t>
                    </m:r>
                    <m:r>
                      <a:rPr lang="en-US" altLang="ko-KR" i="1" smtClean="0">
                        <a:latin typeface="Cambria Math" panose="02040503050406030204" pitchFamily="18" charset="0"/>
                      </a:rPr>
                      <m:t> </m:t>
                    </m:r>
                    <m:r>
                      <a:rPr lang="en-US" altLang="ko-KR" i="1" smtClean="0">
                        <a:latin typeface="Cambria Math" panose="02040503050406030204" pitchFamily="18" charset="0"/>
                      </a:rPr>
                      <m:t>𝑡h𝑒</m:t>
                    </m:r>
                    <m:r>
                      <a:rPr lang="en-US" altLang="ko-KR" i="1" smtClean="0">
                        <a:latin typeface="Cambria Math" panose="02040503050406030204" pitchFamily="18" charset="0"/>
                      </a:rPr>
                      <m:t> </m:t>
                    </m:r>
                    <m:r>
                      <a:rPr lang="en-US" altLang="ko-KR" i="1" smtClean="0">
                        <a:latin typeface="Cambria Math" panose="02040503050406030204" pitchFamily="18" charset="0"/>
                      </a:rPr>
                      <m:t>𝑙𝑖𝑛𝑒</m:t>
                    </m:r>
                    <m:r>
                      <a:rPr lang="en-US" altLang="ko-KR" i="1" smtClean="0">
                        <a:latin typeface="Cambria Math" panose="02040503050406030204" pitchFamily="18" charset="0"/>
                      </a:rPr>
                      <m:t> </m:t>
                    </m:r>
                    <m:r>
                      <a:rPr lang="en-US" altLang="ko-KR" i="1" smtClean="0">
                        <a:latin typeface="Cambria Math" panose="02040503050406030204" pitchFamily="18" charset="0"/>
                      </a:rPr>
                      <m:t>𝐴𝐵</m:t>
                    </m:r>
                    <m:r>
                      <a:rPr lang="en-US" altLang="ko-KR" b="0" i="1" smtClean="0">
                        <a:latin typeface="Cambria Math" panose="02040503050406030204" pitchFamily="18" charset="0"/>
                      </a:rPr>
                      <m:t>= </m:t>
                    </m:r>
                    <m:f>
                      <m:fPr>
                        <m:ctrlPr>
                          <a:rPr lang="en-US" altLang="ko-KR" b="0" i="1" smtClean="0">
                            <a:latin typeface="Cambria Math" panose="02040503050406030204" pitchFamily="18" charset="0"/>
                          </a:rPr>
                        </m:ctrlPr>
                      </m:fPr>
                      <m:num>
                        <m:r>
                          <a:rPr lang="en-US" altLang="ko-KR" b="0" i="1" smtClean="0">
                            <a:latin typeface="Cambria Math" panose="02040503050406030204" pitchFamily="18" charset="0"/>
                          </a:rPr>
                          <m:t>𝑓</m:t>
                        </m:r>
                        <m:d>
                          <m:dPr>
                            <m:ctrlPr>
                              <a:rPr lang="en-US" altLang="ko-KR" b="0" i="1" smtClean="0">
                                <a:latin typeface="Cambria Math" panose="02040503050406030204" pitchFamily="18" charset="0"/>
                              </a:rPr>
                            </m:ctrlPr>
                          </m:dPr>
                          <m:e>
                            <m:r>
                              <a:rPr lang="en-US" altLang="ko-KR" b="0" i="1" smtClean="0">
                                <a:latin typeface="Cambria Math" panose="02040503050406030204" pitchFamily="18" charset="0"/>
                              </a:rPr>
                              <m:t>𝑏</m:t>
                            </m:r>
                          </m:e>
                        </m:d>
                        <m:r>
                          <a:rPr lang="en-US" altLang="ko-KR" b="0" i="1" smtClean="0">
                            <a:latin typeface="Cambria Math" panose="02040503050406030204" pitchFamily="18" charset="0"/>
                          </a:rPr>
                          <m:t>−</m:t>
                        </m:r>
                        <m:r>
                          <a:rPr lang="en-US" altLang="ko-KR" b="0" i="1" smtClean="0">
                            <a:latin typeface="Cambria Math" panose="02040503050406030204" pitchFamily="18" charset="0"/>
                          </a:rPr>
                          <m:t>𝑓</m:t>
                        </m:r>
                        <m:r>
                          <a:rPr lang="en-US" altLang="ko-KR" b="0" i="1" smtClean="0">
                            <a:latin typeface="Cambria Math" panose="02040503050406030204" pitchFamily="18" charset="0"/>
                          </a:rPr>
                          <m:t>(</m:t>
                        </m:r>
                        <m:r>
                          <a:rPr lang="en-US" altLang="ko-KR" b="0" i="1" smtClean="0">
                            <a:latin typeface="Cambria Math" panose="02040503050406030204" pitchFamily="18" charset="0"/>
                          </a:rPr>
                          <m:t>𝑎</m:t>
                        </m:r>
                        <m:r>
                          <a:rPr lang="en-US" altLang="ko-KR" b="0" i="1" smtClean="0">
                            <a:latin typeface="Cambria Math" panose="02040503050406030204" pitchFamily="18" charset="0"/>
                          </a:rPr>
                          <m:t>)</m:t>
                        </m:r>
                      </m:num>
                      <m:den>
                        <m:r>
                          <a:rPr lang="en-US" altLang="ko-KR" b="0" i="1" smtClean="0">
                            <a:latin typeface="Cambria Math" panose="02040503050406030204" pitchFamily="18" charset="0"/>
                          </a:rPr>
                          <m:t>𝑏</m:t>
                        </m:r>
                        <m:r>
                          <a:rPr lang="en-US" altLang="ko-KR" b="0" i="1" smtClean="0">
                            <a:latin typeface="Cambria Math" panose="02040503050406030204" pitchFamily="18" charset="0"/>
                          </a:rPr>
                          <m:t>−</m:t>
                        </m:r>
                        <m:r>
                          <a:rPr lang="en-US" altLang="ko-KR" b="0" i="1" smtClean="0">
                            <a:latin typeface="Cambria Math" panose="02040503050406030204" pitchFamily="18" charset="0"/>
                          </a:rPr>
                          <m:t>𝑎</m:t>
                        </m:r>
                      </m:den>
                    </m:f>
                    <m:r>
                      <a:rPr lang="en-US" altLang="ko-KR" b="0" i="1" smtClean="0">
                        <a:latin typeface="Cambria Math" panose="02040503050406030204" pitchFamily="18" charset="0"/>
                      </a:rPr>
                      <m:t>=</m:t>
                    </m:r>
                    <m:f>
                      <m:fPr>
                        <m:ctrlPr>
                          <a:rPr lang="en-US" altLang="ko-KR" b="0" i="1" smtClean="0">
                            <a:latin typeface="Cambria Math" panose="02040503050406030204" pitchFamily="18" charset="0"/>
                          </a:rPr>
                        </m:ctrlPr>
                      </m:fPr>
                      <m:num>
                        <m:r>
                          <a:rPr lang="en-US" altLang="ko-KR" b="0" i="1" smtClean="0">
                            <a:latin typeface="Cambria Math" panose="02040503050406030204" pitchFamily="18" charset="0"/>
                          </a:rPr>
                          <m:t>𝑓</m:t>
                        </m:r>
                        <m:d>
                          <m:dPr>
                            <m:ctrlPr>
                              <a:rPr lang="en-US" altLang="ko-KR" b="0" i="1" smtClean="0">
                                <a:latin typeface="Cambria Math" panose="02040503050406030204" pitchFamily="18" charset="0"/>
                              </a:rPr>
                            </m:ctrlPr>
                          </m:dPr>
                          <m:e>
                            <m:r>
                              <a:rPr lang="en-US" altLang="ko-KR" b="0" i="1" smtClean="0">
                                <a:latin typeface="Cambria Math" panose="02040503050406030204" pitchFamily="18" charset="0"/>
                              </a:rPr>
                              <m:t>𝑎</m:t>
                            </m:r>
                            <m:r>
                              <a:rPr lang="en-US" altLang="ko-KR" b="0" i="1" smtClean="0">
                                <a:latin typeface="Cambria Math" panose="02040503050406030204" pitchFamily="18" charset="0"/>
                              </a:rPr>
                              <m:t>+∆</m:t>
                            </m:r>
                            <m:r>
                              <a:rPr lang="en-US" altLang="ko-KR" b="0" i="1" smtClean="0">
                                <a:latin typeface="Cambria Math" panose="02040503050406030204" pitchFamily="18" charset="0"/>
                                <a:ea typeface="Cambria Math" panose="02040503050406030204" pitchFamily="18" charset="0"/>
                              </a:rPr>
                              <m:t>𝑥</m:t>
                            </m:r>
                          </m:e>
                        </m:d>
                        <m:r>
                          <a:rPr lang="en-US" altLang="ko-KR" b="0" i="1" smtClean="0">
                            <a:latin typeface="Cambria Math" panose="02040503050406030204" pitchFamily="18" charset="0"/>
                          </a:rPr>
                          <m:t>−</m:t>
                        </m:r>
                        <m:r>
                          <a:rPr lang="en-US" altLang="ko-KR" b="0" i="1" smtClean="0">
                            <a:latin typeface="Cambria Math" panose="02040503050406030204" pitchFamily="18" charset="0"/>
                          </a:rPr>
                          <m:t>𝑓</m:t>
                        </m:r>
                        <m:r>
                          <a:rPr lang="en-US" altLang="ko-KR" b="0" i="1" smtClean="0">
                            <a:latin typeface="Cambria Math" panose="02040503050406030204" pitchFamily="18" charset="0"/>
                          </a:rPr>
                          <m:t>(</m:t>
                        </m:r>
                        <m:r>
                          <a:rPr lang="en-US" altLang="ko-KR" b="0" i="1" smtClean="0">
                            <a:latin typeface="Cambria Math" panose="02040503050406030204" pitchFamily="18" charset="0"/>
                          </a:rPr>
                          <m:t>𝑎</m:t>
                        </m:r>
                        <m:r>
                          <a:rPr lang="en-US" altLang="ko-KR" b="0" i="1" smtClean="0">
                            <a:latin typeface="Cambria Math" panose="02040503050406030204" pitchFamily="18" charset="0"/>
                          </a:rPr>
                          <m:t>)</m:t>
                        </m:r>
                      </m:num>
                      <m:den>
                        <m:r>
                          <a:rPr lang="en-US" altLang="ko-KR" b="0" i="1" smtClean="0">
                            <a:latin typeface="Cambria Math" panose="02040503050406030204" pitchFamily="18" charset="0"/>
                            <a:ea typeface="Cambria Math" panose="02040503050406030204" pitchFamily="18" charset="0"/>
                          </a:rPr>
                          <m:t>∆</m:t>
                        </m:r>
                        <m:r>
                          <a:rPr lang="en-US" altLang="ko-KR" b="0" i="1" smtClean="0">
                            <a:latin typeface="Cambria Math" panose="02040503050406030204" pitchFamily="18" charset="0"/>
                            <a:ea typeface="Cambria Math" panose="02040503050406030204" pitchFamily="18" charset="0"/>
                          </a:rPr>
                          <m:t>𝑥</m:t>
                        </m:r>
                      </m:den>
                    </m:f>
                  </m:oMath>
                </a14:m>
                <a:endParaRPr lang="en-US" altLang="ko-KR" b="0" dirty="0">
                  <a:latin typeface="Arial Narrow" panose="020B0606020202030204" pitchFamily="34" charset="0"/>
                  <a:ea typeface="Cambria Math" panose="02040503050406030204" pitchFamily="18" charset="0"/>
                </a:endParaRPr>
              </a:p>
              <a:p>
                <a:pPr marL="741600" lvl="1" indent="-28440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The slope of the line AB is also called the “average rate of change” between A and B</a:t>
                </a:r>
              </a:p>
              <a:p>
                <a:pPr marL="741600" lvl="1" indent="-284400">
                  <a:lnSpc>
                    <a:spcPct val="150000"/>
                  </a:lnSpc>
                  <a:buFont typeface="Arial" panose="020B0604020202020204" pitchFamily="34" charset="0"/>
                  <a:buChar char="•"/>
                </a:pPr>
                <a:endParaRPr lang="en-US" altLang="ko-KR" dirty="0">
                  <a:solidFill>
                    <a:srgbClr val="222222"/>
                  </a:solidFill>
                  <a:latin typeface="Arial Narrow" panose="020B0606020202030204" pitchFamily="34" charset="0"/>
                </a:endParaRPr>
              </a:p>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Instantaneous rate of change:</a:t>
                </a:r>
              </a:p>
              <a:p>
                <a:pPr marL="741600" lvl="1" indent="-28440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The instantaneous slope when the change in x is so small that it is not exactly zero, but very close to zero</a:t>
                </a:r>
              </a:p>
              <a:p>
                <a:pPr marL="741600" lvl="1" indent="-284400">
                  <a:lnSpc>
                    <a:spcPct val="150000"/>
                  </a:lnSpc>
                  <a:buFont typeface="Arial" panose="020B0604020202020204" pitchFamily="34" charset="0"/>
                  <a:buChar char="•"/>
                </a:pPr>
                <a14:m>
                  <m:oMath xmlns:m="http://schemas.openxmlformats.org/officeDocument/2006/math">
                    <m:func>
                      <m:funcPr>
                        <m:ctrlPr>
                          <a:rPr lang="en-US" altLang="ko-KR" i="1" smtClean="0">
                            <a:solidFill>
                              <a:srgbClr val="222222"/>
                            </a:solidFill>
                            <a:latin typeface="Cambria Math" panose="02040503050406030204" pitchFamily="18" charset="0"/>
                          </a:rPr>
                        </m:ctrlPr>
                      </m:funcPr>
                      <m:fName>
                        <m:limLow>
                          <m:limLowPr>
                            <m:ctrlPr>
                              <a:rPr lang="en-US" altLang="ko-KR" i="1" smtClean="0">
                                <a:solidFill>
                                  <a:srgbClr val="222222"/>
                                </a:solidFill>
                                <a:latin typeface="Cambria Math" panose="02040503050406030204" pitchFamily="18" charset="0"/>
                              </a:rPr>
                            </m:ctrlPr>
                          </m:limLowPr>
                          <m:e>
                            <m:r>
                              <m:rPr>
                                <m:sty m:val="p"/>
                              </m:rPr>
                              <a:rPr lang="en-US" altLang="ko-KR" i="0" smtClean="0">
                                <a:solidFill>
                                  <a:srgbClr val="222222"/>
                                </a:solidFill>
                                <a:latin typeface="Cambria Math" panose="02040503050406030204" pitchFamily="18" charset="0"/>
                              </a:rPr>
                              <m:t>lim</m:t>
                            </m:r>
                          </m:e>
                          <m:lim>
                            <m:r>
                              <a:rPr lang="en-US" altLang="ko-KR" i="1" smtClean="0">
                                <a:solidFill>
                                  <a:srgbClr val="222222"/>
                                </a:solidFill>
                                <a:latin typeface="Cambria Math" panose="02040503050406030204" pitchFamily="18" charset="0"/>
                                <a:ea typeface="Cambria Math" panose="02040503050406030204" pitchFamily="18" charset="0"/>
                              </a:rPr>
                              <m:t>∆</m:t>
                            </m:r>
                            <m:r>
                              <a:rPr lang="en-US" altLang="ko-KR" b="0" i="1" smtClean="0">
                                <a:solidFill>
                                  <a:srgbClr val="222222"/>
                                </a:solidFill>
                                <a:latin typeface="Cambria Math" panose="02040503050406030204" pitchFamily="18" charset="0"/>
                                <a:ea typeface="Cambria Math" panose="02040503050406030204" pitchFamily="18" charset="0"/>
                              </a:rPr>
                              <m:t>𝑥</m:t>
                            </m:r>
                            <m:r>
                              <a:rPr lang="en-US" altLang="ko-KR" b="0" i="1" smtClean="0">
                                <a:solidFill>
                                  <a:srgbClr val="222222"/>
                                </a:solidFill>
                                <a:latin typeface="Cambria Math" panose="02040503050406030204" pitchFamily="18" charset="0"/>
                                <a:ea typeface="Cambria Math" panose="02040503050406030204" pitchFamily="18" charset="0"/>
                              </a:rPr>
                              <m:t>→0</m:t>
                            </m:r>
                          </m:lim>
                        </m:limLow>
                      </m:fName>
                      <m:e>
                        <m:f>
                          <m:fPr>
                            <m:ctrlPr>
                              <a:rPr lang="en-US" altLang="ko-KR" i="1" smtClean="0">
                                <a:solidFill>
                                  <a:srgbClr val="222222"/>
                                </a:solidFill>
                                <a:latin typeface="Cambria Math" panose="02040503050406030204" pitchFamily="18" charset="0"/>
                              </a:rPr>
                            </m:ctrlPr>
                          </m:fPr>
                          <m:num>
                            <m:r>
                              <a:rPr lang="en-US" altLang="ko-KR" b="0" i="1" smtClean="0">
                                <a:solidFill>
                                  <a:srgbClr val="222222"/>
                                </a:solidFill>
                                <a:latin typeface="Cambria Math" panose="02040503050406030204" pitchFamily="18" charset="0"/>
                              </a:rPr>
                              <m:t>𝑓</m:t>
                            </m:r>
                            <m:d>
                              <m:dPr>
                                <m:ctrlPr>
                                  <a:rPr lang="en-US" altLang="ko-KR" b="0" i="1" smtClean="0">
                                    <a:solidFill>
                                      <a:srgbClr val="222222"/>
                                    </a:solidFill>
                                    <a:latin typeface="Cambria Math" panose="02040503050406030204" pitchFamily="18" charset="0"/>
                                  </a:rPr>
                                </m:ctrlPr>
                              </m:dPr>
                              <m:e>
                                <m:r>
                                  <a:rPr lang="en-US" altLang="ko-KR" b="0" i="1" smtClean="0">
                                    <a:solidFill>
                                      <a:srgbClr val="222222"/>
                                    </a:solidFill>
                                    <a:latin typeface="Cambria Math" panose="02040503050406030204" pitchFamily="18" charset="0"/>
                                  </a:rPr>
                                  <m:t>𝑎</m:t>
                                </m:r>
                                <m:r>
                                  <a:rPr lang="en-US" altLang="ko-KR" b="0" i="1" smtClean="0">
                                    <a:solidFill>
                                      <a:srgbClr val="222222"/>
                                    </a:solidFill>
                                    <a:latin typeface="Cambria Math" panose="02040503050406030204" pitchFamily="18" charset="0"/>
                                  </a:rPr>
                                  <m:t>+∆</m:t>
                                </m:r>
                                <m:r>
                                  <a:rPr lang="en-US" altLang="ko-KR" b="0" i="1" smtClean="0">
                                    <a:solidFill>
                                      <a:srgbClr val="222222"/>
                                    </a:solidFill>
                                    <a:latin typeface="Cambria Math" panose="02040503050406030204" pitchFamily="18" charset="0"/>
                                    <a:ea typeface="Cambria Math" panose="02040503050406030204" pitchFamily="18" charset="0"/>
                                  </a:rPr>
                                  <m:t>𝑥</m:t>
                                </m:r>
                              </m:e>
                            </m:d>
                            <m:r>
                              <a:rPr lang="en-US" altLang="ko-KR" b="0" i="1" smtClean="0">
                                <a:solidFill>
                                  <a:srgbClr val="222222"/>
                                </a:solidFill>
                                <a:latin typeface="Cambria Math" panose="02040503050406030204" pitchFamily="18" charset="0"/>
                              </a:rPr>
                              <m:t>−</m:t>
                            </m:r>
                            <m:r>
                              <a:rPr lang="en-US" altLang="ko-KR" b="0" i="1" smtClean="0">
                                <a:solidFill>
                                  <a:srgbClr val="222222"/>
                                </a:solidFill>
                                <a:latin typeface="Cambria Math" panose="02040503050406030204" pitchFamily="18" charset="0"/>
                              </a:rPr>
                              <m:t>𝑓</m:t>
                            </m:r>
                            <m:r>
                              <a:rPr lang="en-US" altLang="ko-KR" b="0" i="1" smtClean="0">
                                <a:solidFill>
                                  <a:srgbClr val="222222"/>
                                </a:solidFill>
                                <a:latin typeface="Cambria Math" panose="02040503050406030204" pitchFamily="18" charset="0"/>
                              </a:rPr>
                              <m:t>(</m:t>
                            </m:r>
                            <m:r>
                              <a:rPr lang="en-US" altLang="ko-KR" b="0" i="1" smtClean="0">
                                <a:solidFill>
                                  <a:srgbClr val="222222"/>
                                </a:solidFill>
                                <a:latin typeface="Cambria Math" panose="02040503050406030204" pitchFamily="18" charset="0"/>
                              </a:rPr>
                              <m:t>𝑎</m:t>
                            </m:r>
                            <m:r>
                              <a:rPr lang="en-US" altLang="ko-KR" b="0" i="1" smtClean="0">
                                <a:solidFill>
                                  <a:srgbClr val="222222"/>
                                </a:solidFill>
                                <a:latin typeface="Cambria Math" panose="02040503050406030204" pitchFamily="18" charset="0"/>
                              </a:rPr>
                              <m:t>)</m:t>
                            </m:r>
                          </m:num>
                          <m:den>
                            <m:r>
                              <a:rPr lang="en-US" altLang="ko-KR" i="1" smtClean="0">
                                <a:solidFill>
                                  <a:srgbClr val="222222"/>
                                </a:solidFill>
                                <a:latin typeface="Cambria Math" panose="02040503050406030204" pitchFamily="18" charset="0"/>
                                <a:ea typeface="Cambria Math" panose="02040503050406030204" pitchFamily="18" charset="0"/>
                              </a:rPr>
                              <m:t>∆</m:t>
                            </m:r>
                            <m:r>
                              <a:rPr lang="en-US" altLang="ko-KR" b="0" i="1" smtClean="0">
                                <a:solidFill>
                                  <a:srgbClr val="222222"/>
                                </a:solidFill>
                                <a:latin typeface="Cambria Math" panose="02040503050406030204" pitchFamily="18" charset="0"/>
                                <a:ea typeface="Cambria Math" panose="02040503050406030204" pitchFamily="18" charset="0"/>
                              </a:rPr>
                              <m:t>𝑥</m:t>
                            </m:r>
                          </m:den>
                        </m:f>
                      </m:e>
                    </m:func>
                  </m:oMath>
                </a14:m>
                <a:endParaRPr lang="en-US" altLang="ko-KR" i="1" dirty="0">
                  <a:solidFill>
                    <a:srgbClr val="222222"/>
                  </a:solidFill>
                  <a:latin typeface="Cambria Math" panose="02040503050406030204" pitchFamily="18" charset="0"/>
                </a:endParaRPr>
              </a:p>
              <a:p>
                <a:pPr marL="1198800" lvl="2" indent="-284400">
                  <a:lnSpc>
                    <a:spcPct val="150000"/>
                  </a:lnSpc>
                  <a:buFont typeface="Arial" panose="020B0604020202020204" pitchFamily="34" charset="0"/>
                  <a:buChar char="•"/>
                </a:pPr>
                <a14:m>
                  <m:oMath xmlns:m="http://schemas.openxmlformats.org/officeDocument/2006/math">
                    <m:limLow>
                      <m:limLowPr>
                        <m:ctrlPr>
                          <a:rPr lang="en-US" altLang="ko-KR" sz="1400" i="1" smtClean="0">
                            <a:solidFill>
                              <a:srgbClr val="222222"/>
                            </a:solidFill>
                            <a:latin typeface="Cambria Math" panose="02040503050406030204" pitchFamily="18" charset="0"/>
                          </a:rPr>
                        </m:ctrlPr>
                      </m:limLowPr>
                      <m:e>
                        <m:r>
                          <m:rPr>
                            <m:sty m:val="p"/>
                          </m:rPr>
                          <a:rPr lang="en-US" altLang="ko-KR" sz="1400" i="0" smtClean="0">
                            <a:solidFill>
                              <a:srgbClr val="222222"/>
                            </a:solidFill>
                            <a:latin typeface="Cambria Math" panose="02040503050406030204" pitchFamily="18" charset="0"/>
                          </a:rPr>
                          <m:t>lim</m:t>
                        </m:r>
                      </m:e>
                      <m:lim>
                        <m:r>
                          <a:rPr lang="en-US" altLang="ko-KR" sz="1400" i="1" smtClean="0">
                            <a:solidFill>
                              <a:srgbClr val="222222"/>
                            </a:solidFill>
                            <a:latin typeface="Cambria Math" panose="02040503050406030204" pitchFamily="18" charset="0"/>
                            <a:ea typeface="Cambria Math" panose="02040503050406030204" pitchFamily="18" charset="0"/>
                          </a:rPr>
                          <m:t>∆</m:t>
                        </m:r>
                        <m:r>
                          <a:rPr lang="en-US" altLang="ko-KR" sz="1400" b="0" i="1" smtClean="0">
                            <a:solidFill>
                              <a:srgbClr val="222222"/>
                            </a:solidFill>
                            <a:latin typeface="Cambria Math" panose="02040503050406030204" pitchFamily="18" charset="0"/>
                            <a:ea typeface="Cambria Math" panose="02040503050406030204" pitchFamily="18" charset="0"/>
                          </a:rPr>
                          <m:t>𝑥</m:t>
                        </m:r>
                        <m:r>
                          <a:rPr lang="en-US" altLang="ko-KR" sz="1400" b="0" i="1" smtClean="0">
                            <a:solidFill>
                              <a:srgbClr val="222222"/>
                            </a:solidFill>
                            <a:latin typeface="Cambria Math" panose="02040503050406030204" pitchFamily="18" charset="0"/>
                            <a:ea typeface="Cambria Math" panose="02040503050406030204" pitchFamily="18" charset="0"/>
                          </a:rPr>
                          <m:t>→0</m:t>
                        </m:r>
                      </m:lim>
                    </m:limLow>
                    <m:r>
                      <a:rPr lang="en-US" altLang="ko-KR" sz="1400" i="1">
                        <a:solidFill>
                          <a:srgbClr val="222222"/>
                        </a:solidFill>
                        <a:latin typeface="Cambria Math" panose="02040503050406030204" pitchFamily="18" charset="0"/>
                        <a:ea typeface="Cambria Math" panose="02040503050406030204" pitchFamily="18" charset="0"/>
                      </a:rPr>
                      <m:t>:</m:t>
                    </m:r>
                    <m:r>
                      <a:rPr lang="en-US" altLang="ko-KR" sz="1400" b="0" i="1" smtClean="0">
                        <a:solidFill>
                          <a:srgbClr val="222222"/>
                        </a:solidFill>
                        <a:latin typeface="Cambria Math" panose="02040503050406030204" pitchFamily="18" charset="0"/>
                        <a:ea typeface="Cambria Math" panose="02040503050406030204" pitchFamily="18" charset="0"/>
                      </a:rPr>
                      <m:t> </m:t>
                    </m:r>
                    <m:r>
                      <a:rPr lang="en-US" altLang="ko-KR" sz="1400" i="1">
                        <a:solidFill>
                          <a:srgbClr val="222222"/>
                        </a:solidFill>
                        <a:latin typeface="Cambria Math" panose="02040503050406030204" pitchFamily="18" charset="0"/>
                        <a:ea typeface="Cambria Math" panose="02040503050406030204" pitchFamily="18" charset="0"/>
                      </a:rPr>
                      <m:t>𝑡h𝑒</m:t>
                    </m:r>
                    <m:r>
                      <a:rPr lang="en-US" altLang="ko-KR" sz="1400" i="1">
                        <a:solidFill>
                          <a:srgbClr val="222222"/>
                        </a:solidFill>
                        <a:latin typeface="Cambria Math" panose="02040503050406030204" pitchFamily="18" charset="0"/>
                        <a:ea typeface="Cambria Math" panose="02040503050406030204" pitchFamily="18" charset="0"/>
                      </a:rPr>
                      <m:t> </m:t>
                    </m:r>
                    <m:r>
                      <a:rPr lang="en-US" altLang="ko-KR" sz="1400" i="1">
                        <a:solidFill>
                          <a:srgbClr val="222222"/>
                        </a:solidFill>
                        <a:latin typeface="Cambria Math" panose="02040503050406030204" pitchFamily="18" charset="0"/>
                        <a:ea typeface="Cambria Math" panose="02040503050406030204" pitchFamily="18" charset="0"/>
                      </a:rPr>
                      <m:t>𝑐h𝑎𝑛𝑔𝑒</m:t>
                    </m:r>
                    <m:r>
                      <a:rPr lang="en-US" altLang="ko-KR" sz="1400" i="1">
                        <a:solidFill>
                          <a:srgbClr val="222222"/>
                        </a:solidFill>
                        <a:latin typeface="Cambria Math" panose="02040503050406030204" pitchFamily="18" charset="0"/>
                        <a:ea typeface="Cambria Math" panose="02040503050406030204" pitchFamily="18" charset="0"/>
                      </a:rPr>
                      <m:t> </m:t>
                    </m:r>
                    <m:r>
                      <a:rPr lang="en-US" altLang="ko-KR" sz="1400" i="1">
                        <a:solidFill>
                          <a:srgbClr val="222222"/>
                        </a:solidFill>
                        <a:latin typeface="Cambria Math" panose="02040503050406030204" pitchFamily="18" charset="0"/>
                        <a:ea typeface="Cambria Math" panose="02040503050406030204" pitchFamily="18" charset="0"/>
                      </a:rPr>
                      <m:t>𝑖𝑛</m:t>
                    </m:r>
                    <m:r>
                      <a:rPr lang="en-US" altLang="ko-KR" sz="1400" i="1">
                        <a:solidFill>
                          <a:srgbClr val="222222"/>
                        </a:solidFill>
                        <a:latin typeface="Cambria Math" panose="02040503050406030204" pitchFamily="18" charset="0"/>
                        <a:ea typeface="Cambria Math" panose="02040503050406030204" pitchFamily="18" charset="0"/>
                      </a:rPr>
                      <m:t> </m:t>
                    </m:r>
                    <m:r>
                      <a:rPr lang="en-US" altLang="ko-KR" sz="1400" i="1">
                        <a:solidFill>
                          <a:srgbClr val="222222"/>
                        </a:solidFill>
                        <a:latin typeface="Cambria Math" panose="02040503050406030204" pitchFamily="18" charset="0"/>
                        <a:ea typeface="Cambria Math" panose="02040503050406030204" pitchFamily="18" charset="0"/>
                      </a:rPr>
                      <m:t>𝑥</m:t>
                    </m:r>
                    <m:r>
                      <a:rPr lang="en-US" altLang="ko-KR" sz="1400" i="1">
                        <a:solidFill>
                          <a:srgbClr val="222222"/>
                        </a:solidFill>
                        <a:latin typeface="Cambria Math" panose="02040503050406030204" pitchFamily="18" charset="0"/>
                        <a:ea typeface="Cambria Math" panose="02040503050406030204" pitchFamily="18" charset="0"/>
                      </a:rPr>
                      <m:t> </m:t>
                    </m:r>
                    <m:r>
                      <a:rPr lang="en-US" altLang="ko-KR" sz="1400" i="1">
                        <a:solidFill>
                          <a:srgbClr val="222222"/>
                        </a:solidFill>
                        <a:latin typeface="Cambria Math" panose="02040503050406030204" pitchFamily="18" charset="0"/>
                        <a:ea typeface="Cambria Math" panose="02040503050406030204" pitchFamily="18" charset="0"/>
                      </a:rPr>
                      <m:t>𝑖𝑠</m:t>
                    </m:r>
                    <m:r>
                      <a:rPr lang="en-US" altLang="ko-KR" sz="1400" i="1">
                        <a:solidFill>
                          <a:srgbClr val="222222"/>
                        </a:solidFill>
                        <a:latin typeface="Cambria Math" panose="02040503050406030204" pitchFamily="18" charset="0"/>
                        <a:ea typeface="Cambria Math" panose="02040503050406030204" pitchFamily="18" charset="0"/>
                      </a:rPr>
                      <m:t> </m:t>
                    </m:r>
                    <m:r>
                      <a:rPr lang="en-US" altLang="ko-KR" sz="1400" i="1">
                        <a:solidFill>
                          <a:srgbClr val="222222"/>
                        </a:solidFill>
                        <a:latin typeface="Cambria Math" panose="02040503050406030204" pitchFamily="18" charset="0"/>
                        <a:ea typeface="Cambria Math" panose="02040503050406030204" pitchFamily="18" charset="0"/>
                      </a:rPr>
                      <m:t>𝑠𝑚𝑎𝑙𝑙</m:t>
                    </m:r>
                    <m:r>
                      <a:rPr lang="en-US" altLang="ko-KR" sz="1400" i="1">
                        <a:solidFill>
                          <a:srgbClr val="222222"/>
                        </a:solidFill>
                        <a:latin typeface="Cambria Math" panose="02040503050406030204" pitchFamily="18" charset="0"/>
                        <a:ea typeface="Cambria Math" panose="02040503050406030204" pitchFamily="18" charset="0"/>
                      </a:rPr>
                      <m:t> </m:t>
                    </m:r>
                    <m:r>
                      <a:rPr lang="en-US" altLang="ko-KR" sz="1400" i="1">
                        <a:solidFill>
                          <a:srgbClr val="222222"/>
                        </a:solidFill>
                        <a:latin typeface="Cambria Math" panose="02040503050406030204" pitchFamily="18" charset="0"/>
                        <a:ea typeface="Cambria Math" panose="02040503050406030204" pitchFamily="18" charset="0"/>
                      </a:rPr>
                      <m:t>𝑒𝑛𝑜𝑢𝑔h</m:t>
                    </m:r>
                    <m:r>
                      <a:rPr lang="en-US" altLang="ko-KR" sz="1400" i="1">
                        <a:solidFill>
                          <a:srgbClr val="222222"/>
                        </a:solidFill>
                        <a:latin typeface="Cambria Math" panose="02040503050406030204" pitchFamily="18" charset="0"/>
                        <a:ea typeface="Cambria Math" panose="02040503050406030204" pitchFamily="18" charset="0"/>
                      </a:rPr>
                      <m:t> </m:t>
                    </m:r>
                    <m:r>
                      <a:rPr lang="en-US" altLang="ko-KR" sz="1400" i="1">
                        <a:solidFill>
                          <a:srgbClr val="222222"/>
                        </a:solidFill>
                        <a:latin typeface="Cambria Math" panose="02040503050406030204" pitchFamily="18" charset="0"/>
                        <a:ea typeface="Cambria Math" panose="02040503050406030204" pitchFamily="18" charset="0"/>
                      </a:rPr>
                      <m:t>𝑡𝑜</m:t>
                    </m:r>
                    <m:r>
                      <a:rPr lang="en-US" altLang="ko-KR" sz="1400" i="1">
                        <a:solidFill>
                          <a:srgbClr val="222222"/>
                        </a:solidFill>
                        <a:latin typeface="Cambria Math" panose="02040503050406030204" pitchFamily="18" charset="0"/>
                        <a:ea typeface="Cambria Math" panose="02040503050406030204" pitchFamily="18" charset="0"/>
                      </a:rPr>
                      <m:t> </m:t>
                    </m:r>
                    <m:r>
                      <a:rPr lang="en-US" altLang="ko-KR" sz="1400" i="1">
                        <a:solidFill>
                          <a:srgbClr val="222222"/>
                        </a:solidFill>
                        <a:latin typeface="Cambria Math" panose="02040503050406030204" pitchFamily="18" charset="0"/>
                        <a:ea typeface="Cambria Math" panose="02040503050406030204" pitchFamily="18" charset="0"/>
                      </a:rPr>
                      <m:t>𝑏𝑒</m:t>
                    </m:r>
                    <m:r>
                      <a:rPr lang="en-US" altLang="ko-KR" sz="1400" i="1">
                        <a:solidFill>
                          <a:srgbClr val="222222"/>
                        </a:solidFill>
                        <a:latin typeface="Cambria Math" panose="02040503050406030204" pitchFamily="18" charset="0"/>
                        <a:ea typeface="Cambria Math" panose="02040503050406030204" pitchFamily="18" charset="0"/>
                      </a:rPr>
                      <m:t> </m:t>
                    </m:r>
                    <m:r>
                      <a:rPr lang="en-US" altLang="ko-KR" sz="1400" i="1">
                        <a:solidFill>
                          <a:srgbClr val="222222"/>
                        </a:solidFill>
                        <a:latin typeface="Cambria Math" panose="02040503050406030204" pitchFamily="18" charset="0"/>
                        <a:ea typeface="Cambria Math" panose="02040503050406030204" pitchFamily="18" charset="0"/>
                      </a:rPr>
                      <m:t>𝑐𝑙𝑜𝑠𝑒</m:t>
                    </m:r>
                    <m:r>
                      <a:rPr lang="en-US" altLang="ko-KR" sz="1400" i="1">
                        <a:solidFill>
                          <a:srgbClr val="222222"/>
                        </a:solidFill>
                        <a:latin typeface="Cambria Math" panose="02040503050406030204" pitchFamily="18" charset="0"/>
                        <a:ea typeface="Cambria Math" panose="02040503050406030204" pitchFamily="18" charset="0"/>
                      </a:rPr>
                      <m:t> </m:t>
                    </m:r>
                    <m:r>
                      <a:rPr lang="en-US" altLang="ko-KR" sz="1400" i="1">
                        <a:solidFill>
                          <a:srgbClr val="222222"/>
                        </a:solidFill>
                        <a:latin typeface="Cambria Math" panose="02040503050406030204" pitchFamily="18" charset="0"/>
                        <a:ea typeface="Cambria Math" panose="02040503050406030204" pitchFamily="18" charset="0"/>
                      </a:rPr>
                      <m:t>𝑡𝑜</m:t>
                    </m:r>
                    <m:r>
                      <a:rPr lang="en-US" altLang="ko-KR" sz="1400" i="1">
                        <a:solidFill>
                          <a:srgbClr val="222222"/>
                        </a:solidFill>
                        <a:latin typeface="Cambria Math" panose="02040503050406030204" pitchFamily="18" charset="0"/>
                        <a:ea typeface="Cambria Math" panose="02040503050406030204" pitchFamily="18" charset="0"/>
                      </a:rPr>
                      <m:t> </m:t>
                    </m:r>
                    <m:r>
                      <a:rPr lang="en-US" altLang="ko-KR" sz="1400" i="1">
                        <a:solidFill>
                          <a:srgbClr val="222222"/>
                        </a:solidFill>
                        <a:latin typeface="Cambria Math" panose="02040503050406030204" pitchFamily="18" charset="0"/>
                        <a:ea typeface="Cambria Math" panose="02040503050406030204" pitchFamily="18" charset="0"/>
                      </a:rPr>
                      <m:t>𝑧𝑒𝑟𝑜</m:t>
                    </m:r>
                  </m:oMath>
                </a14:m>
                <a:endParaRPr lang="en-US" altLang="ko-KR" dirty="0">
                  <a:solidFill>
                    <a:srgbClr val="222222"/>
                  </a:solidFill>
                  <a:latin typeface="Arial Narrow" panose="020B0606020202030204" pitchFamily="34" charset="0"/>
                  <a:ea typeface="Cambria Math" panose="02040503050406030204" pitchFamily="18" charset="0"/>
                </a:endParaRPr>
              </a:p>
              <a:p>
                <a:pPr marL="741600" lvl="1" indent="-284400">
                  <a:lnSpc>
                    <a:spcPct val="150000"/>
                  </a:lnSpc>
                  <a:buFont typeface="Arial" panose="020B0604020202020204" pitchFamily="34" charset="0"/>
                  <a:buChar char="•"/>
                </a:pPr>
                <a14:m>
                  <m:oMath xmlns:m="http://schemas.openxmlformats.org/officeDocument/2006/math">
                    <m:func>
                      <m:funcPr>
                        <m:ctrlPr>
                          <a:rPr lang="en-US" altLang="ko-KR" i="1" smtClean="0">
                            <a:solidFill>
                              <a:srgbClr val="222222"/>
                            </a:solidFill>
                            <a:latin typeface="Cambria Math" panose="02040503050406030204" pitchFamily="18" charset="0"/>
                          </a:rPr>
                        </m:ctrlPr>
                      </m:funcPr>
                      <m:fName>
                        <m:limLow>
                          <m:limLowPr>
                            <m:ctrlPr>
                              <a:rPr lang="en-US" altLang="ko-KR" i="1" smtClean="0">
                                <a:solidFill>
                                  <a:srgbClr val="222222"/>
                                </a:solidFill>
                                <a:latin typeface="Cambria Math" panose="02040503050406030204" pitchFamily="18" charset="0"/>
                              </a:rPr>
                            </m:ctrlPr>
                          </m:limLowPr>
                          <m:e>
                            <m:r>
                              <m:rPr>
                                <m:sty m:val="p"/>
                              </m:rPr>
                              <a:rPr lang="en-US" altLang="ko-KR" i="0" smtClean="0">
                                <a:solidFill>
                                  <a:srgbClr val="222222"/>
                                </a:solidFill>
                                <a:latin typeface="Cambria Math" panose="02040503050406030204" pitchFamily="18" charset="0"/>
                              </a:rPr>
                              <m:t>lim</m:t>
                            </m:r>
                          </m:e>
                          <m:lim>
                            <m:r>
                              <a:rPr lang="en-US" altLang="ko-KR" i="1" smtClean="0">
                                <a:solidFill>
                                  <a:srgbClr val="222222"/>
                                </a:solidFill>
                                <a:latin typeface="Cambria Math" panose="02040503050406030204" pitchFamily="18" charset="0"/>
                                <a:ea typeface="Cambria Math" panose="02040503050406030204" pitchFamily="18" charset="0"/>
                              </a:rPr>
                              <m:t>∆</m:t>
                            </m:r>
                            <m:r>
                              <a:rPr lang="en-US" altLang="ko-KR" b="0" i="1" smtClean="0">
                                <a:solidFill>
                                  <a:srgbClr val="222222"/>
                                </a:solidFill>
                                <a:latin typeface="Cambria Math" panose="02040503050406030204" pitchFamily="18" charset="0"/>
                                <a:ea typeface="Cambria Math" panose="02040503050406030204" pitchFamily="18" charset="0"/>
                              </a:rPr>
                              <m:t>𝑥</m:t>
                            </m:r>
                            <m:r>
                              <a:rPr lang="en-US" altLang="ko-KR" b="0" i="1" smtClean="0">
                                <a:solidFill>
                                  <a:srgbClr val="222222"/>
                                </a:solidFill>
                                <a:latin typeface="Cambria Math" panose="02040503050406030204" pitchFamily="18" charset="0"/>
                                <a:ea typeface="Cambria Math" panose="02040503050406030204" pitchFamily="18" charset="0"/>
                              </a:rPr>
                              <m:t>→0</m:t>
                            </m:r>
                          </m:lim>
                        </m:limLow>
                      </m:fName>
                      <m:e>
                        <m:f>
                          <m:fPr>
                            <m:ctrlPr>
                              <a:rPr lang="en-US" altLang="ko-KR" i="1" smtClean="0">
                                <a:solidFill>
                                  <a:srgbClr val="222222"/>
                                </a:solidFill>
                                <a:latin typeface="Cambria Math" panose="02040503050406030204" pitchFamily="18" charset="0"/>
                              </a:rPr>
                            </m:ctrlPr>
                          </m:fPr>
                          <m:num>
                            <m:r>
                              <a:rPr lang="en-US" altLang="ko-KR" b="0" i="1" smtClean="0">
                                <a:solidFill>
                                  <a:srgbClr val="222222"/>
                                </a:solidFill>
                                <a:latin typeface="Cambria Math" panose="02040503050406030204" pitchFamily="18" charset="0"/>
                              </a:rPr>
                              <m:t>𝑓</m:t>
                            </m:r>
                            <m:d>
                              <m:dPr>
                                <m:ctrlPr>
                                  <a:rPr lang="en-US" altLang="ko-KR" b="0" i="1" smtClean="0">
                                    <a:solidFill>
                                      <a:srgbClr val="222222"/>
                                    </a:solidFill>
                                    <a:latin typeface="Cambria Math" panose="02040503050406030204" pitchFamily="18" charset="0"/>
                                  </a:rPr>
                                </m:ctrlPr>
                              </m:dPr>
                              <m:e>
                                <m:r>
                                  <a:rPr lang="en-US" altLang="ko-KR" b="0" i="1" smtClean="0">
                                    <a:solidFill>
                                      <a:srgbClr val="222222"/>
                                    </a:solidFill>
                                    <a:latin typeface="Cambria Math" panose="02040503050406030204" pitchFamily="18" charset="0"/>
                                  </a:rPr>
                                  <m:t>𝑎</m:t>
                                </m:r>
                                <m:r>
                                  <a:rPr lang="en-US" altLang="ko-KR" b="0" i="1" smtClean="0">
                                    <a:solidFill>
                                      <a:srgbClr val="222222"/>
                                    </a:solidFill>
                                    <a:latin typeface="Cambria Math" panose="02040503050406030204" pitchFamily="18" charset="0"/>
                                  </a:rPr>
                                  <m:t>+∆</m:t>
                                </m:r>
                                <m:r>
                                  <a:rPr lang="en-US" altLang="ko-KR" b="0" i="1" smtClean="0">
                                    <a:solidFill>
                                      <a:srgbClr val="222222"/>
                                    </a:solidFill>
                                    <a:latin typeface="Cambria Math" panose="02040503050406030204" pitchFamily="18" charset="0"/>
                                    <a:ea typeface="Cambria Math" panose="02040503050406030204" pitchFamily="18" charset="0"/>
                                  </a:rPr>
                                  <m:t>𝑥</m:t>
                                </m:r>
                              </m:e>
                            </m:d>
                            <m:r>
                              <a:rPr lang="en-US" altLang="ko-KR" b="0" i="1" smtClean="0">
                                <a:solidFill>
                                  <a:srgbClr val="222222"/>
                                </a:solidFill>
                                <a:latin typeface="Cambria Math" panose="02040503050406030204" pitchFamily="18" charset="0"/>
                              </a:rPr>
                              <m:t>−</m:t>
                            </m:r>
                            <m:r>
                              <a:rPr lang="en-US" altLang="ko-KR" b="0" i="1" smtClean="0">
                                <a:solidFill>
                                  <a:srgbClr val="222222"/>
                                </a:solidFill>
                                <a:latin typeface="Cambria Math" panose="02040503050406030204" pitchFamily="18" charset="0"/>
                              </a:rPr>
                              <m:t>𝑓</m:t>
                            </m:r>
                            <m:r>
                              <a:rPr lang="en-US" altLang="ko-KR" b="0" i="1" smtClean="0">
                                <a:solidFill>
                                  <a:srgbClr val="222222"/>
                                </a:solidFill>
                                <a:latin typeface="Cambria Math" panose="02040503050406030204" pitchFamily="18" charset="0"/>
                              </a:rPr>
                              <m:t>(</m:t>
                            </m:r>
                            <m:r>
                              <a:rPr lang="en-US" altLang="ko-KR" b="0" i="1" smtClean="0">
                                <a:solidFill>
                                  <a:srgbClr val="222222"/>
                                </a:solidFill>
                                <a:latin typeface="Cambria Math" panose="02040503050406030204" pitchFamily="18" charset="0"/>
                              </a:rPr>
                              <m:t>𝑎</m:t>
                            </m:r>
                            <m:r>
                              <a:rPr lang="en-US" altLang="ko-KR" b="0" i="1" smtClean="0">
                                <a:solidFill>
                                  <a:srgbClr val="222222"/>
                                </a:solidFill>
                                <a:latin typeface="Cambria Math" panose="02040503050406030204" pitchFamily="18" charset="0"/>
                              </a:rPr>
                              <m:t>)</m:t>
                            </m:r>
                          </m:num>
                          <m:den>
                            <m:r>
                              <a:rPr lang="en-US" altLang="ko-KR" i="1" smtClean="0">
                                <a:solidFill>
                                  <a:srgbClr val="222222"/>
                                </a:solidFill>
                                <a:latin typeface="Cambria Math" panose="02040503050406030204" pitchFamily="18" charset="0"/>
                                <a:ea typeface="Cambria Math" panose="02040503050406030204" pitchFamily="18" charset="0"/>
                              </a:rPr>
                              <m:t>∆</m:t>
                            </m:r>
                            <m:r>
                              <a:rPr lang="en-US" altLang="ko-KR" b="0" i="1" smtClean="0">
                                <a:solidFill>
                                  <a:srgbClr val="222222"/>
                                </a:solidFill>
                                <a:latin typeface="Cambria Math" panose="02040503050406030204" pitchFamily="18" charset="0"/>
                                <a:ea typeface="Cambria Math" panose="02040503050406030204" pitchFamily="18" charset="0"/>
                              </a:rPr>
                              <m:t>𝑥</m:t>
                            </m:r>
                          </m:den>
                        </m:f>
                      </m:e>
                    </m:func>
                  </m:oMath>
                </a14:m>
                <a:r>
                  <a:rPr lang="en-US" altLang="ko-KR" dirty="0">
                    <a:solidFill>
                      <a:srgbClr val="222222"/>
                    </a:solidFill>
                    <a:latin typeface="Arial Narrow" panose="020B0606020202030204" pitchFamily="34" charset="0"/>
                  </a:rPr>
                  <a:t> can be expressed as </a:t>
                </a:r>
                <a14:m>
                  <m:oMath xmlns:m="http://schemas.openxmlformats.org/officeDocument/2006/math">
                    <m:func>
                      <m:funcPr>
                        <m:ctrlPr>
                          <a:rPr lang="en-US" altLang="ko-KR" i="1">
                            <a:solidFill>
                              <a:srgbClr val="222222"/>
                            </a:solidFill>
                            <a:latin typeface="Cambria Math" panose="02040503050406030204" pitchFamily="18" charset="0"/>
                          </a:rPr>
                        </m:ctrlPr>
                      </m:funcPr>
                      <m:fName>
                        <m:limLow>
                          <m:limLowPr>
                            <m:ctrlPr>
                              <a:rPr lang="en-US" altLang="ko-KR" i="1">
                                <a:solidFill>
                                  <a:srgbClr val="222222"/>
                                </a:solidFill>
                                <a:latin typeface="Cambria Math" panose="02040503050406030204" pitchFamily="18" charset="0"/>
                              </a:rPr>
                            </m:ctrlPr>
                          </m:limLowPr>
                          <m:e>
                            <m:r>
                              <m:rPr>
                                <m:sty m:val="p"/>
                              </m:rPr>
                              <a:rPr lang="en-US" altLang="ko-KR">
                                <a:solidFill>
                                  <a:srgbClr val="222222"/>
                                </a:solidFill>
                                <a:latin typeface="Cambria Math" panose="02040503050406030204" pitchFamily="18" charset="0"/>
                              </a:rPr>
                              <m:t>lim</m:t>
                            </m:r>
                          </m:e>
                          <m:lim>
                            <m:r>
                              <a:rPr lang="en-US" altLang="ko-KR" i="1">
                                <a:solidFill>
                                  <a:srgbClr val="222222"/>
                                </a:solidFill>
                                <a:latin typeface="Cambria Math" panose="02040503050406030204" pitchFamily="18" charset="0"/>
                                <a:ea typeface="Cambria Math" panose="02040503050406030204" pitchFamily="18" charset="0"/>
                              </a:rPr>
                              <m:t>∆</m:t>
                            </m:r>
                            <m:r>
                              <a:rPr lang="en-US" altLang="ko-KR" i="1">
                                <a:solidFill>
                                  <a:srgbClr val="222222"/>
                                </a:solidFill>
                                <a:latin typeface="Cambria Math" panose="02040503050406030204" pitchFamily="18" charset="0"/>
                                <a:ea typeface="Cambria Math" panose="02040503050406030204" pitchFamily="18" charset="0"/>
                              </a:rPr>
                              <m:t>𝑥</m:t>
                            </m:r>
                            <m:r>
                              <a:rPr lang="en-US" altLang="ko-KR" i="1">
                                <a:solidFill>
                                  <a:srgbClr val="222222"/>
                                </a:solidFill>
                                <a:latin typeface="Cambria Math" panose="02040503050406030204" pitchFamily="18" charset="0"/>
                                <a:ea typeface="Cambria Math" panose="02040503050406030204" pitchFamily="18" charset="0"/>
                              </a:rPr>
                              <m:t>→0</m:t>
                            </m:r>
                          </m:lim>
                        </m:limLow>
                      </m:fName>
                      <m:e>
                        <m:f>
                          <m:fPr>
                            <m:ctrlPr>
                              <a:rPr lang="en-US" altLang="ko-KR" i="1">
                                <a:solidFill>
                                  <a:srgbClr val="222222"/>
                                </a:solidFill>
                                <a:latin typeface="Cambria Math" panose="02040503050406030204" pitchFamily="18" charset="0"/>
                              </a:rPr>
                            </m:ctrlPr>
                          </m:fPr>
                          <m:num>
                            <m:r>
                              <a:rPr lang="en-US" altLang="ko-KR" i="1" smtClean="0">
                                <a:solidFill>
                                  <a:srgbClr val="222222"/>
                                </a:solidFill>
                                <a:latin typeface="Cambria Math" panose="02040503050406030204" pitchFamily="18" charset="0"/>
                                <a:ea typeface="Cambria Math" panose="02040503050406030204" pitchFamily="18" charset="0"/>
                              </a:rPr>
                              <m:t>∆</m:t>
                            </m:r>
                            <m:r>
                              <m:rPr>
                                <m:sty m:val="p"/>
                              </m:rPr>
                              <a:rPr lang="en-US" altLang="ko-KR" i="1">
                                <a:solidFill>
                                  <a:srgbClr val="222222"/>
                                </a:solidFill>
                                <a:latin typeface="Cambria Math" panose="02040503050406030204" pitchFamily="18" charset="0"/>
                                <a:ea typeface="Cambria Math" panose="02040503050406030204" pitchFamily="18" charset="0"/>
                              </a:rPr>
                              <m:t>y</m:t>
                            </m:r>
                          </m:num>
                          <m:den>
                            <m:r>
                              <a:rPr lang="en-US" altLang="ko-KR" i="1">
                                <a:solidFill>
                                  <a:srgbClr val="222222"/>
                                </a:solidFill>
                                <a:latin typeface="Cambria Math" panose="02040503050406030204" pitchFamily="18" charset="0"/>
                                <a:ea typeface="Cambria Math" panose="02040503050406030204" pitchFamily="18" charset="0"/>
                              </a:rPr>
                              <m:t>∆</m:t>
                            </m:r>
                            <m:r>
                              <a:rPr lang="en-US" altLang="ko-KR" i="1">
                                <a:solidFill>
                                  <a:srgbClr val="222222"/>
                                </a:solidFill>
                                <a:latin typeface="Cambria Math" panose="02040503050406030204" pitchFamily="18" charset="0"/>
                                <a:ea typeface="Cambria Math" panose="02040503050406030204" pitchFamily="18" charset="0"/>
                              </a:rPr>
                              <m:t>𝑥</m:t>
                            </m:r>
                          </m:den>
                        </m:f>
                        <m:r>
                          <a:rPr lang="en-US" altLang="ko-KR" i="1" smtClean="0">
                            <a:solidFill>
                              <a:srgbClr val="222222"/>
                            </a:solidFill>
                            <a:latin typeface="Cambria Math" panose="02040503050406030204" pitchFamily="18" charset="0"/>
                            <a:ea typeface="Cambria Math" panose="02040503050406030204" pitchFamily="18" charset="0"/>
                          </a:rPr>
                          <m:t>=</m:t>
                        </m:r>
                        <m:f>
                          <m:fPr>
                            <m:ctrlPr>
                              <a:rPr lang="en-US" altLang="ko-KR" i="1" smtClean="0">
                                <a:solidFill>
                                  <a:srgbClr val="222222"/>
                                </a:solidFill>
                                <a:latin typeface="Cambria Math" panose="02040503050406030204" pitchFamily="18" charset="0"/>
                                <a:ea typeface="Cambria Math" panose="02040503050406030204" pitchFamily="18" charset="0"/>
                              </a:rPr>
                            </m:ctrlPr>
                          </m:fPr>
                          <m:num>
                            <m:r>
                              <a:rPr lang="ko-KR" altLang="en-US" i="1" smtClean="0">
                                <a:solidFill>
                                  <a:srgbClr val="222222"/>
                                </a:solidFill>
                                <a:latin typeface="Cambria Math" panose="02040503050406030204" pitchFamily="18" charset="0"/>
                                <a:ea typeface="Cambria Math" panose="02040503050406030204" pitchFamily="18" charset="0"/>
                              </a:rPr>
                              <m:t>𝒹</m:t>
                            </m:r>
                            <m:r>
                              <a:rPr lang="en-US" altLang="ko-KR" i="1">
                                <a:latin typeface="Cambria Math" panose="02040503050406030204" pitchFamily="18" charset="0"/>
                                <a:ea typeface="Cambria Math" panose="02040503050406030204" pitchFamily="18" charset="0"/>
                              </a:rPr>
                              <m:t>𝑦</m:t>
                            </m:r>
                          </m:num>
                          <m:den>
                            <m:r>
                              <a:rPr lang="ko-KR" altLang="en-US" i="1">
                                <a:solidFill>
                                  <a:srgbClr val="222222"/>
                                </a:solidFill>
                                <a:latin typeface="Cambria Math" panose="02040503050406030204" pitchFamily="18" charset="0"/>
                                <a:ea typeface="Cambria Math" panose="02040503050406030204" pitchFamily="18" charset="0"/>
                              </a:rPr>
                              <m:t>𝒹</m:t>
                            </m:r>
                            <m:r>
                              <a:rPr lang="en-US" altLang="ko-KR" i="1">
                                <a:solidFill>
                                  <a:srgbClr val="222222"/>
                                </a:solidFill>
                                <a:latin typeface="Cambria Math" panose="02040503050406030204" pitchFamily="18" charset="0"/>
                                <a:ea typeface="Cambria Math" panose="02040503050406030204" pitchFamily="18" charset="0"/>
                              </a:rPr>
                              <m:t>𝑥</m:t>
                            </m:r>
                          </m:den>
                        </m:f>
                      </m:e>
                    </m:func>
                  </m:oMath>
                </a14:m>
                <a:r>
                  <a:rPr lang="en-US" altLang="ko-KR" dirty="0">
                    <a:solidFill>
                      <a:srgbClr val="222222"/>
                    </a:solidFill>
                    <a:latin typeface="Arial Narrow" panose="020B0606020202030204" pitchFamily="34" charset="0"/>
                  </a:rPr>
                  <a:t> </a:t>
                </a:r>
              </a:p>
              <a:p>
                <a:pPr marL="741600" lvl="1" indent="-284400">
                  <a:lnSpc>
                    <a:spcPct val="150000"/>
                  </a:lnSpc>
                  <a:buFont typeface="Arial" panose="020B0604020202020204" pitchFamily="34" charset="0"/>
                  <a:buChar char="•"/>
                </a:pPr>
                <a:endParaRPr lang="en-US" altLang="ko-KR" sz="2000" dirty="0">
                  <a:solidFill>
                    <a:srgbClr val="222222"/>
                  </a:solidFill>
                  <a:latin typeface="Arial Narrow" panose="020B0606020202030204" pitchFamily="34" charset="0"/>
                </a:endParaRPr>
              </a:p>
            </p:txBody>
          </p:sp>
        </mc:Choice>
        <mc:Fallback xmlns="">
          <p:sp>
            <p:nvSpPr>
              <p:cNvPr id="10" name="직사각형 9">
                <a:extLst>
                  <a:ext uri="{FF2B5EF4-FFF2-40B4-BE49-F238E27FC236}">
                    <a16:creationId xmlns:a16="http://schemas.microsoft.com/office/drawing/2014/main" id="{C7C7178E-B73C-405C-98AA-12B1241AB1A3}"/>
                  </a:ext>
                </a:extLst>
              </p:cNvPr>
              <p:cNvSpPr>
                <a:spLocks noRot="1" noChangeAspect="1" noMove="1" noResize="1" noEditPoints="1" noAdjustHandles="1" noChangeArrowheads="1" noChangeShapeType="1" noTextEdit="1"/>
              </p:cNvSpPr>
              <p:nvPr/>
            </p:nvSpPr>
            <p:spPr>
              <a:xfrm>
                <a:off x="328771" y="1139130"/>
                <a:ext cx="8742077" cy="5394810"/>
              </a:xfrm>
              <a:prstGeom prst="rect">
                <a:avLst/>
              </a:prstGeom>
              <a:blipFill>
                <a:blip r:embed="rId3"/>
                <a:stretch>
                  <a:fillRect l="-628"/>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24370850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mc:AlternateContent xmlns:mc="http://schemas.openxmlformats.org/markup-compatibility/2006" xmlns:a14="http://schemas.microsoft.com/office/drawing/2010/main">
        <mc:Choice Requires="a14">
          <p:sp>
            <p:nvSpPr>
              <p:cNvPr id="10" name="직사각형 9">
                <a:extLst>
                  <a:ext uri="{FF2B5EF4-FFF2-40B4-BE49-F238E27FC236}">
                    <a16:creationId xmlns:a16="http://schemas.microsoft.com/office/drawing/2014/main" id="{C7C7178E-B73C-405C-98AA-12B1241AB1A3}"/>
                  </a:ext>
                </a:extLst>
              </p:cNvPr>
              <p:cNvSpPr/>
              <p:nvPr/>
            </p:nvSpPr>
            <p:spPr>
              <a:xfrm>
                <a:off x="328771" y="1139130"/>
                <a:ext cx="8742077" cy="2443233"/>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Derivatives</a:t>
                </a:r>
              </a:p>
              <a:p>
                <a:pPr marL="741600" lvl="1" indent="-28440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Differentiating the function f(x) can be expressed as follows:</a:t>
                </a:r>
              </a:p>
              <a:p>
                <a:pPr marL="741600" lvl="1" indent="-284400">
                  <a:lnSpc>
                    <a:spcPct val="150000"/>
                  </a:lnSpc>
                  <a:buFont typeface="Arial" panose="020B0604020202020204" pitchFamily="34" charset="0"/>
                  <a:buChar char="•"/>
                </a:pPr>
                <a14:m>
                  <m:oMath xmlns:m="http://schemas.openxmlformats.org/officeDocument/2006/math">
                    <m:sSup>
                      <m:sSupPr>
                        <m:ctrlPr>
                          <a:rPr lang="en-US" altLang="ko-KR" i="1" smtClean="0">
                            <a:solidFill>
                              <a:srgbClr val="222222"/>
                            </a:solidFill>
                            <a:latin typeface="Cambria Math" panose="02040503050406030204" pitchFamily="18" charset="0"/>
                          </a:rPr>
                        </m:ctrlPr>
                      </m:sSupPr>
                      <m:e>
                        <m:r>
                          <a:rPr lang="en-US" altLang="ko-KR" i="1">
                            <a:solidFill>
                              <a:srgbClr val="222222"/>
                            </a:solidFill>
                            <a:latin typeface="Cambria Math" panose="02040503050406030204" pitchFamily="18" charset="0"/>
                          </a:rPr>
                          <m:t>𝑓</m:t>
                        </m:r>
                      </m:e>
                      <m:sup>
                        <m:r>
                          <a:rPr lang="en-US" altLang="ko-KR" i="1">
                            <a:solidFill>
                              <a:srgbClr val="222222"/>
                            </a:solidFill>
                            <a:latin typeface="Cambria Math" panose="02040503050406030204" pitchFamily="18" charset="0"/>
                          </a:rPr>
                          <m:t>′</m:t>
                        </m:r>
                      </m:sup>
                    </m:sSup>
                    <m:d>
                      <m:dPr>
                        <m:ctrlPr>
                          <a:rPr lang="en-US" altLang="ko-KR" i="1">
                            <a:solidFill>
                              <a:srgbClr val="222222"/>
                            </a:solidFill>
                            <a:latin typeface="Cambria Math" panose="02040503050406030204" pitchFamily="18" charset="0"/>
                          </a:rPr>
                        </m:ctrlPr>
                      </m:dPr>
                      <m:e>
                        <m:r>
                          <a:rPr lang="en-US" altLang="ko-KR" i="1">
                            <a:solidFill>
                              <a:srgbClr val="222222"/>
                            </a:solidFill>
                            <a:latin typeface="Cambria Math" panose="02040503050406030204" pitchFamily="18" charset="0"/>
                            <a:ea typeface="Cambria Math" panose="02040503050406030204" pitchFamily="18" charset="0"/>
                          </a:rPr>
                          <m:t>𝑥</m:t>
                        </m:r>
                      </m:e>
                    </m:d>
                    <m:r>
                      <a:rPr lang="en-US" altLang="ko-KR" i="1" smtClean="0">
                        <a:solidFill>
                          <a:srgbClr val="222222"/>
                        </a:solidFill>
                        <a:latin typeface="Cambria Math" panose="02040503050406030204" pitchFamily="18" charset="0"/>
                        <a:ea typeface="Cambria Math" panose="02040503050406030204" pitchFamily="18" charset="0"/>
                      </a:rPr>
                      <m:t>=</m:t>
                    </m:r>
                    <m:f>
                      <m:fPr>
                        <m:ctrlPr>
                          <a:rPr lang="en-US" altLang="ko-KR" i="1" smtClean="0">
                            <a:solidFill>
                              <a:srgbClr val="222222"/>
                            </a:solidFill>
                            <a:latin typeface="Cambria Math" panose="02040503050406030204" pitchFamily="18" charset="0"/>
                            <a:ea typeface="Cambria Math" panose="02040503050406030204" pitchFamily="18" charset="0"/>
                          </a:rPr>
                        </m:ctrlPr>
                      </m:fPr>
                      <m:num>
                        <m:r>
                          <a:rPr lang="ko-KR" altLang="en-US" i="1">
                            <a:solidFill>
                              <a:srgbClr val="222222"/>
                            </a:solidFill>
                            <a:latin typeface="Cambria Math" panose="02040503050406030204" pitchFamily="18" charset="0"/>
                            <a:ea typeface="Cambria Math" panose="02040503050406030204" pitchFamily="18" charset="0"/>
                          </a:rPr>
                          <m:t>𝒹</m:t>
                        </m:r>
                      </m:num>
                      <m:den>
                        <m:r>
                          <a:rPr lang="ko-KR" altLang="en-US" i="1">
                            <a:solidFill>
                              <a:srgbClr val="222222"/>
                            </a:solidFill>
                            <a:latin typeface="Cambria Math" panose="02040503050406030204" pitchFamily="18" charset="0"/>
                            <a:ea typeface="Cambria Math" panose="02040503050406030204" pitchFamily="18" charset="0"/>
                          </a:rPr>
                          <m:t>𝒹</m:t>
                        </m:r>
                        <m:r>
                          <a:rPr lang="en-US" altLang="ko-KR" i="1">
                            <a:solidFill>
                              <a:srgbClr val="222222"/>
                            </a:solidFill>
                            <a:latin typeface="Cambria Math" panose="02040503050406030204" pitchFamily="18" charset="0"/>
                            <a:ea typeface="Cambria Math" panose="02040503050406030204" pitchFamily="18" charset="0"/>
                          </a:rPr>
                          <m:t>𝑥</m:t>
                        </m:r>
                      </m:den>
                    </m:f>
                    <m:r>
                      <a:rPr lang="en-US" altLang="ko-KR" i="1">
                        <a:solidFill>
                          <a:srgbClr val="222222"/>
                        </a:solidFill>
                        <a:latin typeface="Cambria Math" panose="02040503050406030204" pitchFamily="18" charset="0"/>
                      </a:rPr>
                      <m:t>𝑓</m:t>
                    </m:r>
                    <m:d>
                      <m:dPr>
                        <m:ctrlPr>
                          <a:rPr lang="en-US" altLang="ko-KR" i="1">
                            <a:solidFill>
                              <a:srgbClr val="222222"/>
                            </a:solidFill>
                            <a:latin typeface="Cambria Math" panose="02040503050406030204" pitchFamily="18" charset="0"/>
                          </a:rPr>
                        </m:ctrlPr>
                      </m:dPr>
                      <m:e>
                        <m:r>
                          <a:rPr lang="en-US" altLang="ko-KR" i="1">
                            <a:solidFill>
                              <a:srgbClr val="222222"/>
                            </a:solidFill>
                            <a:latin typeface="Cambria Math" panose="02040503050406030204" pitchFamily="18" charset="0"/>
                            <a:ea typeface="Cambria Math" panose="02040503050406030204" pitchFamily="18" charset="0"/>
                          </a:rPr>
                          <m:t>𝑥</m:t>
                        </m:r>
                      </m:e>
                    </m:d>
                    <m:r>
                      <a:rPr lang="en-US" altLang="ko-KR" i="1">
                        <a:solidFill>
                          <a:srgbClr val="222222"/>
                        </a:solidFill>
                        <a:latin typeface="Cambria Math" panose="02040503050406030204" pitchFamily="18" charset="0"/>
                        <a:ea typeface="Cambria Math" panose="02040503050406030204" pitchFamily="18" charset="0"/>
                      </a:rPr>
                      <m:t>=</m:t>
                    </m:r>
                    <m:func>
                      <m:funcPr>
                        <m:ctrlPr>
                          <a:rPr lang="en-US" altLang="ko-KR" i="1" smtClean="0">
                            <a:solidFill>
                              <a:srgbClr val="222222"/>
                            </a:solidFill>
                            <a:latin typeface="Cambria Math" panose="02040503050406030204" pitchFamily="18" charset="0"/>
                          </a:rPr>
                        </m:ctrlPr>
                      </m:funcPr>
                      <m:fName>
                        <m:limLow>
                          <m:limLowPr>
                            <m:ctrlPr>
                              <a:rPr lang="en-US" altLang="ko-KR" i="1" smtClean="0">
                                <a:solidFill>
                                  <a:srgbClr val="222222"/>
                                </a:solidFill>
                                <a:latin typeface="Cambria Math" panose="02040503050406030204" pitchFamily="18" charset="0"/>
                              </a:rPr>
                            </m:ctrlPr>
                          </m:limLowPr>
                          <m:e>
                            <m:r>
                              <m:rPr>
                                <m:sty m:val="p"/>
                              </m:rPr>
                              <a:rPr lang="en-US" altLang="ko-KR" i="0" smtClean="0">
                                <a:solidFill>
                                  <a:srgbClr val="222222"/>
                                </a:solidFill>
                                <a:latin typeface="Cambria Math" panose="02040503050406030204" pitchFamily="18" charset="0"/>
                              </a:rPr>
                              <m:t>lim</m:t>
                            </m:r>
                          </m:e>
                          <m:lim>
                            <m:r>
                              <a:rPr lang="en-US" altLang="ko-KR" i="1" smtClean="0">
                                <a:solidFill>
                                  <a:srgbClr val="222222"/>
                                </a:solidFill>
                                <a:latin typeface="Cambria Math" panose="02040503050406030204" pitchFamily="18" charset="0"/>
                                <a:ea typeface="Cambria Math" panose="02040503050406030204" pitchFamily="18" charset="0"/>
                              </a:rPr>
                              <m:t>∆</m:t>
                            </m:r>
                            <m:r>
                              <a:rPr lang="en-US" altLang="ko-KR" b="0" i="1" smtClean="0">
                                <a:solidFill>
                                  <a:srgbClr val="222222"/>
                                </a:solidFill>
                                <a:latin typeface="Cambria Math" panose="02040503050406030204" pitchFamily="18" charset="0"/>
                                <a:ea typeface="Cambria Math" panose="02040503050406030204" pitchFamily="18" charset="0"/>
                              </a:rPr>
                              <m:t>𝑥</m:t>
                            </m:r>
                            <m:r>
                              <a:rPr lang="en-US" altLang="ko-KR" b="0" i="1" smtClean="0">
                                <a:solidFill>
                                  <a:srgbClr val="222222"/>
                                </a:solidFill>
                                <a:latin typeface="Cambria Math" panose="02040503050406030204" pitchFamily="18" charset="0"/>
                                <a:ea typeface="Cambria Math" panose="02040503050406030204" pitchFamily="18" charset="0"/>
                              </a:rPr>
                              <m:t>→0</m:t>
                            </m:r>
                          </m:lim>
                        </m:limLow>
                      </m:fName>
                      <m:e>
                        <m:f>
                          <m:fPr>
                            <m:ctrlPr>
                              <a:rPr lang="en-US" altLang="ko-KR" i="1" smtClean="0">
                                <a:solidFill>
                                  <a:srgbClr val="222222"/>
                                </a:solidFill>
                                <a:latin typeface="Cambria Math" panose="02040503050406030204" pitchFamily="18" charset="0"/>
                              </a:rPr>
                            </m:ctrlPr>
                          </m:fPr>
                          <m:num>
                            <m:r>
                              <a:rPr lang="en-US" altLang="ko-KR" b="0" i="1" smtClean="0">
                                <a:solidFill>
                                  <a:srgbClr val="222222"/>
                                </a:solidFill>
                                <a:latin typeface="Cambria Math" panose="02040503050406030204" pitchFamily="18" charset="0"/>
                              </a:rPr>
                              <m:t>𝑓</m:t>
                            </m:r>
                            <m:d>
                              <m:dPr>
                                <m:ctrlPr>
                                  <a:rPr lang="en-US" altLang="ko-KR" b="0" i="1" smtClean="0">
                                    <a:solidFill>
                                      <a:srgbClr val="222222"/>
                                    </a:solidFill>
                                    <a:latin typeface="Cambria Math" panose="02040503050406030204" pitchFamily="18" charset="0"/>
                                  </a:rPr>
                                </m:ctrlPr>
                              </m:dPr>
                              <m:e>
                                <m:r>
                                  <a:rPr lang="en-US" altLang="ko-KR" b="0" i="1" smtClean="0">
                                    <a:solidFill>
                                      <a:srgbClr val="222222"/>
                                    </a:solidFill>
                                    <a:latin typeface="Cambria Math" panose="02040503050406030204" pitchFamily="18" charset="0"/>
                                  </a:rPr>
                                  <m:t>𝑎</m:t>
                                </m:r>
                                <m:r>
                                  <a:rPr lang="en-US" altLang="ko-KR" b="0" i="1" smtClean="0">
                                    <a:solidFill>
                                      <a:srgbClr val="222222"/>
                                    </a:solidFill>
                                    <a:latin typeface="Cambria Math" panose="02040503050406030204" pitchFamily="18" charset="0"/>
                                  </a:rPr>
                                  <m:t>+∆</m:t>
                                </m:r>
                                <m:r>
                                  <a:rPr lang="en-US" altLang="ko-KR" b="0" i="1" smtClean="0">
                                    <a:solidFill>
                                      <a:srgbClr val="222222"/>
                                    </a:solidFill>
                                    <a:latin typeface="Cambria Math" panose="02040503050406030204" pitchFamily="18" charset="0"/>
                                    <a:ea typeface="Cambria Math" panose="02040503050406030204" pitchFamily="18" charset="0"/>
                                  </a:rPr>
                                  <m:t>𝑥</m:t>
                                </m:r>
                              </m:e>
                            </m:d>
                            <m:r>
                              <a:rPr lang="en-US" altLang="ko-KR" b="0" i="1" smtClean="0">
                                <a:solidFill>
                                  <a:srgbClr val="222222"/>
                                </a:solidFill>
                                <a:latin typeface="Cambria Math" panose="02040503050406030204" pitchFamily="18" charset="0"/>
                              </a:rPr>
                              <m:t>−</m:t>
                            </m:r>
                            <m:r>
                              <a:rPr lang="en-US" altLang="ko-KR" b="0" i="1" smtClean="0">
                                <a:solidFill>
                                  <a:srgbClr val="222222"/>
                                </a:solidFill>
                                <a:latin typeface="Cambria Math" panose="02040503050406030204" pitchFamily="18" charset="0"/>
                              </a:rPr>
                              <m:t>𝑓</m:t>
                            </m:r>
                            <m:r>
                              <a:rPr lang="en-US" altLang="ko-KR" b="0" i="1" smtClean="0">
                                <a:solidFill>
                                  <a:srgbClr val="222222"/>
                                </a:solidFill>
                                <a:latin typeface="Cambria Math" panose="02040503050406030204" pitchFamily="18" charset="0"/>
                              </a:rPr>
                              <m:t>(</m:t>
                            </m:r>
                            <m:r>
                              <a:rPr lang="en-US" altLang="ko-KR" b="0" i="1" smtClean="0">
                                <a:solidFill>
                                  <a:srgbClr val="222222"/>
                                </a:solidFill>
                                <a:latin typeface="Cambria Math" panose="02040503050406030204" pitchFamily="18" charset="0"/>
                              </a:rPr>
                              <m:t>𝑎</m:t>
                            </m:r>
                            <m:r>
                              <a:rPr lang="en-US" altLang="ko-KR" b="0" i="1" smtClean="0">
                                <a:solidFill>
                                  <a:srgbClr val="222222"/>
                                </a:solidFill>
                                <a:latin typeface="Cambria Math" panose="02040503050406030204" pitchFamily="18" charset="0"/>
                              </a:rPr>
                              <m:t>)</m:t>
                            </m:r>
                          </m:num>
                          <m:den>
                            <m:r>
                              <a:rPr lang="en-US" altLang="ko-KR" i="1" smtClean="0">
                                <a:solidFill>
                                  <a:srgbClr val="222222"/>
                                </a:solidFill>
                                <a:latin typeface="Cambria Math" panose="02040503050406030204" pitchFamily="18" charset="0"/>
                                <a:ea typeface="Cambria Math" panose="02040503050406030204" pitchFamily="18" charset="0"/>
                              </a:rPr>
                              <m:t>∆</m:t>
                            </m:r>
                            <m:r>
                              <a:rPr lang="en-US" altLang="ko-KR" b="0" i="1" smtClean="0">
                                <a:solidFill>
                                  <a:srgbClr val="222222"/>
                                </a:solidFill>
                                <a:latin typeface="Cambria Math" panose="02040503050406030204" pitchFamily="18" charset="0"/>
                                <a:ea typeface="Cambria Math" panose="02040503050406030204" pitchFamily="18" charset="0"/>
                              </a:rPr>
                              <m:t>𝑥</m:t>
                            </m:r>
                          </m:den>
                        </m:f>
                      </m:e>
                    </m:func>
                  </m:oMath>
                </a14:m>
                <a:endParaRPr lang="en-US" altLang="ko-KR"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endParaRPr lang="en-US" altLang="ko-KR"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endParaRPr lang="en-US" altLang="ko-KR" sz="2000" dirty="0">
                  <a:solidFill>
                    <a:srgbClr val="222222"/>
                  </a:solidFill>
                  <a:latin typeface="Arial Narrow" panose="020B0606020202030204" pitchFamily="34" charset="0"/>
                </a:endParaRPr>
              </a:p>
            </p:txBody>
          </p:sp>
        </mc:Choice>
        <mc:Fallback xmlns="">
          <p:sp>
            <p:nvSpPr>
              <p:cNvPr id="10" name="직사각형 9">
                <a:extLst>
                  <a:ext uri="{FF2B5EF4-FFF2-40B4-BE49-F238E27FC236}">
                    <a16:creationId xmlns:a16="http://schemas.microsoft.com/office/drawing/2014/main" id="{C7C7178E-B73C-405C-98AA-12B1241AB1A3}"/>
                  </a:ext>
                </a:extLst>
              </p:cNvPr>
              <p:cNvSpPr>
                <a:spLocks noRot="1" noChangeAspect="1" noMove="1" noResize="1" noEditPoints="1" noAdjustHandles="1" noChangeArrowheads="1" noChangeShapeType="1" noTextEdit="1"/>
              </p:cNvSpPr>
              <p:nvPr/>
            </p:nvSpPr>
            <p:spPr>
              <a:xfrm>
                <a:off x="328771" y="1139130"/>
                <a:ext cx="8742077" cy="2443233"/>
              </a:xfrm>
              <a:prstGeom prst="rect">
                <a:avLst/>
              </a:prstGeom>
              <a:blipFill>
                <a:blip r:embed="rId3"/>
                <a:stretch>
                  <a:fillRect l="-628"/>
                </a:stretch>
              </a:blipFill>
            </p:spPr>
            <p:txBody>
              <a:bodyPr/>
              <a:lstStyle/>
              <a:p>
                <a:r>
                  <a:rPr lang="ko-KR" altLang="en-US">
                    <a:noFill/>
                  </a:rPr>
                  <a:t> </a:t>
                </a:r>
              </a:p>
            </p:txBody>
          </p:sp>
        </mc:Fallback>
      </mc:AlternateContent>
      <p:grpSp>
        <p:nvGrpSpPr>
          <p:cNvPr id="14" name="그룹 13">
            <a:extLst>
              <a:ext uri="{FF2B5EF4-FFF2-40B4-BE49-F238E27FC236}">
                <a16:creationId xmlns:a16="http://schemas.microsoft.com/office/drawing/2014/main" id="{D306D4EA-1C1C-408E-8193-1086ED4B1986}"/>
              </a:ext>
            </a:extLst>
          </p:cNvPr>
          <p:cNvGrpSpPr/>
          <p:nvPr/>
        </p:nvGrpSpPr>
        <p:grpSpPr>
          <a:xfrm>
            <a:off x="630936" y="2707075"/>
            <a:ext cx="1314450" cy="1157167"/>
            <a:chOff x="768096" y="3049975"/>
            <a:chExt cx="1314450" cy="1157167"/>
          </a:xfrm>
        </p:grpSpPr>
        <p:grpSp>
          <p:nvGrpSpPr>
            <p:cNvPr id="5" name="그룹 4">
              <a:extLst>
                <a:ext uri="{FF2B5EF4-FFF2-40B4-BE49-F238E27FC236}">
                  <a16:creationId xmlns:a16="http://schemas.microsoft.com/office/drawing/2014/main" id="{64875C6E-EB55-49C9-BF55-C5D2FF3B92AE}"/>
                </a:ext>
              </a:extLst>
            </p:cNvPr>
            <p:cNvGrpSpPr/>
            <p:nvPr/>
          </p:nvGrpSpPr>
          <p:grpSpPr>
            <a:xfrm>
              <a:off x="768096" y="3521342"/>
              <a:ext cx="1314450" cy="685800"/>
              <a:chOff x="1911096" y="4498848"/>
              <a:chExt cx="1314450" cy="685800"/>
            </a:xfrm>
          </p:grpSpPr>
          <p:sp>
            <p:nvSpPr>
              <p:cNvPr id="4" name="사각형: 둥근 모서리 3">
                <a:extLst>
                  <a:ext uri="{FF2B5EF4-FFF2-40B4-BE49-F238E27FC236}">
                    <a16:creationId xmlns:a16="http://schemas.microsoft.com/office/drawing/2014/main" id="{96A3DEC6-28DA-46EA-86FA-12AE23E64836}"/>
                  </a:ext>
                </a:extLst>
              </p:cNvPr>
              <p:cNvSpPr/>
              <p:nvPr/>
            </p:nvSpPr>
            <p:spPr>
              <a:xfrm>
                <a:off x="1911096" y="4498848"/>
                <a:ext cx="1314450" cy="6858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a:extLst>
                  <a:ext uri="{FF2B5EF4-FFF2-40B4-BE49-F238E27FC236}">
                    <a16:creationId xmlns:a16="http://schemas.microsoft.com/office/drawing/2014/main" id="{733F9538-D9A1-4324-B24B-914E0C99568E}"/>
                  </a:ext>
                </a:extLst>
              </p:cNvPr>
              <p:cNvSpPr txBox="1"/>
              <p:nvPr/>
            </p:nvSpPr>
            <p:spPr>
              <a:xfrm>
                <a:off x="1911096" y="4549360"/>
                <a:ext cx="1314450" cy="584775"/>
              </a:xfrm>
              <a:prstGeom prst="rect">
                <a:avLst/>
              </a:prstGeom>
              <a:noFill/>
            </p:spPr>
            <p:txBody>
              <a:bodyPr wrap="square">
                <a:spAutoFit/>
              </a:bodyPr>
              <a:lstStyle/>
              <a:p>
                <a:r>
                  <a:rPr lang="en-US" altLang="ko-KR" sz="1600" dirty="0">
                    <a:solidFill>
                      <a:srgbClr val="222222"/>
                    </a:solidFill>
                    <a:latin typeface="Arial Narrow" panose="020B0606020202030204" pitchFamily="34" charset="0"/>
                  </a:rPr>
                  <a:t>Differentiating the function f(x) </a:t>
                </a:r>
                <a:endParaRPr lang="ko-KR" altLang="en-US" sz="1600" dirty="0"/>
              </a:p>
            </p:txBody>
          </p:sp>
        </p:grpSp>
        <p:cxnSp>
          <p:nvCxnSpPr>
            <p:cNvPr id="13" name="직선 화살표 연결선 12">
              <a:extLst>
                <a:ext uri="{FF2B5EF4-FFF2-40B4-BE49-F238E27FC236}">
                  <a16:creationId xmlns:a16="http://schemas.microsoft.com/office/drawing/2014/main" id="{DF436C6E-D525-439E-A3B8-1350B53BBC44}"/>
                </a:ext>
              </a:extLst>
            </p:cNvPr>
            <p:cNvCxnSpPr>
              <a:cxnSpLocks/>
              <a:stCxn id="4" idx="0"/>
            </p:cNvCxnSpPr>
            <p:nvPr/>
          </p:nvCxnSpPr>
          <p:spPr>
            <a:xfrm flipV="1">
              <a:off x="1425321" y="3049975"/>
              <a:ext cx="0" cy="4713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18" name="그룹 17">
            <a:extLst>
              <a:ext uri="{FF2B5EF4-FFF2-40B4-BE49-F238E27FC236}">
                <a16:creationId xmlns:a16="http://schemas.microsoft.com/office/drawing/2014/main" id="{1009D7E3-CF21-411D-B231-18BCB5192429}"/>
              </a:ext>
            </a:extLst>
          </p:cNvPr>
          <p:cNvGrpSpPr/>
          <p:nvPr/>
        </p:nvGrpSpPr>
        <p:grpSpPr>
          <a:xfrm>
            <a:off x="2428494" y="2707075"/>
            <a:ext cx="1658112" cy="1157167"/>
            <a:chOff x="768096" y="3049975"/>
            <a:chExt cx="1658112" cy="1157167"/>
          </a:xfrm>
        </p:grpSpPr>
        <p:grpSp>
          <p:nvGrpSpPr>
            <p:cNvPr id="19" name="그룹 18">
              <a:extLst>
                <a:ext uri="{FF2B5EF4-FFF2-40B4-BE49-F238E27FC236}">
                  <a16:creationId xmlns:a16="http://schemas.microsoft.com/office/drawing/2014/main" id="{FBB76FBA-526F-4E23-BFB9-3D0C2242C457}"/>
                </a:ext>
              </a:extLst>
            </p:cNvPr>
            <p:cNvGrpSpPr/>
            <p:nvPr/>
          </p:nvGrpSpPr>
          <p:grpSpPr>
            <a:xfrm>
              <a:off x="768096" y="3521342"/>
              <a:ext cx="1658112" cy="685800"/>
              <a:chOff x="1911096" y="4498848"/>
              <a:chExt cx="1658112" cy="685800"/>
            </a:xfrm>
          </p:grpSpPr>
          <p:sp>
            <p:nvSpPr>
              <p:cNvPr id="21" name="사각형: 둥근 모서리 20">
                <a:extLst>
                  <a:ext uri="{FF2B5EF4-FFF2-40B4-BE49-F238E27FC236}">
                    <a16:creationId xmlns:a16="http://schemas.microsoft.com/office/drawing/2014/main" id="{8BEF6C98-12B0-4553-99AF-36E42F7F9BB6}"/>
                  </a:ext>
                </a:extLst>
              </p:cNvPr>
              <p:cNvSpPr/>
              <p:nvPr/>
            </p:nvSpPr>
            <p:spPr>
              <a:xfrm>
                <a:off x="1911096" y="4498848"/>
                <a:ext cx="1520952" cy="6858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TextBox 21">
                <a:extLst>
                  <a:ext uri="{FF2B5EF4-FFF2-40B4-BE49-F238E27FC236}">
                    <a16:creationId xmlns:a16="http://schemas.microsoft.com/office/drawing/2014/main" id="{9BC22580-8011-4389-813B-B87088C8972A}"/>
                  </a:ext>
                </a:extLst>
              </p:cNvPr>
              <p:cNvSpPr txBox="1"/>
              <p:nvPr/>
            </p:nvSpPr>
            <p:spPr>
              <a:xfrm>
                <a:off x="1911096" y="4549360"/>
                <a:ext cx="1658112" cy="584775"/>
              </a:xfrm>
              <a:prstGeom prst="rect">
                <a:avLst/>
              </a:prstGeom>
              <a:noFill/>
            </p:spPr>
            <p:txBody>
              <a:bodyPr wrap="square">
                <a:spAutoFit/>
              </a:bodyPr>
              <a:lstStyle/>
              <a:p>
                <a:r>
                  <a:rPr lang="en-US" altLang="ko-KR" sz="1600">
                    <a:solidFill>
                      <a:srgbClr val="222222"/>
                    </a:solidFill>
                    <a:latin typeface="Arial Narrow" panose="020B0606020202030204" pitchFamily="34" charset="0"/>
                  </a:rPr>
                  <a:t>The </a:t>
                </a:r>
                <a:r>
                  <a:rPr lang="en-US" altLang="ko-KR" sz="1600" dirty="0">
                    <a:solidFill>
                      <a:srgbClr val="222222"/>
                    </a:solidFill>
                    <a:latin typeface="Arial Narrow" panose="020B0606020202030204" pitchFamily="34" charset="0"/>
                  </a:rPr>
                  <a:t>change in x is very close to zero </a:t>
                </a:r>
                <a:endParaRPr lang="ko-KR" altLang="en-US" sz="1600" dirty="0"/>
              </a:p>
            </p:txBody>
          </p:sp>
        </p:grpSp>
        <p:cxnSp>
          <p:nvCxnSpPr>
            <p:cNvPr id="20" name="직선 화살표 연결선 19">
              <a:extLst>
                <a:ext uri="{FF2B5EF4-FFF2-40B4-BE49-F238E27FC236}">
                  <a16:creationId xmlns:a16="http://schemas.microsoft.com/office/drawing/2014/main" id="{9B7E9A54-4793-4331-A1E7-DAA5F4628B39}"/>
                </a:ext>
              </a:extLst>
            </p:cNvPr>
            <p:cNvCxnSpPr>
              <a:cxnSpLocks/>
              <a:stCxn id="21" idx="0"/>
            </p:cNvCxnSpPr>
            <p:nvPr/>
          </p:nvCxnSpPr>
          <p:spPr>
            <a:xfrm flipV="1">
              <a:off x="1528572" y="3049975"/>
              <a:ext cx="0" cy="4713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27" name="그룹 26">
            <a:extLst>
              <a:ext uri="{FF2B5EF4-FFF2-40B4-BE49-F238E27FC236}">
                <a16:creationId xmlns:a16="http://schemas.microsoft.com/office/drawing/2014/main" id="{5781C860-5C7B-42B3-B303-3728208EAE98}"/>
              </a:ext>
            </a:extLst>
          </p:cNvPr>
          <p:cNvGrpSpPr/>
          <p:nvPr/>
        </p:nvGrpSpPr>
        <p:grpSpPr>
          <a:xfrm>
            <a:off x="4654089" y="2105631"/>
            <a:ext cx="1993599" cy="389061"/>
            <a:chOff x="203074" y="3521342"/>
            <a:chExt cx="1993599" cy="389061"/>
          </a:xfrm>
        </p:grpSpPr>
        <p:grpSp>
          <p:nvGrpSpPr>
            <p:cNvPr id="28" name="그룹 27">
              <a:extLst>
                <a:ext uri="{FF2B5EF4-FFF2-40B4-BE49-F238E27FC236}">
                  <a16:creationId xmlns:a16="http://schemas.microsoft.com/office/drawing/2014/main" id="{2FFFC515-A61E-40A8-8261-B725AF71E8A1}"/>
                </a:ext>
              </a:extLst>
            </p:cNvPr>
            <p:cNvGrpSpPr/>
            <p:nvPr/>
          </p:nvGrpSpPr>
          <p:grpSpPr>
            <a:xfrm>
              <a:off x="768096" y="3521342"/>
              <a:ext cx="1428577" cy="389061"/>
              <a:chOff x="1911096" y="4498848"/>
              <a:chExt cx="1428577" cy="389061"/>
            </a:xfrm>
          </p:grpSpPr>
          <p:sp>
            <p:nvSpPr>
              <p:cNvPr id="30" name="사각형: 둥근 모서리 29">
                <a:extLst>
                  <a:ext uri="{FF2B5EF4-FFF2-40B4-BE49-F238E27FC236}">
                    <a16:creationId xmlns:a16="http://schemas.microsoft.com/office/drawing/2014/main" id="{DE86430F-D94D-4C49-8E30-72CCBACD1BA1}"/>
                  </a:ext>
                </a:extLst>
              </p:cNvPr>
              <p:cNvSpPr/>
              <p:nvPr/>
            </p:nvSpPr>
            <p:spPr>
              <a:xfrm>
                <a:off x="1911096" y="4498848"/>
                <a:ext cx="1428577" cy="389061"/>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TextBox 30">
                <a:extLst>
                  <a:ext uri="{FF2B5EF4-FFF2-40B4-BE49-F238E27FC236}">
                    <a16:creationId xmlns:a16="http://schemas.microsoft.com/office/drawing/2014/main" id="{555BBCA2-AD9E-4570-8011-88F2280D3D79}"/>
                  </a:ext>
                </a:extLst>
              </p:cNvPr>
              <p:cNvSpPr txBox="1"/>
              <p:nvPr/>
            </p:nvSpPr>
            <p:spPr>
              <a:xfrm>
                <a:off x="1929384" y="4512784"/>
                <a:ext cx="1410289" cy="338554"/>
              </a:xfrm>
              <a:prstGeom prst="rect">
                <a:avLst/>
              </a:prstGeom>
              <a:noFill/>
            </p:spPr>
            <p:txBody>
              <a:bodyPr wrap="square">
                <a:spAutoFit/>
              </a:bodyPr>
              <a:lstStyle/>
              <a:p>
                <a:r>
                  <a:rPr lang="en-US" altLang="ko-KR" sz="1600" dirty="0">
                    <a:solidFill>
                      <a:srgbClr val="222222"/>
                    </a:solidFill>
                    <a:latin typeface="Arial Narrow" panose="020B0606020202030204" pitchFamily="34" charset="0"/>
                  </a:rPr>
                  <a:t>The change in y</a:t>
                </a:r>
                <a:endParaRPr lang="ko-KR" altLang="en-US" sz="1600" dirty="0"/>
              </a:p>
            </p:txBody>
          </p:sp>
        </p:grpSp>
        <p:cxnSp>
          <p:nvCxnSpPr>
            <p:cNvPr id="29" name="직선 화살표 연결선 28">
              <a:extLst>
                <a:ext uri="{FF2B5EF4-FFF2-40B4-BE49-F238E27FC236}">
                  <a16:creationId xmlns:a16="http://schemas.microsoft.com/office/drawing/2014/main" id="{31E792BA-91F3-4985-B137-5BB912ED0014}"/>
                </a:ext>
              </a:extLst>
            </p:cNvPr>
            <p:cNvCxnSpPr>
              <a:cxnSpLocks/>
            </p:cNvCxnSpPr>
            <p:nvPr/>
          </p:nvCxnSpPr>
          <p:spPr>
            <a:xfrm flipH="1">
              <a:off x="203074" y="3762720"/>
              <a:ext cx="55740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33" name="그룹 32">
            <a:extLst>
              <a:ext uri="{FF2B5EF4-FFF2-40B4-BE49-F238E27FC236}">
                <a16:creationId xmlns:a16="http://schemas.microsoft.com/office/drawing/2014/main" id="{5E5C87B8-DA51-423E-93F0-02A10BCBF2BE}"/>
              </a:ext>
            </a:extLst>
          </p:cNvPr>
          <p:cNvGrpSpPr/>
          <p:nvPr/>
        </p:nvGrpSpPr>
        <p:grpSpPr>
          <a:xfrm>
            <a:off x="4169664" y="2633472"/>
            <a:ext cx="2478024" cy="616376"/>
            <a:chOff x="-281351" y="3294027"/>
            <a:chExt cx="2478024" cy="616376"/>
          </a:xfrm>
        </p:grpSpPr>
        <p:grpSp>
          <p:nvGrpSpPr>
            <p:cNvPr id="34" name="그룹 33">
              <a:extLst>
                <a:ext uri="{FF2B5EF4-FFF2-40B4-BE49-F238E27FC236}">
                  <a16:creationId xmlns:a16="http://schemas.microsoft.com/office/drawing/2014/main" id="{095264BA-8EC1-4827-B7FA-2970437002D9}"/>
                </a:ext>
              </a:extLst>
            </p:cNvPr>
            <p:cNvGrpSpPr/>
            <p:nvPr/>
          </p:nvGrpSpPr>
          <p:grpSpPr>
            <a:xfrm>
              <a:off x="768096" y="3521342"/>
              <a:ext cx="1428577" cy="389061"/>
              <a:chOff x="1911096" y="4498848"/>
              <a:chExt cx="1428577" cy="389061"/>
            </a:xfrm>
          </p:grpSpPr>
          <p:sp>
            <p:nvSpPr>
              <p:cNvPr id="38" name="사각형: 둥근 모서리 37">
                <a:extLst>
                  <a:ext uri="{FF2B5EF4-FFF2-40B4-BE49-F238E27FC236}">
                    <a16:creationId xmlns:a16="http://schemas.microsoft.com/office/drawing/2014/main" id="{EA24E5B1-DA7A-4F43-B0E7-41CD98F4DFBB}"/>
                  </a:ext>
                </a:extLst>
              </p:cNvPr>
              <p:cNvSpPr/>
              <p:nvPr/>
            </p:nvSpPr>
            <p:spPr>
              <a:xfrm>
                <a:off x="1911096" y="4498848"/>
                <a:ext cx="1428577" cy="389061"/>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 name="TextBox 38">
                <a:extLst>
                  <a:ext uri="{FF2B5EF4-FFF2-40B4-BE49-F238E27FC236}">
                    <a16:creationId xmlns:a16="http://schemas.microsoft.com/office/drawing/2014/main" id="{2AE9BCE7-C806-4999-8B28-F697DA79F38D}"/>
                  </a:ext>
                </a:extLst>
              </p:cNvPr>
              <p:cNvSpPr txBox="1"/>
              <p:nvPr/>
            </p:nvSpPr>
            <p:spPr>
              <a:xfrm>
                <a:off x="1929384" y="4512784"/>
                <a:ext cx="1410289" cy="338554"/>
              </a:xfrm>
              <a:prstGeom prst="rect">
                <a:avLst/>
              </a:prstGeom>
              <a:noFill/>
            </p:spPr>
            <p:txBody>
              <a:bodyPr wrap="square">
                <a:spAutoFit/>
              </a:bodyPr>
              <a:lstStyle/>
              <a:p>
                <a:r>
                  <a:rPr lang="en-US" altLang="ko-KR" sz="1600" dirty="0">
                    <a:solidFill>
                      <a:srgbClr val="222222"/>
                    </a:solidFill>
                    <a:latin typeface="Arial Narrow" panose="020B0606020202030204" pitchFamily="34" charset="0"/>
                  </a:rPr>
                  <a:t>The change in x</a:t>
                </a:r>
                <a:endParaRPr lang="ko-KR" altLang="en-US" sz="1600" dirty="0"/>
              </a:p>
            </p:txBody>
          </p:sp>
        </p:grpSp>
        <p:cxnSp>
          <p:nvCxnSpPr>
            <p:cNvPr id="35" name="직선 화살표 연결선 34">
              <a:extLst>
                <a:ext uri="{FF2B5EF4-FFF2-40B4-BE49-F238E27FC236}">
                  <a16:creationId xmlns:a16="http://schemas.microsoft.com/office/drawing/2014/main" id="{8586D766-5FD4-4B29-B63A-CC2325C60F08}"/>
                </a:ext>
              </a:extLst>
            </p:cNvPr>
            <p:cNvCxnSpPr>
              <a:cxnSpLocks/>
            </p:cNvCxnSpPr>
            <p:nvPr/>
          </p:nvCxnSpPr>
          <p:spPr>
            <a:xfrm flipH="1" flipV="1">
              <a:off x="-281351" y="3294027"/>
              <a:ext cx="1041827" cy="4218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2674597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mc:AlternateContent xmlns:mc="http://schemas.openxmlformats.org/markup-compatibility/2006" xmlns:a14="http://schemas.microsoft.com/office/drawing/2010/main">
        <mc:Choice Requires="a14">
          <p:sp>
            <p:nvSpPr>
              <p:cNvPr id="10" name="직사각형 9">
                <a:extLst>
                  <a:ext uri="{FF2B5EF4-FFF2-40B4-BE49-F238E27FC236}">
                    <a16:creationId xmlns:a16="http://schemas.microsoft.com/office/drawing/2014/main" id="{C7C7178E-B73C-405C-98AA-12B1241AB1A3}"/>
                  </a:ext>
                </a:extLst>
              </p:cNvPr>
              <p:cNvSpPr/>
              <p:nvPr/>
            </p:nvSpPr>
            <p:spPr>
              <a:xfrm>
                <a:off x="328771" y="1139130"/>
                <a:ext cx="8742077" cy="4004430"/>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Four important properties of derivative</a:t>
                </a:r>
              </a:p>
              <a:p>
                <a:pPr marL="741600" lvl="1" indent="-284400">
                  <a:lnSpc>
                    <a:spcPct val="200000"/>
                  </a:lnSpc>
                  <a:buFont typeface="Arial" panose="020B0604020202020204" pitchFamily="34" charset="0"/>
                  <a:buChar char="•"/>
                </a:pPr>
                <a14:m>
                  <m:oMath xmlns:m="http://schemas.openxmlformats.org/officeDocument/2006/math">
                    <m:r>
                      <a:rPr lang="en-US" altLang="ko-KR" i="1" smtClean="0">
                        <a:solidFill>
                          <a:srgbClr val="222222"/>
                        </a:solidFill>
                        <a:latin typeface="Cambria Math" panose="02040503050406030204" pitchFamily="18" charset="0"/>
                      </a:rPr>
                      <m:t>𝑓</m:t>
                    </m:r>
                    <m:d>
                      <m:dPr>
                        <m:ctrlPr>
                          <a:rPr lang="en-US" altLang="ko-KR" i="1">
                            <a:solidFill>
                              <a:srgbClr val="222222"/>
                            </a:solidFill>
                            <a:latin typeface="Cambria Math" panose="02040503050406030204" pitchFamily="18" charset="0"/>
                          </a:rPr>
                        </m:ctrlPr>
                      </m:dPr>
                      <m:e>
                        <m:r>
                          <a:rPr lang="en-US" altLang="ko-KR" i="1">
                            <a:solidFill>
                              <a:srgbClr val="222222"/>
                            </a:solidFill>
                            <a:latin typeface="Cambria Math" panose="02040503050406030204" pitchFamily="18" charset="0"/>
                            <a:ea typeface="Cambria Math" panose="02040503050406030204" pitchFamily="18" charset="0"/>
                          </a:rPr>
                          <m:t>𝑥</m:t>
                        </m:r>
                      </m:e>
                    </m:d>
                    <m:r>
                      <a:rPr lang="en-US" altLang="ko-KR" i="1">
                        <a:solidFill>
                          <a:srgbClr val="222222"/>
                        </a:solidFill>
                        <a:latin typeface="Cambria Math" panose="02040503050406030204" pitchFamily="18" charset="0"/>
                        <a:ea typeface="Cambria Math" panose="02040503050406030204" pitchFamily="18" charset="0"/>
                      </a:rPr>
                      <m:t>=</m:t>
                    </m:r>
                    <m:r>
                      <a:rPr lang="ko-KR" altLang="en-US" i="1" smtClean="0">
                        <a:solidFill>
                          <a:srgbClr val="222222"/>
                        </a:solidFill>
                        <a:latin typeface="Cambria Math" panose="02040503050406030204" pitchFamily="18" charset="0"/>
                        <a:ea typeface="Cambria Math" panose="02040503050406030204" pitchFamily="18" charset="0"/>
                      </a:rPr>
                      <m:t>𝛼</m:t>
                    </m:r>
                  </m:oMath>
                </a14:m>
                <a:r>
                  <a:rPr lang="en-US" altLang="ko-KR" dirty="0">
                    <a:solidFill>
                      <a:srgbClr val="222222"/>
                    </a:solidFill>
                    <a:latin typeface="Arial Narrow" panose="020B0606020202030204" pitchFamily="34" charset="0"/>
                    <a:ea typeface="Cambria Math" panose="02040503050406030204" pitchFamily="18" charset="0"/>
                  </a:rPr>
                  <a:t>, the derivative is 0 when </a:t>
                </a:r>
                <a14:m>
                  <m:oMath xmlns:m="http://schemas.openxmlformats.org/officeDocument/2006/math">
                    <m:r>
                      <a:rPr lang="ko-KR" altLang="en-US" i="1">
                        <a:solidFill>
                          <a:srgbClr val="222222"/>
                        </a:solidFill>
                        <a:latin typeface="Cambria Math" panose="02040503050406030204" pitchFamily="18" charset="0"/>
                        <a:ea typeface="Cambria Math" panose="02040503050406030204" pitchFamily="18" charset="0"/>
                      </a:rPr>
                      <m:t>𝛼</m:t>
                    </m:r>
                  </m:oMath>
                </a14:m>
                <a:r>
                  <a:rPr lang="en-US" altLang="ko-KR" dirty="0">
                    <a:solidFill>
                      <a:srgbClr val="222222"/>
                    </a:solidFill>
                    <a:latin typeface="Arial Narrow" panose="020B0606020202030204" pitchFamily="34" charset="0"/>
                    <a:ea typeface="Cambria Math" panose="02040503050406030204" pitchFamily="18" charset="0"/>
                  </a:rPr>
                  <a:t> is constant</a:t>
                </a:r>
              </a:p>
              <a:p>
                <a:pPr marL="741600" lvl="1" indent="-284400">
                  <a:lnSpc>
                    <a:spcPct val="200000"/>
                  </a:lnSpc>
                  <a:buFont typeface="Arial" panose="020B0604020202020204" pitchFamily="34" charset="0"/>
                  <a:buChar char="•"/>
                </a:pPr>
                <a14:m>
                  <m:oMath xmlns:m="http://schemas.openxmlformats.org/officeDocument/2006/math">
                    <m:r>
                      <a:rPr lang="en-US" altLang="ko-KR" i="1" smtClean="0">
                        <a:solidFill>
                          <a:srgbClr val="222222"/>
                        </a:solidFill>
                        <a:latin typeface="Cambria Math" panose="02040503050406030204" pitchFamily="18" charset="0"/>
                      </a:rPr>
                      <m:t>𝑓</m:t>
                    </m:r>
                    <m:d>
                      <m:dPr>
                        <m:ctrlPr>
                          <a:rPr lang="en-US" altLang="ko-KR" i="1">
                            <a:solidFill>
                              <a:srgbClr val="222222"/>
                            </a:solidFill>
                            <a:latin typeface="Cambria Math" panose="02040503050406030204" pitchFamily="18" charset="0"/>
                          </a:rPr>
                        </m:ctrlPr>
                      </m:dPr>
                      <m:e>
                        <m:r>
                          <a:rPr lang="en-US" altLang="ko-KR" i="1">
                            <a:solidFill>
                              <a:srgbClr val="222222"/>
                            </a:solidFill>
                            <a:latin typeface="Cambria Math" panose="02040503050406030204" pitchFamily="18" charset="0"/>
                            <a:ea typeface="Cambria Math" panose="02040503050406030204" pitchFamily="18" charset="0"/>
                          </a:rPr>
                          <m:t>𝑥</m:t>
                        </m:r>
                      </m:e>
                    </m:d>
                    <m:r>
                      <a:rPr lang="en-US" altLang="ko-KR" i="1">
                        <a:solidFill>
                          <a:srgbClr val="222222"/>
                        </a:solidFill>
                        <a:latin typeface="Cambria Math" panose="02040503050406030204" pitchFamily="18" charset="0"/>
                        <a:ea typeface="Cambria Math" panose="02040503050406030204" pitchFamily="18" charset="0"/>
                      </a:rPr>
                      <m:t>=</m:t>
                    </m:r>
                    <m:r>
                      <a:rPr lang="en-US" altLang="ko-KR" i="1">
                        <a:solidFill>
                          <a:srgbClr val="222222"/>
                        </a:solidFill>
                        <a:latin typeface="Cambria Math" panose="02040503050406030204" pitchFamily="18" charset="0"/>
                        <a:ea typeface="Cambria Math" panose="02040503050406030204" pitchFamily="18" charset="0"/>
                      </a:rPr>
                      <m:t>𝑥</m:t>
                    </m:r>
                  </m:oMath>
                </a14:m>
                <a:r>
                  <a:rPr lang="en-US" altLang="ko-KR" dirty="0">
                    <a:solidFill>
                      <a:srgbClr val="222222"/>
                    </a:solidFill>
                    <a:latin typeface="Arial Narrow" panose="020B0606020202030204" pitchFamily="34" charset="0"/>
                  </a:rPr>
                  <a:t>, </a:t>
                </a:r>
                <a:r>
                  <a:rPr lang="en-US" altLang="ko-KR" dirty="0">
                    <a:solidFill>
                      <a:srgbClr val="222222"/>
                    </a:solidFill>
                    <a:latin typeface="Arial Narrow" panose="020B0606020202030204" pitchFamily="34" charset="0"/>
                    <a:ea typeface="Cambria Math" panose="02040503050406030204" pitchFamily="18" charset="0"/>
                  </a:rPr>
                  <a:t>the derivative is 1</a:t>
                </a:r>
              </a:p>
              <a:p>
                <a:pPr marL="741600" lvl="1" indent="-284400">
                  <a:lnSpc>
                    <a:spcPct val="200000"/>
                  </a:lnSpc>
                  <a:buFont typeface="Arial" panose="020B0604020202020204" pitchFamily="34" charset="0"/>
                  <a:buChar char="•"/>
                </a:pPr>
                <a14:m>
                  <m:oMath xmlns:m="http://schemas.openxmlformats.org/officeDocument/2006/math">
                    <m:r>
                      <a:rPr lang="en-US" altLang="ko-KR" i="1" smtClean="0">
                        <a:solidFill>
                          <a:srgbClr val="222222"/>
                        </a:solidFill>
                        <a:latin typeface="Cambria Math" panose="02040503050406030204" pitchFamily="18" charset="0"/>
                      </a:rPr>
                      <m:t>𝑓</m:t>
                    </m:r>
                    <m:d>
                      <m:dPr>
                        <m:ctrlPr>
                          <a:rPr lang="en-US" altLang="ko-KR" i="1">
                            <a:solidFill>
                              <a:srgbClr val="222222"/>
                            </a:solidFill>
                            <a:latin typeface="Cambria Math" panose="02040503050406030204" pitchFamily="18" charset="0"/>
                          </a:rPr>
                        </m:ctrlPr>
                      </m:dPr>
                      <m:e>
                        <m:r>
                          <a:rPr lang="en-US" altLang="ko-KR" i="1">
                            <a:solidFill>
                              <a:srgbClr val="222222"/>
                            </a:solidFill>
                            <a:latin typeface="Cambria Math" panose="02040503050406030204" pitchFamily="18" charset="0"/>
                            <a:ea typeface="Cambria Math" panose="02040503050406030204" pitchFamily="18" charset="0"/>
                          </a:rPr>
                          <m:t>𝑥</m:t>
                        </m:r>
                      </m:e>
                    </m:d>
                    <m:r>
                      <a:rPr lang="en-US" altLang="ko-KR" i="1">
                        <a:solidFill>
                          <a:srgbClr val="222222"/>
                        </a:solidFill>
                        <a:latin typeface="Cambria Math" panose="02040503050406030204" pitchFamily="18" charset="0"/>
                        <a:ea typeface="Cambria Math" panose="02040503050406030204" pitchFamily="18" charset="0"/>
                      </a:rPr>
                      <m:t>=</m:t>
                    </m:r>
                    <m:r>
                      <a:rPr lang="ko-KR" altLang="en-US" i="1">
                        <a:solidFill>
                          <a:srgbClr val="222222"/>
                        </a:solidFill>
                        <a:latin typeface="Cambria Math" panose="02040503050406030204" pitchFamily="18" charset="0"/>
                        <a:ea typeface="Cambria Math" panose="02040503050406030204" pitchFamily="18" charset="0"/>
                      </a:rPr>
                      <m:t>𝛼</m:t>
                    </m:r>
                    <m:r>
                      <a:rPr lang="en-US" altLang="ko-KR" i="1">
                        <a:solidFill>
                          <a:srgbClr val="222222"/>
                        </a:solidFill>
                        <a:latin typeface="Cambria Math" panose="02040503050406030204" pitchFamily="18" charset="0"/>
                        <a:ea typeface="Cambria Math" panose="02040503050406030204" pitchFamily="18" charset="0"/>
                      </a:rPr>
                      <m:t>𝑥</m:t>
                    </m:r>
                  </m:oMath>
                </a14:m>
                <a:r>
                  <a:rPr lang="en-US" altLang="ko-KR" dirty="0">
                    <a:solidFill>
                      <a:srgbClr val="222222"/>
                    </a:solidFill>
                    <a:latin typeface="Arial Narrow" panose="020B0606020202030204" pitchFamily="34" charset="0"/>
                    <a:ea typeface="Cambria Math" panose="02040503050406030204" pitchFamily="18" charset="0"/>
                  </a:rPr>
                  <a:t>, the derivative is </a:t>
                </a:r>
                <a14:m>
                  <m:oMath xmlns:m="http://schemas.openxmlformats.org/officeDocument/2006/math">
                    <m:r>
                      <a:rPr lang="ko-KR" altLang="en-US" i="1">
                        <a:solidFill>
                          <a:srgbClr val="222222"/>
                        </a:solidFill>
                        <a:latin typeface="Cambria Math" panose="02040503050406030204" pitchFamily="18" charset="0"/>
                        <a:ea typeface="Cambria Math" panose="02040503050406030204" pitchFamily="18" charset="0"/>
                      </a:rPr>
                      <m:t>𝛼</m:t>
                    </m:r>
                  </m:oMath>
                </a14:m>
                <a:r>
                  <a:rPr lang="en-US" altLang="ko-KR" dirty="0">
                    <a:solidFill>
                      <a:srgbClr val="222222"/>
                    </a:solidFill>
                    <a:latin typeface="Arial Narrow" panose="020B0606020202030204" pitchFamily="34" charset="0"/>
                    <a:ea typeface="Cambria Math" panose="02040503050406030204" pitchFamily="18" charset="0"/>
                  </a:rPr>
                  <a:t> when </a:t>
                </a:r>
                <a14:m>
                  <m:oMath xmlns:m="http://schemas.openxmlformats.org/officeDocument/2006/math">
                    <m:r>
                      <a:rPr lang="ko-KR" altLang="en-US" i="1">
                        <a:solidFill>
                          <a:srgbClr val="222222"/>
                        </a:solidFill>
                        <a:latin typeface="Cambria Math" panose="02040503050406030204" pitchFamily="18" charset="0"/>
                        <a:ea typeface="Cambria Math" panose="02040503050406030204" pitchFamily="18" charset="0"/>
                      </a:rPr>
                      <m:t>𝛼</m:t>
                    </m:r>
                  </m:oMath>
                </a14:m>
                <a:r>
                  <a:rPr lang="en-US" altLang="ko-KR" dirty="0">
                    <a:solidFill>
                      <a:srgbClr val="222222"/>
                    </a:solidFill>
                    <a:latin typeface="Arial Narrow" panose="020B0606020202030204" pitchFamily="34" charset="0"/>
                    <a:ea typeface="Cambria Math" panose="02040503050406030204" pitchFamily="18" charset="0"/>
                  </a:rPr>
                  <a:t> is constant</a:t>
                </a:r>
              </a:p>
              <a:p>
                <a:pPr marL="741600" lvl="1" indent="-284400">
                  <a:lnSpc>
                    <a:spcPct val="200000"/>
                  </a:lnSpc>
                  <a:buFont typeface="Arial" panose="020B0604020202020204" pitchFamily="34" charset="0"/>
                  <a:buChar char="•"/>
                </a:pPr>
                <a14:m>
                  <m:oMath xmlns:m="http://schemas.openxmlformats.org/officeDocument/2006/math">
                    <m:r>
                      <a:rPr lang="en-US" altLang="ko-KR" i="1" smtClean="0">
                        <a:solidFill>
                          <a:srgbClr val="222222"/>
                        </a:solidFill>
                        <a:latin typeface="Cambria Math" panose="02040503050406030204" pitchFamily="18" charset="0"/>
                      </a:rPr>
                      <m:t>𝑓</m:t>
                    </m:r>
                    <m:d>
                      <m:dPr>
                        <m:ctrlPr>
                          <a:rPr lang="en-US" altLang="ko-KR" i="1">
                            <a:solidFill>
                              <a:srgbClr val="222222"/>
                            </a:solidFill>
                            <a:latin typeface="Cambria Math" panose="02040503050406030204" pitchFamily="18" charset="0"/>
                          </a:rPr>
                        </m:ctrlPr>
                      </m:dPr>
                      <m:e>
                        <m:r>
                          <a:rPr lang="en-US" altLang="ko-KR" i="1">
                            <a:solidFill>
                              <a:srgbClr val="222222"/>
                            </a:solidFill>
                            <a:latin typeface="Cambria Math" panose="02040503050406030204" pitchFamily="18" charset="0"/>
                            <a:ea typeface="Cambria Math" panose="02040503050406030204" pitchFamily="18" charset="0"/>
                          </a:rPr>
                          <m:t>𝑥</m:t>
                        </m:r>
                      </m:e>
                    </m:d>
                    <m:r>
                      <a:rPr lang="en-US" altLang="ko-KR" i="1">
                        <a:solidFill>
                          <a:srgbClr val="222222"/>
                        </a:solidFill>
                        <a:latin typeface="Cambria Math" panose="02040503050406030204" pitchFamily="18" charset="0"/>
                        <a:ea typeface="Cambria Math" panose="02040503050406030204" pitchFamily="18" charset="0"/>
                      </a:rPr>
                      <m:t>=</m:t>
                    </m:r>
                    <m:sSup>
                      <m:sSupPr>
                        <m:ctrlPr>
                          <a:rPr lang="en-US" altLang="ko-KR" i="1" smtClean="0">
                            <a:solidFill>
                              <a:srgbClr val="222222"/>
                            </a:solidFill>
                            <a:latin typeface="Cambria Math" panose="02040503050406030204" pitchFamily="18" charset="0"/>
                            <a:ea typeface="Cambria Math" panose="02040503050406030204" pitchFamily="18" charset="0"/>
                          </a:rPr>
                        </m:ctrlPr>
                      </m:sSupPr>
                      <m:e>
                        <m:r>
                          <a:rPr lang="en-US" altLang="ko-KR" i="1">
                            <a:solidFill>
                              <a:srgbClr val="222222"/>
                            </a:solidFill>
                            <a:latin typeface="Cambria Math" panose="02040503050406030204" pitchFamily="18" charset="0"/>
                            <a:ea typeface="Cambria Math" panose="02040503050406030204" pitchFamily="18" charset="0"/>
                          </a:rPr>
                          <m:t>𝑥</m:t>
                        </m:r>
                      </m:e>
                      <m:sup>
                        <m:r>
                          <a:rPr lang="ko-KR" altLang="en-US" i="1">
                            <a:solidFill>
                              <a:srgbClr val="222222"/>
                            </a:solidFill>
                            <a:latin typeface="Cambria Math" panose="02040503050406030204" pitchFamily="18" charset="0"/>
                            <a:ea typeface="Cambria Math" panose="02040503050406030204" pitchFamily="18" charset="0"/>
                          </a:rPr>
                          <m:t>𝛼</m:t>
                        </m:r>
                      </m:sup>
                    </m:sSup>
                  </m:oMath>
                </a14:m>
                <a:r>
                  <a:rPr lang="en-US" altLang="ko-KR" dirty="0">
                    <a:solidFill>
                      <a:srgbClr val="222222"/>
                    </a:solidFill>
                    <a:latin typeface="Arial Narrow" panose="020B0606020202030204" pitchFamily="34" charset="0"/>
                  </a:rPr>
                  <a:t>, </a:t>
                </a:r>
                <a:r>
                  <a:rPr lang="en-US" altLang="ko-KR" dirty="0">
                    <a:solidFill>
                      <a:srgbClr val="222222"/>
                    </a:solidFill>
                    <a:latin typeface="Arial Narrow" panose="020B0606020202030204" pitchFamily="34" charset="0"/>
                    <a:ea typeface="Cambria Math" panose="02040503050406030204" pitchFamily="18" charset="0"/>
                  </a:rPr>
                  <a:t>the derivative is </a:t>
                </a:r>
                <a14:m>
                  <m:oMath xmlns:m="http://schemas.openxmlformats.org/officeDocument/2006/math">
                    <m:sSup>
                      <m:sSupPr>
                        <m:ctrlPr>
                          <a:rPr lang="en-US" altLang="ko-KR" i="1" smtClean="0">
                            <a:solidFill>
                              <a:srgbClr val="222222"/>
                            </a:solidFill>
                            <a:latin typeface="Cambria Math" panose="02040503050406030204" pitchFamily="18" charset="0"/>
                            <a:ea typeface="Cambria Math" panose="02040503050406030204" pitchFamily="18" charset="0"/>
                          </a:rPr>
                        </m:ctrlPr>
                      </m:sSupPr>
                      <m:e>
                        <m:r>
                          <a:rPr lang="ko-KR" altLang="en-US" i="1">
                            <a:solidFill>
                              <a:srgbClr val="222222"/>
                            </a:solidFill>
                            <a:latin typeface="Cambria Math" panose="02040503050406030204" pitchFamily="18" charset="0"/>
                            <a:ea typeface="Cambria Math" panose="02040503050406030204" pitchFamily="18" charset="0"/>
                          </a:rPr>
                          <m:t>𝛼</m:t>
                        </m:r>
                        <m:r>
                          <a:rPr lang="en-US" altLang="ko-KR" i="1">
                            <a:solidFill>
                              <a:srgbClr val="222222"/>
                            </a:solidFill>
                            <a:latin typeface="Cambria Math" panose="02040503050406030204" pitchFamily="18" charset="0"/>
                            <a:ea typeface="Cambria Math" panose="02040503050406030204" pitchFamily="18" charset="0"/>
                          </a:rPr>
                          <m:t>𝑥</m:t>
                        </m:r>
                      </m:e>
                      <m:sup>
                        <m:r>
                          <a:rPr lang="ko-KR" altLang="en-US" i="1">
                            <a:solidFill>
                              <a:srgbClr val="222222"/>
                            </a:solidFill>
                            <a:latin typeface="Cambria Math" panose="02040503050406030204" pitchFamily="18" charset="0"/>
                            <a:ea typeface="Cambria Math" panose="02040503050406030204" pitchFamily="18" charset="0"/>
                          </a:rPr>
                          <m:t>𝛼</m:t>
                        </m:r>
                        <m:r>
                          <a:rPr lang="en-US" altLang="ko-KR" i="1" smtClean="0">
                            <a:solidFill>
                              <a:srgbClr val="222222"/>
                            </a:solidFill>
                            <a:latin typeface="Cambria Math" panose="02040503050406030204" pitchFamily="18" charset="0"/>
                            <a:ea typeface="Cambria Math" panose="02040503050406030204" pitchFamily="18" charset="0"/>
                          </a:rPr>
                          <m:t>−1</m:t>
                        </m:r>
                      </m:sup>
                    </m:sSup>
                  </m:oMath>
                </a14:m>
                <a:r>
                  <a:rPr lang="en-US" altLang="ko-KR" dirty="0">
                    <a:solidFill>
                      <a:srgbClr val="222222"/>
                    </a:solidFill>
                    <a:latin typeface="Arial Narrow" panose="020B0606020202030204" pitchFamily="34" charset="0"/>
                    <a:ea typeface="Cambria Math" panose="02040503050406030204" pitchFamily="18" charset="0"/>
                  </a:rPr>
                  <a:t> when </a:t>
                </a:r>
                <a14:m>
                  <m:oMath xmlns:m="http://schemas.openxmlformats.org/officeDocument/2006/math">
                    <m:r>
                      <a:rPr lang="ko-KR" altLang="en-US" i="1">
                        <a:solidFill>
                          <a:srgbClr val="222222"/>
                        </a:solidFill>
                        <a:latin typeface="Cambria Math" panose="02040503050406030204" pitchFamily="18" charset="0"/>
                        <a:ea typeface="Cambria Math" panose="02040503050406030204" pitchFamily="18" charset="0"/>
                      </a:rPr>
                      <m:t>𝛼</m:t>
                    </m:r>
                  </m:oMath>
                </a14:m>
                <a:r>
                  <a:rPr lang="en-US" altLang="ko-KR" dirty="0">
                    <a:solidFill>
                      <a:srgbClr val="222222"/>
                    </a:solidFill>
                    <a:latin typeface="Arial Narrow" panose="020B0606020202030204" pitchFamily="34" charset="0"/>
                    <a:ea typeface="Cambria Math" panose="02040503050406030204" pitchFamily="18" charset="0"/>
                  </a:rPr>
                  <a:t> is natural number</a:t>
                </a:r>
                <a:endParaRPr lang="en-US" altLang="ko-KR"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endParaRPr lang="en-US" altLang="ko-KR"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endParaRPr lang="en-US" altLang="ko-KR"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endParaRPr lang="en-US" altLang="ko-KR" sz="2000" dirty="0">
                  <a:solidFill>
                    <a:srgbClr val="222222"/>
                  </a:solidFill>
                  <a:latin typeface="Arial Narrow" panose="020B0606020202030204" pitchFamily="34" charset="0"/>
                </a:endParaRPr>
              </a:p>
            </p:txBody>
          </p:sp>
        </mc:Choice>
        <mc:Fallback xmlns="">
          <p:sp>
            <p:nvSpPr>
              <p:cNvPr id="10" name="직사각형 9">
                <a:extLst>
                  <a:ext uri="{FF2B5EF4-FFF2-40B4-BE49-F238E27FC236}">
                    <a16:creationId xmlns:a16="http://schemas.microsoft.com/office/drawing/2014/main" id="{C7C7178E-B73C-405C-98AA-12B1241AB1A3}"/>
                  </a:ext>
                </a:extLst>
              </p:cNvPr>
              <p:cNvSpPr>
                <a:spLocks noRot="1" noChangeAspect="1" noMove="1" noResize="1" noEditPoints="1" noAdjustHandles="1" noChangeArrowheads="1" noChangeShapeType="1" noTextEdit="1"/>
              </p:cNvSpPr>
              <p:nvPr/>
            </p:nvSpPr>
            <p:spPr>
              <a:xfrm>
                <a:off x="328771" y="1139130"/>
                <a:ext cx="8742077" cy="4004430"/>
              </a:xfrm>
              <a:prstGeom prst="rect">
                <a:avLst/>
              </a:prstGeom>
              <a:blipFill>
                <a:blip r:embed="rId3"/>
                <a:stretch>
                  <a:fillRect l="-628"/>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36540991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mc:AlternateContent xmlns:mc="http://schemas.openxmlformats.org/markup-compatibility/2006" xmlns:a14="http://schemas.microsoft.com/office/drawing/2010/main">
        <mc:Choice Requires="a14">
          <p:sp>
            <p:nvSpPr>
              <p:cNvPr id="10" name="직사각형 9">
                <a:extLst>
                  <a:ext uri="{FF2B5EF4-FFF2-40B4-BE49-F238E27FC236}">
                    <a16:creationId xmlns:a16="http://schemas.microsoft.com/office/drawing/2014/main" id="{C7C7178E-B73C-405C-98AA-12B1241AB1A3}"/>
                  </a:ext>
                </a:extLst>
              </p:cNvPr>
              <p:cNvSpPr/>
              <p:nvPr/>
            </p:nvSpPr>
            <p:spPr>
              <a:xfrm>
                <a:off x="328771" y="1139130"/>
                <a:ext cx="8412893" cy="5750933"/>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What is partial derivative?</a:t>
                </a:r>
              </a:p>
              <a:p>
                <a:pPr marL="742950" lvl="1" indent="-28575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If an expression has multiple variables, you can differentiate only one variable without differentiating all of them</a:t>
                </a:r>
              </a:p>
              <a:p>
                <a:pPr marL="742950" lvl="1" indent="-28575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There is no difference in the meaning of </a:t>
                </a:r>
                <a:r>
                  <a:rPr lang="en-US" altLang="ko-KR" i="1" dirty="0">
                    <a:solidFill>
                      <a:srgbClr val="C00000"/>
                    </a:solidFill>
                    <a:latin typeface="Arial Narrow" panose="020B0606020202030204" pitchFamily="34" charset="0"/>
                  </a:rPr>
                  <a:t>‘differentiate’</a:t>
                </a:r>
                <a:r>
                  <a:rPr lang="en-US" altLang="ko-KR" dirty="0">
                    <a:solidFill>
                      <a:srgbClr val="222222"/>
                    </a:solidFill>
                    <a:latin typeface="Arial Narrow" panose="020B0606020202030204" pitchFamily="34" charset="0"/>
                  </a:rPr>
                  <a:t> for both differential and partial derivatives</a:t>
                </a:r>
              </a:p>
              <a:p>
                <a:pPr marL="742950" lvl="1" indent="-28575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All others are treated as constants except for the variable to be differentiated</a:t>
                </a:r>
              </a:p>
              <a:p>
                <a:pPr marL="1200150" lvl="2" indent="-285750">
                  <a:lnSpc>
                    <a:spcPct val="150000"/>
                  </a:lnSpc>
                  <a:buFont typeface="Arial" panose="020B0604020202020204" pitchFamily="34" charset="0"/>
                  <a:buChar char="•"/>
                </a:pPr>
                <a14:m>
                  <m:oMath xmlns:m="http://schemas.openxmlformats.org/officeDocument/2006/math">
                    <m:r>
                      <a:rPr lang="en-US" altLang="ko-KR" i="1" smtClean="0">
                        <a:solidFill>
                          <a:srgbClr val="222222"/>
                        </a:solidFill>
                        <a:latin typeface="Cambria Math" panose="02040503050406030204" pitchFamily="18" charset="0"/>
                      </a:rPr>
                      <m:t>𝑓</m:t>
                    </m:r>
                    <m:d>
                      <m:dPr>
                        <m:ctrlPr>
                          <a:rPr lang="en-US" altLang="ko-KR" i="1">
                            <a:solidFill>
                              <a:srgbClr val="222222"/>
                            </a:solidFill>
                            <a:latin typeface="Cambria Math" panose="02040503050406030204" pitchFamily="18" charset="0"/>
                          </a:rPr>
                        </m:ctrlPr>
                      </m:dPr>
                      <m:e>
                        <m:r>
                          <a:rPr lang="en-US" altLang="ko-KR" i="1">
                            <a:solidFill>
                              <a:srgbClr val="222222"/>
                            </a:solidFill>
                            <a:latin typeface="Cambria Math" panose="02040503050406030204" pitchFamily="18" charset="0"/>
                            <a:ea typeface="Cambria Math" panose="02040503050406030204" pitchFamily="18" charset="0"/>
                          </a:rPr>
                          <m:t>𝑥</m:t>
                        </m:r>
                        <m:r>
                          <a:rPr lang="en-US" altLang="ko-KR" i="1">
                            <a:solidFill>
                              <a:srgbClr val="222222"/>
                            </a:solidFill>
                            <a:latin typeface="Cambria Math" panose="02040503050406030204" pitchFamily="18" charset="0"/>
                            <a:ea typeface="Cambria Math" panose="02040503050406030204" pitchFamily="18" charset="0"/>
                          </a:rPr>
                          <m:t>,</m:t>
                        </m:r>
                        <m:r>
                          <a:rPr lang="en-US" altLang="ko-KR" i="1">
                            <a:solidFill>
                              <a:srgbClr val="222222"/>
                            </a:solidFill>
                            <a:latin typeface="Cambria Math" panose="02040503050406030204" pitchFamily="18" charset="0"/>
                            <a:ea typeface="Cambria Math" panose="02040503050406030204" pitchFamily="18" charset="0"/>
                          </a:rPr>
                          <m:t>𝑦</m:t>
                        </m:r>
                      </m:e>
                    </m:d>
                    <m:r>
                      <a:rPr lang="en-US" altLang="ko-KR" i="1">
                        <a:solidFill>
                          <a:srgbClr val="222222"/>
                        </a:solidFill>
                        <a:latin typeface="Cambria Math" panose="02040503050406030204" pitchFamily="18" charset="0"/>
                        <a:ea typeface="Cambria Math" panose="02040503050406030204" pitchFamily="18" charset="0"/>
                      </a:rPr>
                      <m:t>=</m:t>
                    </m:r>
                    <m:sSup>
                      <m:sSupPr>
                        <m:ctrlPr>
                          <a:rPr lang="en-US" altLang="ko-KR" i="1" smtClean="0">
                            <a:solidFill>
                              <a:srgbClr val="222222"/>
                            </a:solidFill>
                            <a:latin typeface="Cambria Math" panose="02040503050406030204" pitchFamily="18" charset="0"/>
                            <a:ea typeface="Cambria Math" panose="02040503050406030204" pitchFamily="18" charset="0"/>
                          </a:rPr>
                        </m:ctrlPr>
                      </m:sSupPr>
                      <m:e>
                        <m:r>
                          <a:rPr lang="en-US" altLang="ko-KR" i="1">
                            <a:solidFill>
                              <a:srgbClr val="222222"/>
                            </a:solidFill>
                            <a:latin typeface="Cambria Math" panose="02040503050406030204" pitchFamily="18" charset="0"/>
                            <a:ea typeface="Cambria Math" panose="02040503050406030204" pitchFamily="18" charset="0"/>
                          </a:rPr>
                          <m:t>𝑥</m:t>
                        </m:r>
                      </m:e>
                      <m:sup>
                        <m:r>
                          <a:rPr lang="en-US" altLang="ko-KR" i="1">
                            <a:solidFill>
                              <a:srgbClr val="222222"/>
                            </a:solidFill>
                            <a:latin typeface="Cambria Math" panose="02040503050406030204" pitchFamily="18" charset="0"/>
                            <a:ea typeface="Cambria Math" panose="02040503050406030204" pitchFamily="18" charset="0"/>
                          </a:rPr>
                          <m:t>2</m:t>
                        </m:r>
                      </m:sup>
                    </m:sSup>
                    <m:r>
                      <a:rPr lang="en-US" altLang="ko-KR" i="1">
                        <a:solidFill>
                          <a:srgbClr val="222222"/>
                        </a:solidFill>
                        <a:latin typeface="Cambria Math" panose="02040503050406030204" pitchFamily="18" charset="0"/>
                        <a:ea typeface="Cambria Math" panose="02040503050406030204" pitchFamily="18" charset="0"/>
                      </a:rPr>
                      <m:t>+</m:t>
                    </m:r>
                    <m:r>
                      <a:rPr lang="en-US" altLang="ko-KR" i="1">
                        <a:solidFill>
                          <a:srgbClr val="222222"/>
                        </a:solidFill>
                        <a:latin typeface="Cambria Math" panose="02040503050406030204" pitchFamily="18" charset="0"/>
                        <a:ea typeface="Cambria Math" panose="02040503050406030204" pitchFamily="18" charset="0"/>
                      </a:rPr>
                      <m:t>𝑦𝑥</m:t>
                    </m:r>
                    <m:r>
                      <a:rPr lang="en-US" altLang="ko-KR" i="1">
                        <a:solidFill>
                          <a:srgbClr val="222222"/>
                        </a:solidFill>
                        <a:latin typeface="Cambria Math" panose="02040503050406030204" pitchFamily="18" charset="0"/>
                        <a:ea typeface="Cambria Math" panose="02040503050406030204" pitchFamily="18" charset="0"/>
                      </a:rPr>
                      <m:t>+</m:t>
                    </m:r>
                    <m:r>
                      <a:rPr lang="ko-KR" altLang="en-US" i="1">
                        <a:solidFill>
                          <a:srgbClr val="222222"/>
                        </a:solidFill>
                        <a:latin typeface="Cambria Math" panose="02040503050406030204" pitchFamily="18" charset="0"/>
                        <a:ea typeface="Cambria Math" panose="02040503050406030204" pitchFamily="18" charset="0"/>
                      </a:rPr>
                      <m:t>𝛼</m:t>
                    </m:r>
                    <m:r>
                      <a:rPr lang="en-US" altLang="ko-KR" i="1" smtClean="0">
                        <a:solidFill>
                          <a:srgbClr val="222222"/>
                        </a:solidFill>
                        <a:latin typeface="Cambria Math" panose="02040503050406030204" pitchFamily="18" charset="0"/>
                        <a:ea typeface="Cambria Math" panose="02040503050406030204" pitchFamily="18" charset="0"/>
                      </a:rPr>
                      <m:t>,</m:t>
                    </m:r>
                    <m:r>
                      <a:rPr lang="en-US" altLang="ko-KR" b="0" i="1" smtClean="0">
                        <a:solidFill>
                          <a:srgbClr val="222222"/>
                        </a:solidFill>
                        <a:latin typeface="Cambria Math" panose="02040503050406030204" pitchFamily="18" charset="0"/>
                        <a:ea typeface="Cambria Math" panose="02040503050406030204" pitchFamily="18" charset="0"/>
                      </a:rPr>
                      <m:t> </m:t>
                    </m:r>
                    <m:r>
                      <a:rPr lang="en-US" altLang="ko-KR" i="1">
                        <a:solidFill>
                          <a:srgbClr val="222222"/>
                        </a:solidFill>
                        <a:latin typeface="Cambria Math" panose="02040503050406030204" pitchFamily="18" charset="0"/>
                        <a:ea typeface="Cambria Math" panose="02040503050406030204" pitchFamily="18" charset="0"/>
                      </a:rPr>
                      <m:t>(</m:t>
                    </m:r>
                    <m:r>
                      <a:rPr lang="ko-KR" altLang="en-US" i="1">
                        <a:solidFill>
                          <a:srgbClr val="222222"/>
                        </a:solidFill>
                        <a:latin typeface="Cambria Math" panose="02040503050406030204" pitchFamily="18" charset="0"/>
                        <a:ea typeface="Cambria Math" panose="02040503050406030204" pitchFamily="18" charset="0"/>
                      </a:rPr>
                      <m:t>𝛼</m:t>
                    </m:r>
                    <m:r>
                      <a:rPr lang="en-US" altLang="ko-KR" i="1">
                        <a:solidFill>
                          <a:srgbClr val="222222"/>
                        </a:solidFill>
                        <a:latin typeface="Cambria Math" panose="02040503050406030204" pitchFamily="18" charset="0"/>
                        <a:ea typeface="Cambria Math" panose="02040503050406030204" pitchFamily="18" charset="0"/>
                      </a:rPr>
                      <m:t>=</m:t>
                    </m:r>
                    <m:r>
                      <m:rPr>
                        <m:nor/>
                      </m:rPr>
                      <a:rPr lang="en-US" altLang="ko-KR" dirty="0">
                        <a:solidFill>
                          <a:srgbClr val="222222"/>
                        </a:solidFill>
                        <a:latin typeface="Arial Narrow" panose="020B0606020202030204" pitchFamily="34" charset="0"/>
                      </a:rPr>
                      <m:t>constant</m:t>
                    </m:r>
                    <m:r>
                      <a:rPr lang="en-US" altLang="ko-KR" i="1" smtClean="0">
                        <a:solidFill>
                          <a:srgbClr val="222222"/>
                        </a:solidFill>
                        <a:latin typeface="Cambria Math" panose="02040503050406030204" pitchFamily="18" charset="0"/>
                        <a:ea typeface="Cambria Math" panose="02040503050406030204" pitchFamily="18" charset="0"/>
                      </a:rPr>
                      <m:t>)</m:t>
                    </m:r>
                  </m:oMath>
                </a14:m>
                <a:endParaRPr lang="en-US" altLang="ko-KR" dirty="0">
                  <a:solidFill>
                    <a:srgbClr val="222222"/>
                  </a:solidFill>
                  <a:latin typeface="Arial Narrow" panose="020B0606020202030204" pitchFamily="34" charset="0"/>
                </a:endParaRPr>
              </a:p>
              <a:p>
                <a:pPr marL="742950" lvl="1" indent="-285750">
                  <a:lnSpc>
                    <a:spcPct val="150000"/>
                  </a:lnSpc>
                  <a:buFont typeface="Arial" panose="020B0604020202020204" pitchFamily="34" charset="0"/>
                  <a:buChar char="•"/>
                </a:pPr>
                <a:endParaRPr lang="en-US" altLang="ko-KR" dirty="0">
                  <a:solidFill>
                    <a:srgbClr val="222222"/>
                  </a:solidFill>
                  <a:latin typeface="Arial Narrow" panose="020B0606020202030204" pitchFamily="34" charset="0"/>
                </a:endParaRPr>
              </a:p>
              <a:p>
                <a:pPr marL="742950" lvl="1" indent="-28575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When partially differentiating only with respect to x among several variables, it is expressed as follows: </a:t>
                </a:r>
              </a:p>
              <a:p>
                <a:pPr marL="1200150" lvl="2" indent="-285750">
                  <a:lnSpc>
                    <a:spcPct val="150000"/>
                  </a:lnSpc>
                  <a:buFont typeface="Arial" panose="020B0604020202020204" pitchFamily="34" charset="0"/>
                  <a:buChar char="•"/>
                </a:pPr>
                <a14:m>
                  <m:oMath xmlns:m="http://schemas.openxmlformats.org/officeDocument/2006/math">
                    <m:f>
                      <m:fPr>
                        <m:ctrlPr>
                          <a:rPr lang="en-US" altLang="ko-KR" sz="2000" i="1" smtClean="0">
                            <a:solidFill>
                              <a:srgbClr val="222222"/>
                            </a:solidFill>
                            <a:latin typeface="Cambria Math" panose="02040503050406030204" pitchFamily="18" charset="0"/>
                          </a:rPr>
                        </m:ctrlPr>
                      </m:fPr>
                      <m:num>
                        <m:r>
                          <a:rPr lang="ko-KR" altLang="en-US" sz="2000" i="1" smtClean="0">
                            <a:solidFill>
                              <a:srgbClr val="222222"/>
                            </a:solidFill>
                            <a:latin typeface="Cambria Math" panose="02040503050406030204" pitchFamily="18" charset="0"/>
                          </a:rPr>
                          <m:t>𝜕</m:t>
                        </m:r>
                        <m:r>
                          <a:rPr lang="en-US" altLang="ko-KR" sz="2000" i="1">
                            <a:solidFill>
                              <a:srgbClr val="222222"/>
                            </a:solidFill>
                            <a:latin typeface="Cambria Math" panose="02040503050406030204" pitchFamily="18" charset="0"/>
                          </a:rPr>
                          <m:t>𝑓</m:t>
                        </m:r>
                      </m:num>
                      <m:den>
                        <m:r>
                          <a:rPr lang="ko-KR" altLang="en-US" sz="2000" i="1" smtClean="0">
                            <a:solidFill>
                              <a:srgbClr val="222222"/>
                            </a:solidFill>
                            <a:latin typeface="Cambria Math" panose="02040503050406030204" pitchFamily="18" charset="0"/>
                          </a:rPr>
                          <m:t>𝜕</m:t>
                        </m:r>
                        <m:r>
                          <a:rPr lang="en-US" altLang="ko-KR" sz="2000" i="1">
                            <a:solidFill>
                              <a:srgbClr val="222222"/>
                            </a:solidFill>
                            <a:latin typeface="Cambria Math" panose="02040503050406030204" pitchFamily="18" charset="0"/>
                          </a:rPr>
                          <m:t>𝑥</m:t>
                        </m:r>
                      </m:den>
                    </m:f>
                    <m:r>
                      <a:rPr lang="en-US" altLang="ko-KR" sz="2000" b="0" i="1" smtClean="0">
                        <a:solidFill>
                          <a:srgbClr val="222222"/>
                        </a:solidFill>
                        <a:latin typeface="Cambria Math" panose="02040503050406030204" pitchFamily="18" charset="0"/>
                      </a:rPr>
                      <m:t>=2</m:t>
                    </m:r>
                    <m:r>
                      <a:rPr lang="en-US" altLang="ko-KR" sz="2000" b="0" i="1" smtClean="0">
                        <a:solidFill>
                          <a:srgbClr val="222222"/>
                        </a:solidFill>
                        <a:latin typeface="Cambria Math" panose="02040503050406030204" pitchFamily="18" charset="0"/>
                      </a:rPr>
                      <m:t>𝑥</m:t>
                    </m:r>
                    <m:r>
                      <a:rPr lang="en-US" altLang="ko-KR" sz="2000" b="0" i="1" smtClean="0">
                        <a:solidFill>
                          <a:srgbClr val="222222"/>
                        </a:solidFill>
                        <a:latin typeface="Cambria Math" panose="02040503050406030204" pitchFamily="18" charset="0"/>
                      </a:rPr>
                      <m:t>+</m:t>
                    </m:r>
                    <m:r>
                      <a:rPr lang="en-US" altLang="ko-KR" sz="2000" b="0" i="1" smtClean="0">
                        <a:solidFill>
                          <a:srgbClr val="222222"/>
                        </a:solidFill>
                        <a:latin typeface="Cambria Math" panose="02040503050406030204" pitchFamily="18" charset="0"/>
                      </a:rPr>
                      <m:t>𝑦</m:t>
                    </m:r>
                  </m:oMath>
                </a14:m>
                <a:endParaRPr lang="en-US" altLang="ko-KR" sz="2000" i="1" dirty="0">
                  <a:solidFill>
                    <a:srgbClr val="222222"/>
                  </a:solidFill>
                  <a:latin typeface="Arial Narrow" panose="020B0606020202030204" pitchFamily="34" charset="0"/>
                </a:endParaRPr>
              </a:p>
              <a:p>
                <a:pPr marL="742950" lvl="1" indent="-285750">
                  <a:lnSpc>
                    <a:spcPct val="150000"/>
                  </a:lnSpc>
                  <a:buFont typeface="Arial" panose="020B0604020202020204" pitchFamily="34" charset="0"/>
                  <a:buChar char="•"/>
                </a:pPr>
                <a:endParaRPr lang="en-US" altLang="ko-KR" dirty="0">
                  <a:solidFill>
                    <a:srgbClr val="222222"/>
                  </a:solidFill>
                  <a:latin typeface="Arial Narrow" panose="020B0606020202030204" pitchFamily="34" charset="0"/>
                </a:endParaRPr>
              </a:p>
              <a:p>
                <a:pPr marL="742950" lvl="1" indent="-285750">
                  <a:lnSpc>
                    <a:spcPct val="150000"/>
                  </a:lnSpc>
                  <a:buFont typeface="Arial" panose="020B0604020202020204" pitchFamily="34" charset="0"/>
                  <a:buChar char="•"/>
                </a:pPr>
                <a:endParaRPr lang="en-US" altLang="ko-KR" dirty="0">
                  <a:solidFill>
                    <a:srgbClr val="222222"/>
                  </a:solidFill>
                  <a:latin typeface="Arial Narrow" panose="020B0606020202030204" pitchFamily="34" charset="0"/>
                </a:endParaRPr>
              </a:p>
            </p:txBody>
          </p:sp>
        </mc:Choice>
        <mc:Fallback xmlns="">
          <p:sp>
            <p:nvSpPr>
              <p:cNvPr id="10" name="직사각형 9">
                <a:extLst>
                  <a:ext uri="{FF2B5EF4-FFF2-40B4-BE49-F238E27FC236}">
                    <a16:creationId xmlns:a16="http://schemas.microsoft.com/office/drawing/2014/main" id="{C7C7178E-B73C-405C-98AA-12B1241AB1A3}"/>
                  </a:ext>
                </a:extLst>
              </p:cNvPr>
              <p:cNvSpPr>
                <a:spLocks noRot="1" noChangeAspect="1" noMove="1" noResize="1" noEditPoints="1" noAdjustHandles="1" noChangeArrowheads="1" noChangeShapeType="1" noTextEdit="1"/>
              </p:cNvSpPr>
              <p:nvPr/>
            </p:nvSpPr>
            <p:spPr>
              <a:xfrm>
                <a:off x="328771" y="1139130"/>
                <a:ext cx="8412893" cy="5750933"/>
              </a:xfrm>
              <a:prstGeom prst="rect">
                <a:avLst/>
              </a:prstGeom>
              <a:blipFill>
                <a:blip r:embed="rId3"/>
                <a:stretch>
                  <a:fillRect l="-652"/>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38123269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3" name="모서리가 둥근 직사각형 2"/>
          <p:cNvSpPr/>
          <p:nvPr/>
        </p:nvSpPr>
        <p:spPr>
          <a:xfrm>
            <a:off x="1262744" y="2532888"/>
            <a:ext cx="6540136" cy="1142999"/>
          </a:xfrm>
          <a:prstGeom prst="roundRect">
            <a:avLst/>
          </a:prstGeom>
          <a:noFill/>
          <a:ln>
            <a:solidFill>
              <a:schemeClr val="tx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p:cNvSpPr/>
          <p:nvPr/>
        </p:nvSpPr>
        <p:spPr>
          <a:xfrm>
            <a:off x="1332409" y="2772788"/>
            <a:ext cx="6479180" cy="646331"/>
          </a:xfrm>
          <a:prstGeom prst="rect">
            <a:avLst/>
          </a:prstGeom>
        </p:spPr>
        <p:txBody>
          <a:bodyPr wrap="square">
            <a:spAutoFit/>
          </a:bodyPr>
          <a:lstStyle/>
          <a:p>
            <a:r>
              <a:rPr lang="en-US" altLang="ko-KR" sz="3600" dirty="0">
                <a:solidFill>
                  <a:srgbClr val="222222"/>
                </a:solidFill>
                <a:latin typeface="Arial Narrow" panose="020B0606020202030204" pitchFamily="34" charset="0"/>
              </a:rPr>
              <a:t>Proof of the main differential formulas</a:t>
            </a:r>
          </a:p>
        </p:txBody>
      </p:sp>
      <p:sp>
        <p:nvSpPr>
          <p:cNvPr id="8" name="직사각형 7">
            <a:extLst>
              <a:ext uri="{FF2B5EF4-FFF2-40B4-BE49-F238E27FC236}">
                <a16:creationId xmlns:a16="http://schemas.microsoft.com/office/drawing/2014/main" id="{71526429-7C47-4997-9969-04DFBBFA4E21}"/>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p:spTree>
    <p:extLst>
      <p:ext uri="{BB962C8B-B14F-4D97-AF65-F5344CB8AC3E}">
        <p14:creationId xmlns:p14="http://schemas.microsoft.com/office/powerpoint/2010/main" val="12599000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p:sp>
        <p:nvSpPr>
          <p:cNvPr id="3" name="직사각형 2"/>
          <p:cNvSpPr/>
          <p:nvPr/>
        </p:nvSpPr>
        <p:spPr>
          <a:xfrm>
            <a:off x="2676737" y="3244334"/>
            <a:ext cx="184731" cy="369332"/>
          </a:xfrm>
          <a:prstGeom prst="rect">
            <a:avLst/>
          </a:prstGeom>
        </p:spPr>
        <p:txBody>
          <a:bodyPr wrap="none">
            <a:spAutoFit/>
          </a:bodyPr>
          <a:lstStyle/>
          <a:p>
            <a:endParaRPr lang="ko-KR" altLang="en-US" dirty="0"/>
          </a:p>
        </p:txBody>
      </p:sp>
      <p:sp>
        <p:nvSpPr>
          <p:cNvPr id="9" name="직사각형 8">
            <a:extLst>
              <a:ext uri="{FF2B5EF4-FFF2-40B4-BE49-F238E27FC236}">
                <a16:creationId xmlns:a16="http://schemas.microsoft.com/office/drawing/2014/main" id="{C7C7178E-B73C-405C-98AA-12B1241AB1A3}"/>
              </a:ext>
            </a:extLst>
          </p:cNvPr>
          <p:cNvSpPr/>
          <p:nvPr/>
        </p:nvSpPr>
        <p:spPr>
          <a:xfrm>
            <a:off x="328771" y="1139130"/>
            <a:ext cx="8412893" cy="969496"/>
          </a:xfrm>
          <a:prstGeom prst="rect">
            <a:avLst/>
          </a:prstGeom>
        </p:spPr>
        <p:txBody>
          <a:bodyPr wrap="square">
            <a:spAutoFit/>
          </a:bodyPr>
          <a:lstStyle/>
          <a:p>
            <a:pPr marL="284400" indent="-284400">
              <a:lnSpc>
                <a:spcPct val="150000"/>
              </a:lnSpc>
              <a:buFont typeface="Arial" panose="020B0604020202020204" pitchFamily="34" charset="0"/>
              <a:buChar char="•"/>
            </a:pPr>
            <a:endParaRPr lang="en-US" altLang="ko-KR" sz="2000" dirty="0">
              <a:solidFill>
                <a:srgbClr val="222222"/>
              </a:solidFill>
              <a:latin typeface="Arial Narrow" panose="020B0606020202030204" pitchFamily="34" charset="0"/>
            </a:endParaRPr>
          </a:p>
          <a:p>
            <a:pPr marL="742950" lvl="1" indent="-285750">
              <a:lnSpc>
                <a:spcPct val="150000"/>
              </a:lnSpc>
              <a:buFont typeface="Arial" panose="020B0604020202020204" pitchFamily="34" charset="0"/>
              <a:buChar char="•"/>
            </a:pPr>
            <a:endParaRPr lang="en-US" altLang="ko-KR" dirty="0">
              <a:solidFill>
                <a:srgbClr val="222222"/>
              </a:solidFill>
              <a:latin typeface="Arial Narrow" panose="020B0606020202030204" pitchFamily="34" charset="0"/>
            </a:endParaRPr>
          </a:p>
        </p:txBody>
      </p:sp>
      <mc:AlternateContent xmlns:mc="http://schemas.openxmlformats.org/markup-compatibility/2006" xmlns:a14="http://schemas.microsoft.com/office/drawing/2010/main">
        <mc:Choice Requires="a14">
          <p:graphicFrame>
            <p:nvGraphicFramePr>
              <p:cNvPr id="7" name="표 6"/>
              <p:cNvGraphicFramePr>
                <a:graphicFrameLocks noGrp="1"/>
              </p:cNvGraphicFramePr>
              <p:nvPr>
                <p:extLst>
                  <p:ext uri="{D42A27DB-BD31-4B8C-83A1-F6EECF244321}">
                    <p14:modId xmlns:p14="http://schemas.microsoft.com/office/powerpoint/2010/main" val="2308819190"/>
                  </p:ext>
                </p:extLst>
              </p:nvPr>
            </p:nvGraphicFramePr>
            <p:xfrm>
              <a:off x="930342" y="2531450"/>
              <a:ext cx="5853636" cy="4200276"/>
            </p:xfrm>
            <a:graphic>
              <a:graphicData uri="http://schemas.openxmlformats.org/drawingml/2006/table">
                <a:tbl>
                  <a:tblPr firstRow="1" bandRow="1">
                    <a:tableStyleId>{2D5ABB26-0587-4C30-8999-92F81FD0307C}</a:tableStyleId>
                  </a:tblPr>
                  <a:tblGrid>
                    <a:gridCol w="5853636">
                      <a:extLst>
                        <a:ext uri="{9D8B030D-6E8A-4147-A177-3AD203B41FA5}">
                          <a16:colId xmlns:a16="http://schemas.microsoft.com/office/drawing/2014/main" val="4069948701"/>
                        </a:ext>
                      </a:extLst>
                    </a:gridCol>
                  </a:tblGrid>
                  <a:tr h="641513">
                    <a:tc>
                      <a:txBody>
                        <a:bodyPr/>
                        <a:lstStyle/>
                        <a:p>
                          <a:pPr algn="l" latinLnBrk="1"/>
                          <a14:m>
                            <m:oMathPara xmlns:m="http://schemas.openxmlformats.org/officeDocument/2006/math">
                              <m:oMathParaPr>
                                <m:jc m:val="left"/>
                              </m:oMathParaPr>
                              <m:oMath xmlns:m="http://schemas.openxmlformats.org/officeDocument/2006/math">
                                <m:sSup>
                                  <m:sSupPr>
                                    <m:ctrlPr>
                                      <a:rPr lang="en-US" altLang="ko-KR" sz="1400" i="1" smtClean="0">
                                        <a:latin typeface="Cambria Math" panose="02040503050406030204" pitchFamily="18" charset="0"/>
                                      </a:rPr>
                                    </m:ctrlPr>
                                  </m:sSupPr>
                                  <m:e>
                                    <m:r>
                                      <a:rPr lang="en-US" altLang="ko-KR" sz="1400">
                                        <a:latin typeface="Cambria Math" panose="02040503050406030204" pitchFamily="18" charset="0"/>
                                      </a:rPr>
                                      <m:t>𝑓</m:t>
                                    </m:r>
                                  </m:e>
                                  <m:sup>
                                    <m:r>
                                      <a:rPr lang="en-US" altLang="ko-KR" sz="1400">
                                        <a:latin typeface="Cambria Math" panose="02040503050406030204" pitchFamily="18" charset="0"/>
                                      </a:rPr>
                                      <m:t>′</m:t>
                                    </m:r>
                                  </m:sup>
                                </m:sSup>
                                <m:d>
                                  <m:dPr>
                                    <m:ctrlPr>
                                      <a:rPr lang="en-US" altLang="ko-KR" sz="1400" i="1">
                                        <a:latin typeface="Cambria Math" panose="02040503050406030204" pitchFamily="18" charset="0"/>
                                      </a:rPr>
                                    </m:ctrlPr>
                                  </m:dPr>
                                  <m:e>
                                    <m:r>
                                      <a:rPr lang="en-US" altLang="ko-KR" sz="1400">
                                        <a:latin typeface="Cambria Math" panose="02040503050406030204" pitchFamily="18" charset="0"/>
                                      </a:rPr>
                                      <m:t>𝑥</m:t>
                                    </m:r>
                                  </m:e>
                                </m:d>
                                <m:r>
                                  <a:rPr lang="en-US" altLang="ko-KR" sz="1400">
                                    <a:latin typeface="Cambria Math" panose="02040503050406030204" pitchFamily="18" charset="0"/>
                                  </a:rPr>
                                  <m:t>=</m:t>
                                </m:r>
                                <m:func>
                                  <m:funcPr>
                                    <m:ctrlPr>
                                      <a:rPr lang="en-US" altLang="ko-KR" sz="1400" i="1" smtClean="0">
                                        <a:latin typeface="Cambria Math" panose="02040503050406030204" pitchFamily="18" charset="0"/>
                                      </a:rPr>
                                    </m:ctrlPr>
                                  </m:funcPr>
                                  <m:fName>
                                    <m:limLow>
                                      <m:limLowPr>
                                        <m:ctrlPr>
                                          <a:rPr lang="en-US" altLang="ko-KR" sz="1400" i="1" smtClean="0">
                                            <a:latin typeface="Cambria Math" panose="02040503050406030204" pitchFamily="18" charset="0"/>
                                          </a:rPr>
                                        </m:ctrlPr>
                                      </m:limLowPr>
                                      <m:e>
                                        <m:r>
                                          <a:rPr lang="en-US" altLang="ko-KR" sz="1400" smtClean="0">
                                            <a:latin typeface="Cambria Math" panose="02040503050406030204" pitchFamily="18" charset="0"/>
                                          </a:rPr>
                                          <m:t>𝑙𝑖𝑚</m:t>
                                        </m:r>
                                      </m:e>
                                      <m:lim>
                                        <m:r>
                                          <a:rPr lang="en-US" altLang="ko-KR" sz="1400" smtClean="0">
                                            <a:latin typeface="Cambria Math" panose="02040503050406030204" pitchFamily="18" charset="0"/>
                                          </a:rPr>
                                          <m:t>h</m:t>
                                        </m:r>
                                        <m:r>
                                          <a:rPr lang="en-US" altLang="ko-KR" sz="1400" smtClean="0">
                                            <a:latin typeface="Cambria Math" panose="02040503050406030204" pitchFamily="18" charset="0"/>
                                          </a:rPr>
                                          <m:t>→0</m:t>
                                        </m:r>
                                      </m:lim>
                                    </m:limLow>
                                  </m:fName>
                                  <m:e>
                                    <m:f>
                                      <m:fPr>
                                        <m:ctrlPr>
                                          <a:rPr lang="en-US" altLang="ko-KR" sz="1400" i="1" smtClean="0">
                                            <a:latin typeface="Cambria Math" panose="02040503050406030204" pitchFamily="18" charset="0"/>
                                          </a:rPr>
                                        </m:ctrlPr>
                                      </m:fPr>
                                      <m:num>
                                        <m:r>
                                          <a:rPr lang="en-US" altLang="ko-KR" sz="1400" smtClean="0">
                                            <a:latin typeface="Cambria Math" panose="02040503050406030204" pitchFamily="18" charset="0"/>
                                          </a:rPr>
                                          <m:t>𝑓</m:t>
                                        </m:r>
                                        <m:d>
                                          <m:dPr>
                                            <m:ctrlPr>
                                              <a:rPr lang="en-US" altLang="ko-KR" sz="1400" i="1" smtClean="0">
                                                <a:latin typeface="Cambria Math" panose="02040503050406030204" pitchFamily="18" charset="0"/>
                                              </a:rPr>
                                            </m:ctrlPr>
                                          </m:dPr>
                                          <m:e>
                                            <m:r>
                                              <a:rPr lang="en-US" altLang="ko-KR" sz="1400" smtClean="0">
                                                <a:latin typeface="Cambria Math" panose="02040503050406030204" pitchFamily="18" charset="0"/>
                                              </a:rPr>
                                              <m:t>𝑥</m:t>
                                            </m:r>
                                            <m:r>
                                              <a:rPr lang="en-US" altLang="ko-KR" sz="1400" smtClean="0">
                                                <a:latin typeface="Cambria Math" panose="02040503050406030204" pitchFamily="18" charset="0"/>
                                              </a:rPr>
                                              <m:t>+</m:t>
                                            </m:r>
                                            <m:r>
                                              <a:rPr lang="en-US" altLang="ko-KR" sz="1400" smtClean="0">
                                                <a:latin typeface="Cambria Math" panose="02040503050406030204" pitchFamily="18" charset="0"/>
                                              </a:rPr>
                                              <m:t>h</m:t>
                                            </m:r>
                                          </m:e>
                                        </m:d>
                                        <m:r>
                                          <a:rPr lang="en-US" altLang="ko-KR" sz="1400" smtClean="0">
                                            <a:latin typeface="Cambria Math" panose="02040503050406030204" pitchFamily="18" charset="0"/>
                                          </a:rPr>
                                          <m:t>−</m:t>
                                        </m:r>
                                        <m:r>
                                          <a:rPr lang="en-US" altLang="ko-KR" sz="1400" smtClean="0">
                                            <a:latin typeface="Cambria Math" panose="02040503050406030204" pitchFamily="18" charset="0"/>
                                          </a:rPr>
                                          <m:t>𝑓</m:t>
                                        </m:r>
                                        <m:r>
                                          <a:rPr lang="en-US" altLang="ko-KR" sz="1400" smtClean="0">
                                            <a:latin typeface="Cambria Math" panose="02040503050406030204" pitchFamily="18" charset="0"/>
                                          </a:rPr>
                                          <m:t>(</m:t>
                                        </m:r>
                                        <m:r>
                                          <a:rPr lang="en-US" altLang="ko-KR" sz="1400" smtClean="0">
                                            <a:latin typeface="Cambria Math" panose="02040503050406030204" pitchFamily="18" charset="0"/>
                                          </a:rPr>
                                          <m:t>𝑥</m:t>
                                        </m:r>
                                        <m:r>
                                          <a:rPr lang="en-US" altLang="ko-KR" sz="1400" smtClean="0">
                                            <a:latin typeface="Cambria Math" panose="02040503050406030204" pitchFamily="18" charset="0"/>
                                          </a:rPr>
                                          <m:t>)</m:t>
                                        </m:r>
                                      </m:num>
                                      <m:den>
                                        <m:r>
                                          <a:rPr lang="en-US" altLang="ko-KR" sz="1400" smtClean="0">
                                            <a:latin typeface="Cambria Math" panose="02040503050406030204" pitchFamily="18" charset="0"/>
                                          </a:rPr>
                                          <m:t>h</m:t>
                                        </m:r>
                                      </m:den>
                                    </m:f>
                                  </m:e>
                                </m:func>
                              </m:oMath>
                            </m:oMathPara>
                          </a14:m>
                          <a:endParaRPr lang="ko-KR" altLang="en-US" sz="1400" dirty="0"/>
                        </a:p>
                      </a:txBody>
                      <a:tcPr/>
                    </a:tc>
                    <a:extLst>
                      <a:ext uri="{0D108BD9-81ED-4DB2-BD59-A6C34878D82A}">
                        <a16:rowId xmlns:a16="http://schemas.microsoft.com/office/drawing/2014/main" val="1349850590"/>
                      </a:ext>
                    </a:extLst>
                  </a:tr>
                  <a:tr h="641513">
                    <a:tc>
                      <a:txBody>
                        <a:bodyPr/>
                        <a:lstStyle/>
                        <a:p>
                          <a:pPr algn="l" latinLnBrk="1"/>
                          <a:endParaRPr lang="ko-KR" altLang="en-US" sz="1400" dirty="0"/>
                        </a:p>
                      </a:txBody>
                      <a:tcPr/>
                    </a:tc>
                    <a:extLst>
                      <a:ext uri="{0D108BD9-81ED-4DB2-BD59-A6C34878D82A}">
                        <a16:rowId xmlns:a16="http://schemas.microsoft.com/office/drawing/2014/main" val="450883624"/>
                      </a:ext>
                    </a:extLst>
                  </a:tr>
                  <a:tr h="72035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tc>
                    <a:extLst>
                      <a:ext uri="{0D108BD9-81ED-4DB2-BD59-A6C34878D82A}">
                        <a16:rowId xmlns:a16="http://schemas.microsoft.com/office/drawing/2014/main" val="549591821"/>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tc>
                    <a:extLst>
                      <a:ext uri="{0D108BD9-81ED-4DB2-BD59-A6C34878D82A}">
                        <a16:rowId xmlns:a16="http://schemas.microsoft.com/office/drawing/2014/main" val="2571924127"/>
                      </a:ext>
                    </a:extLst>
                  </a:tr>
                  <a:tr h="549223">
                    <a:tc>
                      <a:txBody>
                        <a:bodyPr/>
                        <a:lstStyle/>
                        <a:p>
                          <a:pPr algn="l" latinLnBrk="1"/>
                          <a:endParaRPr lang="ko-KR" altLang="en-US" sz="1400" dirty="0"/>
                        </a:p>
                      </a:txBody>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tc>
                    <a:extLst>
                      <a:ext uri="{0D108BD9-81ED-4DB2-BD59-A6C34878D82A}">
                        <a16:rowId xmlns:a16="http://schemas.microsoft.com/office/drawing/2014/main" val="2333410646"/>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tc>
                    <a:extLst>
                      <a:ext uri="{0D108BD9-81ED-4DB2-BD59-A6C34878D82A}">
                        <a16:rowId xmlns:a16="http://schemas.microsoft.com/office/drawing/2014/main" val="3053326746"/>
                      </a:ext>
                    </a:extLst>
                  </a:tr>
                </a:tbl>
              </a:graphicData>
            </a:graphic>
          </p:graphicFrame>
        </mc:Choice>
        <mc:Fallback xmlns="">
          <p:graphicFrame>
            <p:nvGraphicFramePr>
              <p:cNvPr id="7" name="표 6"/>
              <p:cNvGraphicFramePr>
                <a:graphicFrameLocks noGrp="1"/>
              </p:cNvGraphicFramePr>
              <p:nvPr>
                <p:extLst>
                  <p:ext uri="{D42A27DB-BD31-4B8C-83A1-F6EECF244321}">
                    <p14:modId xmlns:p14="http://schemas.microsoft.com/office/powerpoint/2010/main" val="2308819190"/>
                  </p:ext>
                </p:extLst>
              </p:nvPr>
            </p:nvGraphicFramePr>
            <p:xfrm>
              <a:off x="930342" y="2531450"/>
              <a:ext cx="5853636" cy="4200276"/>
            </p:xfrm>
            <a:graphic>
              <a:graphicData uri="http://schemas.openxmlformats.org/drawingml/2006/table">
                <a:tbl>
                  <a:tblPr firstRow="1" bandRow="1">
                    <a:tableStyleId>{2D5ABB26-0587-4C30-8999-92F81FD0307C}</a:tableStyleId>
                  </a:tblPr>
                  <a:tblGrid>
                    <a:gridCol w="5853636">
                      <a:extLst>
                        <a:ext uri="{9D8B030D-6E8A-4147-A177-3AD203B41FA5}">
                          <a16:colId xmlns:a16="http://schemas.microsoft.com/office/drawing/2014/main" val="4069948701"/>
                        </a:ext>
                      </a:extLst>
                    </a:gridCol>
                  </a:tblGrid>
                  <a:tr h="641513">
                    <a:tc>
                      <a:txBody>
                        <a:bodyPr/>
                        <a:lstStyle/>
                        <a:p>
                          <a:endParaRPr lang="ko-KR"/>
                        </a:p>
                      </a:txBody>
                      <a:tcPr>
                        <a:blipFill>
                          <a:blip r:embed="rId3"/>
                          <a:stretch>
                            <a:fillRect b="-557143"/>
                          </a:stretch>
                        </a:blipFill>
                      </a:tcPr>
                    </a:tc>
                    <a:extLst>
                      <a:ext uri="{0D108BD9-81ED-4DB2-BD59-A6C34878D82A}">
                        <a16:rowId xmlns:a16="http://schemas.microsoft.com/office/drawing/2014/main" val="1349850590"/>
                      </a:ext>
                    </a:extLst>
                  </a:tr>
                  <a:tr h="641513">
                    <a:tc>
                      <a:txBody>
                        <a:bodyPr/>
                        <a:lstStyle/>
                        <a:p>
                          <a:pPr algn="l" latinLnBrk="1"/>
                          <a:endParaRPr lang="ko-KR" altLang="en-US" sz="1400" dirty="0"/>
                        </a:p>
                      </a:txBody>
                      <a:tcPr/>
                    </a:tc>
                    <a:extLst>
                      <a:ext uri="{0D108BD9-81ED-4DB2-BD59-A6C34878D82A}">
                        <a16:rowId xmlns:a16="http://schemas.microsoft.com/office/drawing/2014/main" val="450883624"/>
                      </a:ext>
                    </a:extLst>
                  </a:tr>
                  <a:tr h="72035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tc>
                    <a:extLst>
                      <a:ext uri="{0D108BD9-81ED-4DB2-BD59-A6C34878D82A}">
                        <a16:rowId xmlns:a16="http://schemas.microsoft.com/office/drawing/2014/main" val="549591821"/>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tc>
                    <a:extLst>
                      <a:ext uri="{0D108BD9-81ED-4DB2-BD59-A6C34878D82A}">
                        <a16:rowId xmlns:a16="http://schemas.microsoft.com/office/drawing/2014/main" val="2571924127"/>
                      </a:ext>
                    </a:extLst>
                  </a:tr>
                  <a:tr h="549223">
                    <a:tc>
                      <a:txBody>
                        <a:bodyPr/>
                        <a:lstStyle/>
                        <a:p>
                          <a:pPr algn="l" latinLnBrk="1"/>
                          <a:endParaRPr lang="ko-KR" altLang="en-US" sz="1400" dirty="0"/>
                        </a:p>
                      </a:txBody>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tc>
                    <a:extLst>
                      <a:ext uri="{0D108BD9-81ED-4DB2-BD59-A6C34878D82A}">
                        <a16:rowId xmlns:a16="http://schemas.microsoft.com/office/drawing/2014/main" val="2333410646"/>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tc>
                    <a:extLst>
                      <a:ext uri="{0D108BD9-81ED-4DB2-BD59-A6C34878D82A}">
                        <a16:rowId xmlns:a16="http://schemas.microsoft.com/office/drawing/2014/main" val="3053326746"/>
                      </a:ext>
                    </a:extLst>
                  </a:tr>
                </a:tbl>
              </a:graphicData>
            </a:graphic>
          </p:graphicFrame>
        </mc:Fallback>
      </mc:AlternateContent>
      <mc:AlternateContent xmlns:mc="http://schemas.openxmlformats.org/markup-compatibility/2006" xmlns:a14="http://schemas.microsoft.com/office/drawing/2010/main">
        <mc:Choice Requires="a14">
          <p:sp>
            <p:nvSpPr>
              <p:cNvPr id="17" name="직사각형 16"/>
              <p:cNvSpPr/>
              <p:nvPr/>
            </p:nvSpPr>
            <p:spPr>
              <a:xfrm>
                <a:off x="828187" y="1464397"/>
                <a:ext cx="4066562" cy="400110"/>
              </a:xfrm>
              <a:prstGeom prst="rect">
                <a:avLst/>
              </a:prstGeom>
            </p:spPr>
            <p:txBody>
              <a:bodyPr wrap="none">
                <a:spAutoFit/>
              </a:bodyPr>
              <a:lstStyle/>
              <a:p>
                <a:r>
                  <a:rPr lang="ko-KR" altLang="en-US" sz="2000" dirty="0"/>
                  <a:t>①</a:t>
                </a:r>
                <a14:m>
                  <m:oMath xmlns:m="http://schemas.openxmlformats.org/officeDocument/2006/math">
                    <m:sSup>
                      <m:sSupPr>
                        <m:ctrlPr>
                          <a:rPr lang="en-US" altLang="ko-KR" sz="2000" i="1">
                            <a:latin typeface="Cambria Math" panose="02040503050406030204" pitchFamily="18" charset="0"/>
                          </a:rPr>
                        </m:ctrlPr>
                      </m:sSupPr>
                      <m:e>
                        <m:r>
                          <a:rPr lang="en-US" altLang="ko-KR" sz="2000" i="1">
                            <a:latin typeface="Cambria Math" panose="02040503050406030204" pitchFamily="18" charset="0"/>
                          </a:rPr>
                          <m:t>𝑓</m:t>
                        </m:r>
                      </m:e>
                      <m:sup>
                        <m:r>
                          <a:rPr lang="en-US" altLang="ko-KR" sz="2000" i="1">
                            <a:latin typeface="Cambria Math" panose="02040503050406030204" pitchFamily="18" charset="0"/>
                          </a:rPr>
                          <m:t>′</m:t>
                        </m:r>
                      </m:sup>
                    </m:sSup>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sSup>
                      <m:sSupPr>
                        <m:ctrlPr>
                          <a:rPr lang="en-US" altLang="ko-KR" sz="2000" i="1">
                            <a:latin typeface="Cambria Math" panose="02040503050406030204" pitchFamily="18" charset="0"/>
                          </a:rPr>
                        </m:ctrlPr>
                      </m:sSupPr>
                      <m:e>
                        <m:r>
                          <a:rPr lang="en-US" altLang="ko-KR" sz="2000" i="1">
                            <a:latin typeface="Cambria Math" panose="02040503050406030204" pitchFamily="18" charset="0"/>
                          </a:rPr>
                          <m:t>𝑛𝑥</m:t>
                        </m:r>
                      </m:e>
                      <m:sup>
                        <m:r>
                          <a:rPr lang="en-US" altLang="ko-KR" sz="2000" i="1">
                            <a:latin typeface="Cambria Math" panose="02040503050406030204" pitchFamily="18" charset="0"/>
                          </a:rPr>
                          <m:t>𝑛</m:t>
                        </m:r>
                        <m:r>
                          <a:rPr lang="en-US" altLang="ko-KR" sz="2000" i="1">
                            <a:latin typeface="Cambria Math" panose="02040503050406030204" pitchFamily="18" charset="0"/>
                          </a:rPr>
                          <m:t>−1</m:t>
                        </m:r>
                      </m:sup>
                    </m:sSup>
                    <m:r>
                      <a:rPr lang="en-US" altLang="ko-KR" sz="2000" i="1">
                        <a:latin typeface="Cambria Math" panose="02040503050406030204" pitchFamily="18" charset="0"/>
                      </a:rPr>
                      <m:t>,  </m:t>
                    </m:r>
                    <m:r>
                      <a:rPr lang="en-US" altLang="ko-KR" sz="2000" i="1">
                        <a:latin typeface="Cambria Math" panose="02040503050406030204" pitchFamily="18" charset="0"/>
                      </a:rPr>
                      <m:t>𝑔𝑖𝑣𝑒𝑛</m:t>
                    </m:r>
                    <m:r>
                      <a:rPr lang="en-US" altLang="ko-KR" sz="2000" i="1">
                        <a:latin typeface="Cambria Math" panose="02040503050406030204" pitchFamily="18" charset="0"/>
                      </a:rPr>
                      <m:t> </m:t>
                    </m:r>
                    <m:r>
                      <a:rPr lang="en-US" altLang="ko-KR" sz="2000" i="1">
                        <a:latin typeface="Cambria Math" panose="02040503050406030204" pitchFamily="18" charset="0"/>
                      </a:rPr>
                      <m:t>𝑓</m:t>
                    </m:r>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sSup>
                      <m:sSupPr>
                        <m:ctrlPr>
                          <a:rPr lang="en-US" altLang="ko-KR" sz="2000" i="1">
                            <a:latin typeface="Cambria Math" panose="02040503050406030204" pitchFamily="18" charset="0"/>
                          </a:rPr>
                        </m:ctrlPr>
                      </m:sSupPr>
                      <m:e>
                        <m:r>
                          <a:rPr lang="en-US" altLang="ko-KR" sz="2000" i="1">
                            <a:latin typeface="Cambria Math" panose="02040503050406030204" pitchFamily="18" charset="0"/>
                          </a:rPr>
                          <m:t>𝑥</m:t>
                        </m:r>
                      </m:e>
                      <m:sup>
                        <m:r>
                          <a:rPr lang="en-US" altLang="ko-KR" sz="2000" i="1">
                            <a:latin typeface="Cambria Math" panose="02040503050406030204" pitchFamily="18" charset="0"/>
                          </a:rPr>
                          <m:t>𝑛</m:t>
                        </m:r>
                      </m:sup>
                    </m:sSup>
                  </m:oMath>
                </a14:m>
                <a:endParaRPr lang="ko-KR" altLang="en-US" sz="2000" dirty="0"/>
              </a:p>
            </p:txBody>
          </p:sp>
        </mc:Choice>
        <mc:Fallback xmlns="">
          <p:sp>
            <p:nvSpPr>
              <p:cNvPr id="17" name="직사각형 16"/>
              <p:cNvSpPr>
                <a:spLocks noRot="1" noChangeAspect="1" noMove="1" noResize="1" noEditPoints="1" noAdjustHandles="1" noChangeArrowheads="1" noChangeShapeType="1" noTextEdit="1"/>
              </p:cNvSpPr>
              <p:nvPr/>
            </p:nvSpPr>
            <p:spPr>
              <a:xfrm>
                <a:off x="828187" y="1464397"/>
                <a:ext cx="4066562" cy="400110"/>
              </a:xfrm>
              <a:prstGeom prst="rect">
                <a:avLst/>
              </a:prstGeom>
              <a:blipFill>
                <a:blip r:embed="rId5"/>
                <a:stretch>
                  <a:fillRect l="-1649" t="-10606" b="-22727"/>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26425751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p:sp>
        <p:nvSpPr>
          <p:cNvPr id="3" name="직사각형 2"/>
          <p:cNvSpPr/>
          <p:nvPr/>
        </p:nvSpPr>
        <p:spPr>
          <a:xfrm>
            <a:off x="2676737" y="3244334"/>
            <a:ext cx="184731" cy="369332"/>
          </a:xfrm>
          <a:prstGeom prst="rect">
            <a:avLst/>
          </a:prstGeom>
        </p:spPr>
        <p:txBody>
          <a:bodyPr wrap="none">
            <a:spAutoFit/>
          </a:bodyPr>
          <a:lstStyle/>
          <a:p>
            <a:endParaRPr lang="ko-KR" altLang="en-US" dirty="0"/>
          </a:p>
        </p:txBody>
      </p:sp>
      <p:sp>
        <p:nvSpPr>
          <p:cNvPr id="9" name="직사각형 8">
            <a:extLst>
              <a:ext uri="{FF2B5EF4-FFF2-40B4-BE49-F238E27FC236}">
                <a16:creationId xmlns:a16="http://schemas.microsoft.com/office/drawing/2014/main" id="{C7C7178E-B73C-405C-98AA-12B1241AB1A3}"/>
              </a:ext>
            </a:extLst>
          </p:cNvPr>
          <p:cNvSpPr/>
          <p:nvPr/>
        </p:nvSpPr>
        <p:spPr>
          <a:xfrm>
            <a:off x="328771" y="1139130"/>
            <a:ext cx="8412893" cy="969496"/>
          </a:xfrm>
          <a:prstGeom prst="rect">
            <a:avLst/>
          </a:prstGeom>
        </p:spPr>
        <p:txBody>
          <a:bodyPr wrap="square">
            <a:spAutoFit/>
          </a:bodyPr>
          <a:lstStyle/>
          <a:p>
            <a:pPr marL="284400" indent="-284400">
              <a:lnSpc>
                <a:spcPct val="150000"/>
              </a:lnSpc>
              <a:buFont typeface="Arial" panose="020B0604020202020204" pitchFamily="34" charset="0"/>
              <a:buChar char="•"/>
            </a:pPr>
            <a:endParaRPr lang="en-US" altLang="ko-KR" sz="2000" dirty="0">
              <a:solidFill>
                <a:srgbClr val="222222"/>
              </a:solidFill>
              <a:latin typeface="Arial Narrow" panose="020B0606020202030204" pitchFamily="34" charset="0"/>
            </a:endParaRPr>
          </a:p>
          <a:p>
            <a:pPr marL="742950" lvl="1" indent="-285750">
              <a:lnSpc>
                <a:spcPct val="150000"/>
              </a:lnSpc>
              <a:buFont typeface="Arial" panose="020B0604020202020204" pitchFamily="34" charset="0"/>
              <a:buChar char="•"/>
            </a:pPr>
            <a:endParaRPr lang="en-US" altLang="ko-KR" dirty="0">
              <a:solidFill>
                <a:srgbClr val="222222"/>
              </a:solidFill>
              <a:latin typeface="Arial Narrow" panose="020B0606020202030204" pitchFamily="34" charset="0"/>
            </a:endParaRPr>
          </a:p>
        </p:txBody>
      </p:sp>
      <mc:AlternateContent xmlns:mc="http://schemas.openxmlformats.org/markup-compatibility/2006" xmlns:a14="http://schemas.microsoft.com/office/drawing/2010/main">
        <mc:Choice Requires="a14">
          <p:graphicFrame>
            <p:nvGraphicFramePr>
              <p:cNvPr id="7" name="표 6"/>
              <p:cNvGraphicFramePr>
                <a:graphicFrameLocks noGrp="1"/>
              </p:cNvGraphicFramePr>
              <p:nvPr>
                <p:extLst>
                  <p:ext uri="{D42A27DB-BD31-4B8C-83A1-F6EECF244321}">
                    <p14:modId xmlns:p14="http://schemas.microsoft.com/office/powerpoint/2010/main" val="3893260165"/>
                  </p:ext>
                </p:extLst>
              </p:nvPr>
            </p:nvGraphicFramePr>
            <p:xfrm>
              <a:off x="930342" y="2531450"/>
              <a:ext cx="5853636" cy="4200276"/>
            </p:xfrm>
            <a:graphic>
              <a:graphicData uri="http://schemas.openxmlformats.org/drawingml/2006/table">
                <a:tbl>
                  <a:tblPr firstRow="1" bandRow="1">
                    <a:tableStyleId>{2D5ABB26-0587-4C30-8999-92F81FD0307C}</a:tableStyleId>
                  </a:tblPr>
                  <a:tblGrid>
                    <a:gridCol w="5853636">
                      <a:extLst>
                        <a:ext uri="{9D8B030D-6E8A-4147-A177-3AD203B41FA5}">
                          <a16:colId xmlns:a16="http://schemas.microsoft.com/office/drawing/2014/main" val="4069948701"/>
                        </a:ext>
                      </a:extLst>
                    </a:gridCol>
                  </a:tblGrid>
                  <a:tr h="641513">
                    <a:tc>
                      <a:txBody>
                        <a:bodyPr/>
                        <a:lstStyle/>
                        <a:p>
                          <a:pPr algn="l" latinLnBrk="1"/>
                          <a14:m>
                            <m:oMathPara xmlns:m="http://schemas.openxmlformats.org/officeDocument/2006/math">
                              <m:oMathParaPr>
                                <m:jc m:val="left"/>
                              </m:oMathParaPr>
                              <m:oMath xmlns:m="http://schemas.openxmlformats.org/officeDocument/2006/math">
                                <m:sSup>
                                  <m:sSupPr>
                                    <m:ctrlPr>
                                      <a:rPr lang="en-US" altLang="ko-KR" sz="1400" i="1" smtClean="0">
                                        <a:latin typeface="Cambria Math" panose="02040503050406030204" pitchFamily="18" charset="0"/>
                                      </a:rPr>
                                    </m:ctrlPr>
                                  </m:sSupPr>
                                  <m:e>
                                    <m:r>
                                      <a:rPr lang="en-US" altLang="ko-KR" sz="1400">
                                        <a:latin typeface="Cambria Math" panose="02040503050406030204" pitchFamily="18" charset="0"/>
                                      </a:rPr>
                                      <m:t>𝑓</m:t>
                                    </m:r>
                                  </m:e>
                                  <m:sup>
                                    <m:r>
                                      <a:rPr lang="en-US" altLang="ko-KR" sz="1400">
                                        <a:latin typeface="Cambria Math" panose="02040503050406030204" pitchFamily="18" charset="0"/>
                                      </a:rPr>
                                      <m:t>′</m:t>
                                    </m:r>
                                  </m:sup>
                                </m:sSup>
                                <m:d>
                                  <m:dPr>
                                    <m:ctrlPr>
                                      <a:rPr lang="en-US" altLang="ko-KR" sz="1400" i="1">
                                        <a:latin typeface="Cambria Math" panose="02040503050406030204" pitchFamily="18" charset="0"/>
                                      </a:rPr>
                                    </m:ctrlPr>
                                  </m:dPr>
                                  <m:e>
                                    <m:r>
                                      <a:rPr lang="en-US" altLang="ko-KR" sz="1400">
                                        <a:latin typeface="Cambria Math" panose="02040503050406030204" pitchFamily="18" charset="0"/>
                                      </a:rPr>
                                      <m:t>𝑥</m:t>
                                    </m:r>
                                  </m:e>
                                </m:d>
                                <m:r>
                                  <a:rPr lang="en-US" altLang="ko-KR" sz="1400">
                                    <a:latin typeface="Cambria Math" panose="02040503050406030204" pitchFamily="18" charset="0"/>
                                  </a:rPr>
                                  <m:t>=</m:t>
                                </m:r>
                                <m:func>
                                  <m:funcPr>
                                    <m:ctrlPr>
                                      <a:rPr lang="en-US" altLang="ko-KR" sz="1400" i="1" smtClean="0">
                                        <a:latin typeface="Cambria Math" panose="02040503050406030204" pitchFamily="18" charset="0"/>
                                      </a:rPr>
                                    </m:ctrlPr>
                                  </m:funcPr>
                                  <m:fName>
                                    <m:limLow>
                                      <m:limLowPr>
                                        <m:ctrlPr>
                                          <a:rPr lang="en-US" altLang="ko-KR" sz="1400" i="1" smtClean="0">
                                            <a:latin typeface="Cambria Math" panose="02040503050406030204" pitchFamily="18" charset="0"/>
                                          </a:rPr>
                                        </m:ctrlPr>
                                      </m:limLowPr>
                                      <m:e>
                                        <m:r>
                                          <a:rPr lang="en-US" altLang="ko-KR" sz="1400" smtClean="0">
                                            <a:latin typeface="Cambria Math" panose="02040503050406030204" pitchFamily="18" charset="0"/>
                                          </a:rPr>
                                          <m:t>𝑙𝑖𝑚</m:t>
                                        </m:r>
                                      </m:e>
                                      <m:lim>
                                        <m:r>
                                          <a:rPr lang="en-US" altLang="ko-KR" sz="1400" smtClean="0">
                                            <a:latin typeface="Cambria Math" panose="02040503050406030204" pitchFamily="18" charset="0"/>
                                          </a:rPr>
                                          <m:t>h</m:t>
                                        </m:r>
                                        <m:r>
                                          <a:rPr lang="en-US" altLang="ko-KR" sz="1400" smtClean="0">
                                            <a:latin typeface="Cambria Math" panose="02040503050406030204" pitchFamily="18" charset="0"/>
                                          </a:rPr>
                                          <m:t>→0</m:t>
                                        </m:r>
                                      </m:lim>
                                    </m:limLow>
                                  </m:fName>
                                  <m:e>
                                    <m:f>
                                      <m:fPr>
                                        <m:ctrlPr>
                                          <a:rPr lang="en-US" altLang="ko-KR" sz="1400" i="1" smtClean="0">
                                            <a:latin typeface="Cambria Math" panose="02040503050406030204" pitchFamily="18" charset="0"/>
                                          </a:rPr>
                                        </m:ctrlPr>
                                      </m:fPr>
                                      <m:num>
                                        <m:r>
                                          <a:rPr lang="en-US" altLang="ko-KR" sz="1400" smtClean="0">
                                            <a:latin typeface="Cambria Math" panose="02040503050406030204" pitchFamily="18" charset="0"/>
                                          </a:rPr>
                                          <m:t>𝑓</m:t>
                                        </m:r>
                                        <m:d>
                                          <m:dPr>
                                            <m:ctrlPr>
                                              <a:rPr lang="en-US" altLang="ko-KR" sz="1400" i="1" smtClean="0">
                                                <a:latin typeface="Cambria Math" panose="02040503050406030204" pitchFamily="18" charset="0"/>
                                              </a:rPr>
                                            </m:ctrlPr>
                                          </m:dPr>
                                          <m:e>
                                            <m:r>
                                              <a:rPr lang="en-US" altLang="ko-KR" sz="1400" smtClean="0">
                                                <a:latin typeface="Cambria Math" panose="02040503050406030204" pitchFamily="18" charset="0"/>
                                              </a:rPr>
                                              <m:t>𝑥</m:t>
                                            </m:r>
                                            <m:r>
                                              <a:rPr lang="en-US" altLang="ko-KR" sz="1400" smtClean="0">
                                                <a:latin typeface="Cambria Math" panose="02040503050406030204" pitchFamily="18" charset="0"/>
                                              </a:rPr>
                                              <m:t>+</m:t>
                                            </m:r>
                                            <m:r>
                                              <a:rPr lang="en-US" altLang="ko-KR" sz="1400" smtClean="0">
                                                <a:latin typeface="Cambria Math" panose="02040503050406030204" pitchFamily="18" charset="0"/>
                                              </a:rPr>
                                              <m:t>h</m:t>
                                            </m:r>
                                          </m:e>
                                        </m:d>
                                        <m:r>
                                          <a:rPr lang="en-US" altLang="ko-KR" sz="1400" smtClean="0">
                                            <a:latin typeface="Cambria Math" panose="02040503050406030204" pitchFamily="18" charset="0"/>
                                          </a:rPr>
                                          <m:t>−</m:t>
                                        </m:r>
                                        <m:r>
                                          <a:rPr lang="en-US" altLang="ko-KR" sz="1400" smtClean="0">
                                            <a:latin typeface="Cambria Math" panose="02040503050406030204" pitchFamily="18" charset="0"/>
                                          </a:rPr>
                                          <m:t>𝑓</m:t>
                                        </m:r>
                                        <m:r>
                                          <a:rPr lang="en-US" altLang="ko-KR" sz="1400" smtClean="0">
                                            <a:latin typeface="Cambria Math" panose="02040503050406030204" pitchFamily="18" charset="0"/>
                                          </a:rPr>
                                          <m:t>(</m:t>
                                        </m:r>
                                        <m:r>
                                          <a:rPr lang="en-US" altLang="ko-KR" sz="1400" smtClean="0">
                                            <a:latin typeface="Cambria Math" panose="02040503050406030204" pitchFamily="18" charset="0"/>
                                          </a:rPr>
                                          <m:t>𝑥</m:t>
                                        </m:r>
                                        <m:r>
                                          <a:rPr lang="en-US" altLang="ko-KR" sz="1400" smtClean="0">
                                            <a:latin typeface="Cambria Math" panose="02040503050406030204" pitchFamily="18" charset="0"/>
                                          </a:rPr>
                                          <m:t>)</m:t>
                                        </m:r>
                                      </m:num>
                                      <m:den>
                                        <m:r>
                                          <a:rPr lang="en-US" altLang="ko-KR" sz="1400" smtClean="0">
                                            <a:latin typeface="Cambria Math" panose="02040503050406030204" pitchFamily="18" charset="0"/>
                                          </a:rPr>
                                          <m:t>h</m:t>
                                        </m:r>
                                      </m:den>
                                    </m:f>
                                  </m:e>
                                </m:func>
                              </m:oMath>
                            </m:oMathPara>
                          </a14:m>
                          <a:endParaRPr lang="ko-KR" altLang="en-US" sz="1400" dirty="0"/>
                        </a:p>
                      </a:txBody>
                      <a:tcPr/>
                    </a:tc>
                    <a:extLst>
                      <a:ext uri="{0D108BD9-81ED-4DB2-BD59-A6C34878D82A}">
                        <a16:rowId xmlns:a16="http://schemas.microsoft.com/office/drawing/2014/main" val="1349850590"/>
                      </a:ext>
                    </a:extLst>
                  </a:tr>
                  <a:tr h="641513">
                    <a:tc>
                      <a:txBody>
                        <a:bodyPr/>
                        <a:lstStyle/>
                        <a:p>
                          <a:pPr algn="l" latinLnBrk="1"/>
                          <a14:m>
                            <m:oMathPara xmlns:m="http://schemas.openxmlformats.org/officeDocument/2006/math">
                              <m:oMathParaPr>
                                <m:jc m:val="left"/>
                              </m:oMathParaPr>
                              <m:oMath xmlns:m="http://schemas.openxmlformats.org/officeDocument/2006/math">
                                <m:r>
                                  <a:rPr lang="en-US" altLang="ko-KR" sz="1400" smtClean="0">
                                    <a:latin typeface="Cambria Math" panose="02040503050406030204" pitchFamily="18" charset="0"/>
                                  </a:rPr>
                                  <m:t>=</m:t>
                                </m:r>
                                <m:func>
                                  <m:funcPr>
                                    <m:ctrlPr>
                                      <a:rPr lang="en-US" altLang="ko-KR" sz="1400" i="1" smtClean="0">
                                        <a:latin typeface="Cambria Math" panose="02040503050406030204" pitchFamily="18" charset="0"/>
                                      </a:rPr>
                                    </m:ctrlPr>
                                  </m:funcPr>
                                  <m:fName>
                                    <m:limLow>
                                      <m:limLowPr>
                                        <m:ctrlPr>
                                          <a:rPr lang="en-US" altLang="ko-KR" sz="1400" i="1" smtClean="0">
                                            <a:latin typeface="Cambria Math" panose="02040503050406030204" pitchFamily="18" charset="0"/>
                                          </a:rPr>
                                        </m:ctrlPr>
                                      </m:limLowPr>
                                      <m:e>
                                        <m:r>
                                          <a:rPr lang="en-US" altLang="ko-KR" sz="1400" smtClean="0">
                                            <a:latin typeface="Cambria Math" panose="02040503050406030204" pitchFamily="18" charset="0"/>
                                          </a:rPr>
                                          <m:t>𝑙𝑖𝑚</m:t>
                                        </m:r>
                                      </m:e>
                                      <m:lim>
                                        <m:r>
                                          <a:rPr lang="en-US" altLang="ko-KR" sz="1400" smtClean="0">
                                            <a:latin typeface="Cambria Math" panose="02040503050406030204" pitchFamily="18" charset="0"/>
                                          </a:rPr>
                                          <m:t>h</m:t>
                                        </m:r>
                                        <m:r>
                                          <a:rPr lang="en-US" altLang="ko-KR" sz="1400" smtClean="0">
                                            <a:latin typeface="Cambria Math" panose="02040503050406030204" pitchFamily="18" charset="0"/>
                                          </a:rPr>
                                          <m:t>→0</m:t>
                                        </m:r>
                                      </m:lim>
                                    </m:limLow>
                                  </m:fName>
                                  <m:e>
                                    <m:f>
                                      <m:fPr>
                                        <m:ctrlPr>
                                          <a:rPr lang="en-US" altLang="ko-KR" sz="1400" i="1" smtClean="0">
                                            <a:latin typeface="Cambria Math" panose="02040503050406030204" pitchFamily="18" charset="0"/>
                                          </a:rPr>
                                        </m:ctrlPr>
                                      </m:fPr>
                                      <m:num>
                                        <m:sSup>
                                          <m:sSupPr>
                                            <m:ctrlPr>
                                              <a:rPr lang="en-US" altLang="ko-KR" sz="1400" i="1" smtClean="0">
                                                <a:latin typeface="Cambria Math" panose="02040503050406030204" pitchFamily="18" charset="0"/>
                                              </a:rPr>
                                            </m:ctrlPr>
                                          </m:sSupPr>
                                          <m:e>
                                            <m:d>
                                              <m:dPr>
                                                <m:ctrlPr>
                                                  <a:rPr lang="en-US" altLang="ko-KR" sz="1400" i="1" smtClean="0">
                                                    <a:latin typeface="Cambria Math" panose="02040503050406030204" pitchFamily="18" charset="0"/>
                                                  </a:rPr>
                                                </m:ctrlPr>
                                              </m:dPr>
                                              <m:e>
                                                <m:r>
                                                  <a:rPr lang="en-US" altLang="ko-KR" sz="1400" smtClean="0">
                                                    <a:latin typeface="Cambria Math" panose="02040503050406030204" pitchFamily="18" charset="0"/>
                                                  </a:rPr>
                                                  <m:t>𝑥</m:t>
                                                </m:r>
                                                <m:r>
                                                  <a:rPr lang="en-US" altLang="ko-KR" sz="1400" smtClean="0">
                                                    <a:latin typeface="Cambria Math" panose="02040503050406030204" pitchFamily="18" charset="0"/>
                                                  </a:rPr>
                                                  <m:t>+</m:t>
                                                </m:r>
                                                <m:r>
                                                  <a:rPr lang="en-US" altLang="ko-KR" sz="1400" smtClean="0">
                                                    <a:latin typeface="Cambria Math" panose="02040503050406030204" pitchFamily="18" charset="0"/>
                                                  </a:rPr>
                                                  <m:t>h</m:t>
                                                </m:r>
                                              </m:e>
                                            </m:d>
                                          </m:e>
                                          <m:sup>
                                            <m:r>
                                              <a:rPr lang="en-US" altLang="ko-KR" sz="1400" smtClean="0">
                                                <a:latin typeface="Cambria Math" panose="02040503050406030204" pitchFamily="18" charset="0"/>
                                              </a:rPr>
                                              <m:t>𝑛</m:t>
                                            </m:r>
                                          </m:sup>
                                        </m:sSup>
                                        <m:r>
                                          <a:rPr lang="en-US" altLang="ko-KR" sz="1400" smtClean="0">
                                            <a:latin typeface="Cambria Math" panose="02040503050406030204" pitchFamily="18" charset="0"/>
                                          </a:rPr>
                                          <m:t>−</m:t>
                                        </m:r>
                                        <m:sSup>
                                          <m:sSupPr>
                                            <m:ctrlPr>
                                              <a:rPr lang="en-US" altLang="ko-KR" sz="1400" i="1" smtClean="0">
                                                <a:latin typeface="Cambria Math" panose="02040503050406030204" pitchFamily="18" charset="0"/>
                                              </a:rPr>
                                            </m:ctrlPr>
                                          </m:sSupPr>
                                          <m:e>
                                            <m:r>
                                              <a:rPr lang="en-US" altLang="ko-KR" sz="1400" smtClean="0">
                                                <a:latin typeface="Cambria Math" panose="02040503050406030204" pitchFamily="18" charset="0"/>
                                              </a:rPr>
                                              <m:t>𝑥</m:t>
                                            </m:r>
                                          </m:e>
                                          <m:sup>
                                            <m:r>
                                              <a:rPr lang="en-US" altLang="ko-KR" sz="1400" smtClean="0">
                                                <a:latin typeface="Cambria Math" panose="02040503050406030204" pitchFamily="18" charset="0"/>
                                              </a:rPr>
                                              <m:t>𝑛</m:t>
                                            </m:r>
                                          </m:sup>
                                        </m:sSup>
                                      </m:num>
                                      <m:den>
                                        <m:r>
                                          <a:rPr lang="en-US" altLang="ko-KR" sz="1400" smtClean="0">
                                            <a:latin typeface="Cambria Math" panose="02040503050406030204" pitchFamily="18" charset="0"/>
                                          </a:rPr>
                                          <m:t>h</m:t>
                                        </m:r>
                                      </m:den>
                                    </m:f>
                                  </m:e>
                                </m:func>
                              </m:oMath>
                            </m:oMathPara>
                          </a14:m>
                          <a:endParaRPr lang="ko-KR" altLang="en-US" sz="1400" dirty="0"/>
                        </a:p>
                      </a:txBody>
                      <a:tcPr/>
                    </a:tc>
                    <a:extLst>
                      <a:ext uri="{0D108BD9-81ED-4DB2-BD59-A6C34878D82A}">
                        <a16:rowId xmlns:a16="http://schemas.microsoft.com/office/drawing/2014/main" val="450883624"/>
                      </a:ext>
                    </a:extLst>
                  </a:tr>
                  <a:tr h="72035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tc>
                    <a:extLst>
                      <a:ext uri="{0D108BD9-81ED-4DB2-BD59-A6C34878D82A}">
                        <a16:rowId xmlns:a16="http://schemas.microsoft.com/office/drawing/2014/main" val="549591821"/>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tc>
                    <a:extLst>
                      <a:ext uri="{0D108BD9-81ED-4DB2-BD59-A6C34878D82A}">
                        <a16:rowId xmlns:a16="http://schemas.microsoft.com/office/drawing/2014/main" val="2571924127"/>
                      </a:ext>
                    </a:extLst>
                  </a:tr>
                  <a:tr h="549223">
                    <a:tc>
                      <a:txBody>
                        <a:bodyPr/>
                        <a:lstStyle/>
                        <a:p>
                          <a:pPr algn="l" latinLnBrk="1"/>
                          <a:endParaRPr lang="ko-KR" altLang="en-US" sz="1400" dirty="0"/>
                        </a:p>
                      </a:txBody>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tc>
                    <a:extLst>
                      <a:ext uri="{0D108BD9-81ED-4DB2-BD59-A6C34878D82A}">
                        <a16:rowId xmlns:a16="http://schemas.microsoft.com/office/drawing/2014/main" val="2333410646"/>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tc>
                    <a:extLst>
                      <a:ext uri="{0D108BD9-81ED-4DB2-BD59-A6C34878D82A}">
                        <a16:rowId xmlns:a16="http://schemas.microsoft.com/office/drawing/2014/main" val="3053326746"/>
                      </a:ext>
                    </a:extLst>
                  </a:tr>
                </a:tbl>
              </a:graphicData>
            </a:graphic>
          </p:graphicFrame>
        </mc:Choice>
        <mc:Fallback xmlns="">
          <p:graphicFrame>
            <p:nvGraphicFramePr>
              <p:cNvPr id="7" name="표 6"/>
              <p:cNvGraphicFramePr>
                <a:graphicFrameLocks noGrp="1"/>
              </p:cNvGraphicFramePr>
              <p:nvPr>
                <p:extLst>
                  <p:ext uri="{D42A27DB-BD31-4B8C-83A1-F6EECF244321}">
                    <p14:modId xmlns:p14="http://schemas.microsoft.com/office/powerpoint/2010/main" val="3893260165"/>
                  </p:ext>
                </p:extLst>
              </p:nvPr>
            </p:nvGraphicFramePr>
            <p:xfrm>
              <a:off x="930342" y="2531450"/>
              <a:ext cx="5853636" cy="4200276"/>
            </p:xfrm>
            <a:graphic>
              <a:graphicData uri="http://schemas.openxmlformats.org/drawingml/2006/table">
                <a:tbl>
                  <a:tblPr firstRow="1" bandRow="1">
                    <a:tableStyleId>{2D5ABB26-0587-4C30-8999-92F81FD0307C}</a:tableStyleId>
                  </a:tblPr>
                  <a:tblGrid>
                    <a:gridCol w="5853636">
                      <a:extLst>
                        <a:ext uri="{9D8B030D-6E8A-4147-A177-3AD203B41FA5}">
                          <a16:colId xmlns:a16="http://schemas.microsoft.com/office/drawing/2014/main" val="4069948701"/>
                        </a:ext>
                      </a:extLst>
                    </a:gridCol>
                  </a:tblGrid>
                  <a:tr h="641513">
                    <a:tc>
                      <a:txBody>
                        <a:bodyPr/>
                        <a:lstStyle/>
                        <a:p>
                          <a:endParaRPr lang="ko-KR"/>
                        </a:p>
                      </a:txBody>
                      <a:tcPr>
                        <a:blipFill>
                          <a:blip r:embed="rId3"/>
                          <a:stretch>
                            <a:fillRect b="-557143"/>
                          </a:stretch>
                        </a:blipFill>
                      </a:tcPr>
                    </a:tc>
                    <a:extLst>
                      <a:ext uri="{0D108BD9-81ED-4DB2-BD59-A6C34878D82A}">
                        <a16:rowId xmlns:a16="http://schemas.microsoft.com/office/drawing/2014/main" val="1349850590"/>
                      </a:ext>
                    </a:extLst>
                  </a:tr>
                  <a:tr h="641513">
                    <a:tc>
                      <a:txBody>
                        <a:bodyPr/>
                        <a:lstStyle/>
                        <a:p>
                          <a:endParaRPr lang="ko-KR"/>
                        </a:p>
                      </a:txBody>
                      <a:tcPr>
                        <a:blipFill>
                          <a:blip r:embed="rId3"/>
                          <a:stretch>
                            <a:fillRect t="-99057" b="-451887"/>
                          </a:stretch>
                        </a:blipFill>
                      </a:tcPr>
                    </a:tc>
                    <a:extLst>
                      <a:ext uri="{0D108BD9-81ED-4DB2-BD59-A6C34878D82A}">
                        <a16:rowId xmlns:a16="http://schemas.microsoft.com/office/drawing/2014/main" val="450883624"/>
                      </a:ext>
                    </a:extLst>
                  </a:tr>
                  <a:tr h="72035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tc>
                    <a:extLst>
                      <a:ext uri="{0D108BD9-81ED-4DB2-BD59-A6C34878D82A}">
                        <a16:rowId xmlns:a16="http://schemas.microsoft.com/office/drawing/2014/main" val="549591821"/>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tc>
                    <a:extLst>
                      <a:ext uri="{0D108BD9-81ED-4DB2-BD59-A6C34878D82A}">
                        <a16:rowId xmlns:a16="http://schemas.microsoft.com/office/drawing/2014/main" val="2571924127"/>
                      </a:ext>
                    </a:extLst>
                  </a:tr>
                  <a:tr h="549223">
                    <a:tc>
                      <a:txBody>
                        <a:bodyPr/>
                        <a:lstStyle/>
                        <a:p>
                          <a:pPr algn="l" latinLnBrk="1"/>
                          <a:endParaRPr lang="ko-KR" altLang="en-US" sz="1400" dirty="0"/>
                        </a:p>
                      </a:txBody>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tc>
                    <a:extLst>
                      <a:ext uri="{0D108BD9-81ED-4DB2-BD59-A6C34878D82A}">
                        <a16:rowId xmlns:a16="http://schemas.microsoft.com/office/drawing/2014/main" val="2333410646"/>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tc>
                    <a:extLst>
                      <a:ext uri="{0D108BD9-81ED-4DB2-BD59-A6C34878D82A}">
                        <a16:rowId xmlns:a16="http://schemas.microsoft.com/office/drawing/2014/main" val="3053326746"/>
                      </a:ext>
                    </a:extLst>
                  </a:tr>
                </a:tbl>
              </a:graphicData>
            </a:graphic>
          </p:graphicFrame>
        </mc:Fallback>
      </mc:AlternateContent>
      <mc:AlternateContent xmlns:mc="http://schemas.openxmlformats.org/markup-compatibility/2006" xmlns:a14="http://schemas.microsoft.com/office/drawing/2010/main">
        <mc:Choice Requires="a14">
          <p:sp>
            <p:nvSpPr>
              <p:cNvPr id="17" name="직사각형 16"/>
              <p:cNvSpPr/>
              <p:nvPr/>
            </p:nvSpPr>
            <p:spPr>
              <a:xfrm>
                <a:off x="828187" y="1464397"/>
                <a:ext cx="4066562" cy="400110"/>
              </a:xfrm>
              <a:prstGeom prst="rect">
                <a:avLst/>
              </a:prstGeom>
            </p:spPr>
            <p:txBody>
              <a:bodyPr wrap="none">
                <a:spAutoFit/>
              </a:bodyPr>
              <a:lstStyle/>
              <a:p>
                <a:r>
                  <a:rPr lang="ko-KR" altLang="en-US" sz="2000" dirty="0"/>
                  <a:t>①</a:t>
                </a:r>
                <a14:m>
                  <m:oMath xmlns:m="http://schemas.openxmlformats.org/officeDocument/2006/math">
                    <m:sSup>
                      <m:sSupPr>
                        <m:ctrlPr>
                          <a:rPr lang="en-US" altLang="ko-KR" sz="2000" i="1">
                            <a:latin typeface="Cambria Math" panose="02040503050406030204" pitchFamily="18" charset="0"/>
                          </a:rPr>
                        </m:ctrlPr>
                      </m:sSupPr>
                      <m:e>
                        <m:r>
                          <a:rPr lang="en-US" altLang="ko-KR" sz="2000" i="1">
                            <a:latin typeface="Cambria Math" panose="02040503050406030204" pitchFamily="18" charset="0"/>
                          </a:rPr>
                          <m:t>𝑓</m:t>
                        </m:r>
                      </m:e>
                      <m:sup>
                        <m:r>
                          <a:rPr lang="en-US" altLang="ko-KR" sz="2000" i="1">
                            <a:latin typeface="Cambria Math" panose="02040503050406030204" pitchFamily="18" charset="0"/>
                          </a:rPr>
                          <m:t>′</m:t>
                        </m:r>
                      </m:sup>
                    </m:sSup>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sSup>
                      <m:sSupPr>
                        <m:ctrlPr>
                          <a:rPr lang="en-US" altLang="ko-KR" sz="2000" i="1">
                            <a:latin typeface="Cambria Math" panose="02040503050406030204" pitchFamily="18" charset="0"/>
                          </a:rPr>
                        </m:ctrlPr>
                      </m:sSupPr>
                      <m:e>
                        <m:r>
                          <a:rPr lang="en-US" altLang="ko-KR" sz="2000" i="1">
                            <a:latin typeface="Cambria Math" panose="02040503050406030204" pitchFamily="18" charset="0"/>
                          </a:rPr>
                          <m:t>𝑛𝑥</m:t>
                        </m:r>
                      </m:e>
                      <m:sup>
                        <m:r>
                          <a:rPr lang="en-US" altLang="ko-KR" sz="2000" i="1">
                            <a:latin typeface="Cambria Math" panose="02040503050406030204" pitchFamily="18" charset="0"/>
                          </a:rPr>
                          <m:t>𝑛</m:t>
                        </m:r>
                        <m:r>
                          <a:rPr lang="en-US" altLang="ko-KR" sz="2000" i="1">
                            <a:latin typeface="Cambria Math" panose="02040503050406030204" pitchFamily="18" charset="0"/>
                          </a:rPr>
                          <m:t>−1</m:t>
                        </m:r>
                      </m:sup>
                    </m:sSup>
                    <m:r>
                      <a:rPr lang="en-US" altLang="ko-KR" sz="2000" i="1">
                        <a:latin typeface="Cambria Math" panose="02040503050406030204" pitchFamily="18" charset="0"/>
                      </a:rPr>
                      <m:t>,  </m:t>
                    </m:r>
                    <m:r>
                      <a:rPr lang="en-US" altLang="ko-KR" sz="2000" i="1">
                        <a:latin typeface="Cambria Math" panose="02040503050406030204" pitchFamily="18" charset="0"/>
                      </a:rPr>
                      <m:t>𝑔𝑖𝑣𝑒𝑛</m:t>
                    </m:r>
                    <m:r>
                      <a:rPr lang="en-US" altLang="ko-KR" sz="2000" i="1">
                        <a:latin typeface="Cambria Math" panose="02040503050406030204" pitchFamily="18" charset="0"/>
                      </a:rPr>
                      <m:t> </m:t>
                    </m:r>
                    <m:r>
                      <a:rPr lang="en-US" altLang="ko-KR" sz="2000" i="1">
                        <a:latin typeface="Cambria Math" panose="02040503050406030204" pitchFamily="18" charset="0"/>
                      </a:rPr>
                      <m:t>𝑓</m:t>
                    </m:r>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sSup>
                      <m:sSupPr>
                        <m:ctrlPr>
                          <a:rPr lang="en-US" altLang="ko-KR" sz="2000" i="1">
                            <a:latin typeface="Cambria Math" panose="02040503050406030204" pitchFamily="18" charset="0"/>
                          </a:rPr>
                        </m:ctrlPr>
                      </m:sSupPr>
                      <m:e>
                        <m:r>
                          <a:rPr lang="en-US" altLang="ko-KR" sz="2000" i="1">
                            <a:latin typeface="Cambria Math" panose="02040503050406030204" pitchFamily="18" charset="0"/>
                          </a:rPr>
                          <m:t>𝑥</m:t>
                        </m:r>
                      </m:e>
                      <m:sup>
                        <m:r>
                          <a:rPr lang="en-US" altLang="ko-KR" sz="2000" i="1">
                            <a:latin typeface="Cambria Math" panose="02040503050406030204" pitchFamily="18" charset="0"/>
                          </a:rPr>
                          <m:t>𝑛</m:t>
                        </m:r>
                      </m:sup>
                    </m:sSup>
                  </m:oMath>
                </a14:m>
                <a:endParaRPr lang="ko-KR" altLang="en-US" sz="2000" dirty="0"/>
              </a:p>
            </p:txBody>
          </p:sp>
        </mc:Choice>
        <mc:Fallback xmlns="">
          <p:sp>
            <p:nvSpPr>
              <p:cNvPr id="17" name="직사각형 16"/>
              <p:cNvSpPr>
                <a:spLocks noRot="1" noChangeAspect="1" noMove="1" noResize="1" noEditPoints="1" noAdjustHandles="1" noChangeArrowheads="1" noChangeShapeType="1" noTextEdit="1"/>
              </p:cNvSpPr>
              <p:nvPr/>
            </p:nvSpPr>
            <p:spPr>
              <a:xfrm>
                <a:off x="828187" y="1464397"/>
                <a:ext cx="4066562" cy="400110"/>
              </a:xfrm>
              <a:prstGeom prst="rect">
                <a:avLst/>
              </a:prstGeom>
              <a:blipFill>
                <a:blip r:embed="rId5"/>
                <a:stretch>
                  <a:fillRect l="-1649" t="-10606" b="-22727"/>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35626787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p:sp>
        <p:nvSpPr>
          <p:cNvPr id="3" name="직사각형 2"/>
          <p:cNvSpPr/>
          <p:nvPr/>
        </p:nvSpPr>
        <p:spPr>
          <a:xfrm>
            <a:off x="2676737" y="3244334"/>
            <a:ext cx="184731" cy="369332"/>
          </a:xfrm>
          <a:prstGeom prst="rect">
            <a:avLst/>
          </a:prstGeom>
        </p:spPr>
        <p:txBody>
          <a:bodyPr wrap="none">
            <a:spAutoFit/>
          </a:bodyPr>
          <a:lstStyle/>
          <a:p>
            <a:endParaRPr lang="ko-KR" altLang="en-US" dirty="0"/>
          </a:p>
        </p:txBody>
      </p:sp>
      <p:sp>
        <p:nvSpPr>
          <p:cNvPr id="9" name="직사각형 8">
            <a:extLst>
              <a:ext uri="{FF2B5EF4-FFF2-40B4-BE49-F238E27FC236}">
                <a16:creationId xmlns:a16="http://schemas.microsoft.com/office/drawing/2014/main" id="{C7C7178E-B73C-405C-98AA-12B1241AB1A3}"/>
              </a:ext>
            </a:extLst>
          </p:cNvPr>
          <p:cNvSpPr/>
          <p:nvPr/>
        </p:nvSpPr>
        <p:spPr>
          <a:xfrm>
            <a:off x="328771" y="1139130"/>
            <a:ext cx="8412893" cy="969496"/>
          </a:xfrm>
          <a:prstGeom prst="rect">
            <a:avLst/>
          </a:prstGeom>
        </p:spPr>
        <p:txBody>
          <a:bodyPr wrap="square">
            <a:spAutoFit/>
          </a:bodyPr>
          <a:lstStyle/>
          <a:p>
            <a:pPr marL="284400" indent="-284400">
              <a:lnSpc>
                <a:spcPct val="150000"/>
              </a:lnSpc>
              <a:buFont typeface="Arial" panose="020B0604020202020204" pitchFamily="34" charset="0"/>
              <a:buChar char="•"/>
            </a:pPr>
            <a:endParaRPr lang="en-US" altLang="ko-KR" sz="2000" dirty="0">
              <a:solidFill>
                <a:srgbClr val="222222"/>
              </a:solidFill>
              <a:latin typeface="Arial Narrow" panose="020B0606020202030204" pitchFamily="34" charset="0"/>
            </a:endParaRPr>
          </a:p>
          <a:p>
            <a:pPr marL="742950" lvl="1" indent="-285750">
              <a:lnSpc>
                <a:spcPct val="150000"/>
              </a:lnSpc>
              <a:buFont typeface="Arial" panose="020B0604020202020204" pitchFamily="34" charset="0"/>
              <a:buChar char="•"/>
            </a:pPr>
            <a:endParaRPr lang="en-US" altLang="ko-KR" dirty="0">
              <a:solidFill>
                <a:srgbClr val="222222"/>
              </a:solidFill>
              <a:latin typeface="Arial Narrow" panose="020B0606020202030204" pitchFamily="34" charset="0"/>
            </a:endParaRPr>
          </a:p>
        </p:txBody>
      </p:sp>
      <mc:AlternateContent xmlns:mc="http://schemas.openxmlformats.org/markup-compatibility/2006" xmlns:a14="http://schemas.microsoft.com/office/drawing/2010/main">
        <mc:Choice Requires="a14">
          <p:graphicFrame>
            <p:nvGraphicFramePr>
              <p:cNvPr id="7" name="표 6"/>
              <p:cNvGraphicFramePr>
                <a:graphicFrameLocks noGrp="1"/>
              </p:cNvGraphicFramePr>
              <p:nvPr>
                <p:extLst>
                  <p:ext uri="{D42A27DB-BD31-4B8C-83A1-F6EECF244321}">
                    <p14:modId xmlns:p14="http://schemas.microsoft.com/office/powerpoint/2010/main" val="3988325240"/>
                  </p:ext>
                </p:extLst>
              </p:nvPr>
            </p:nvGraphicFramePr>
            <p:xfrm>
              <a:off x="930342" y="2531450"/>
              <a:ext cx="5853636" cy="4200276"/>
            </p:xfrm>
            <a:graphic>
              <a:graphicData uri="http://schemas.openxmlformats.org/drawingml/2006/table">
                <a:tbl>
                  <a:tblPr firstRow="1" bandRow="1">
                    <a:tableStyleId>{2D5ABB26-0587-4C30-8999-92F81FD0307C}</a:tableStyleId>
                  </a:tblPr>
                  <a:tblGrid>
                    <a:gridCol w="5853636">
                      <a:extLst>
                        <a:ext uri="{9D8B030D-6E8A-4147-A177-3AD203B41FA5}">
                          <a16:colId xmlns:a16="http://schemas.microsoft.com/office/drawing/2014/main" val="4069948701"/>
                        </a:ext>
                      </a:extLst>
                    </a:gridCol>
                  </a:tblGrid>
                  <a:tr h="641513">
                    <a:tc>
                      <a:txBody>
                        <a:bodyPr/>
                        <a:lstStyle/>
                        <a:p>
                          <a:pPr algn="l" latinLnBrk="1"/>
                          <a14:m>
                            <m:oMathPara xmlns:m="http://schemas.openxmlformats.org/officeDocument/2006/math">
                              <m:oMathParaPr>
                                <m:jc m:val="left"/>
                              </m:oMathParaPr>
                              <m:oMath xmlns:m="http://schemas.openxmlformats.org/officeDocument/2006/math">
                                <m:sSup>
                                  <m:sSupPr>
                                    <m:ctrlPr>
                                      <a:rPr lang="en-US" altLang="ko-KR" sz="1400" i="1" smtClean="0">
                                        <a:latin typeface="Cambria Math" panose="02040503050406030204" pitchFamily="18" charset="0"/>
                                      </a:rPr>
                                    </m:ctrlPr>
                                  </m:sSupPr>
                                  <m:e>
                                    <m:r>
                                      <a:rPr lang="en-US" altLang="ko-KR" sz="1400">
                                        <a:latin typeface="Cambria Math" panose="02040503050406030204" pitchFamily="18" charset="0"/>
                                      </a:rPr>
                                      <m:t>𝑓</m:t>
                                    </m:r>
                                  </m:e>
                                  <m:sup>
                                    <m:r>
                                      <a:rPr lang="en-US" altLang="ko-KR" sz="1400">
                                        <a:latin typeface="Cambria Math" panose="02040503050406030204" pitchFamily="18" charset="0"/>
                                      </a:rPr>
                                      <m:t>′</m:t>
                                    </m:r>
                                  </m:sup>
                                </m:sSup>
                                <m:d>
                                  <m:dPr>
                                    <m:ctrlPr>
                                      <a:rPr lang="en-US" altLang="ko-KR" sz="1400" i="1">
                                        <a:latin typeface="Cambria Math" panose="02040503050406030204" pitchFamily="18" charset="0"/>
                                      </a:rPr>
                                    </m:ctrlPr>
                                  </m:dPr>
                                  <m:e>
                                    <m:r>
                                      <a:rPr lang="en-US" altLang="ko-KR" sz="1400">
                                        <a:latin typeface="Cambria Math" panose="02040503050406030204" pitchFamily="18" charset="0"/>
                                      </a:rPr>
                                      <m:t>𝑥</m:t>
                                    </m:r>
                                  </m:e>
                                </m:d>
                                <m:r>
                                  <a:rPr lang="en-US" altLang="ko-KR" sz="1400">
                                    <a:latin typeface="Cambria Math" panose="02040503050406030204" pitchFamily="18" charset="0"/>
                                  </a:rPr>
                                  <m:t>=</m:t>
                                </m:r>
                                <m:func>
                                  <m:funcPr>
                                    <m:ctrlPr>
                                      <a:rPr lang="en-US" altLang="ko-KR" sz="1400" i="1" smtClean="0">
                                        <a:latin typeface="Cambria Math" panose="02040503050406030204" pitchFamily="18" charset="0"/>
                                      </a:rPr>
                                    </m:ctrlPr>
                                  </m:funcPr>
                                  <m:fName>
                                    <m:limLow>
                                      <m:limLowPr>
                                        <m:ctrlPr>
                                          <a:rPr lang="en-US" altLang="ko-KR" sz="1400" i="1" smtClean="0">
                                            <a:latin typeface="Cambria Math" panose="02040503050406030204" pitchFamily="18" charset="0"/>
                                          </a:rPr>
                                        </m:ctrlPr>
                                      </m:limLowPr>
                                      <m:e>
                                        <m:r>
                                          <a:rPr lang="en-US" altLang="ko-KR" sz="1400" smtClean="0">
                                            <a:latin typeface="Cambria Math" panose="02040503050406030204" pitchFamily="18" charset="0"/>
                                          </a:rPr>
                                          <m:t>𝑙𝑖𝑚</m:t>
                                        </m:r>
                                      </m:e>
                                      <m:lim>
                                        <m:r>
                                          <a:rPr lang="en-US" altLang="ko-KR" sz="1400" smtClean="0">
                                            <a:latin typeface="Cambria Math" panose="02040503050406030204" pitchFamily="18" charset="0"/>
                                          </a:rPr>
                                          <m:t>h</m:t>
                                        </m:r>
                                        <m:r>
                                          <a:rPr lang="en-US" altLang="ko-KR" sz="1400" smtClean="0">
                                            <a:latin typeface="Cambria Math" panose="02040503050406030204" pitchFamily="18" charset="0"/>
                                          </a:rPr>
                                          <m:t>→0</m:t>
                                        </m:r>
                                      </m:lim>
                                    </m:limLow>
                                  </m:fName>
                                  <m:e>
                                    <m:f>
                                      <m:fPr>
                                        <m:ctrlPr>
                                          <a:rPr lang="en-US" altLang="ko-KR" sz="1400" i="1" smtClean="0">
                                            <a:latin typeface="Cambria Math" panose="02040503050406030204" pitchFamily="18" charset="0"/>
                                          </a:rPr>
                                        </m:ctrlPr>
                                      </m:fPr>
                                      <m:num>
                                        <m:r>
                                          <a:rPr lang="en-US" altLang="ko-KR" sz="1400" smtClean="0">
                                            <a:latin typeface="Cambria Math" panose="02040503050406030204" pitchFamily="18" charset="0"/>
                                          </a:rPr>
                                          <m:t>𝑓</m:t>
                                        </m:r>
                                        <m:d>
                                          <m:dPr>
                                            <m:ctrlPr>
                                              <a:rPr lang="en-US" altLang="ko-KR" sz="1400" i="1" smtClean="0">
                                                <a:latin typeface="Cambria Math" panose="02040503050406030204" pitchFamily="18" charset="0"/>
                                              </a:rPr>
                                            </m:ctrlPr>
                                          </m:dPr>
                                          <m:e>
                                            <m:r>
                                              <a:rPr lang="en-US" altLang="ko-KR" sz="1400" smtClean="0">
                                                <a:latin typeface="Cambria Math" panose="02040503050406030204" pitchFamily="18" charset="0"/>
                                              </a:rPr>
                                              <m:t>𝑥</m:t>
                                            </m:r>
                                            <m:r>
                                              <a:rPr lang="en-US" altLang="ko-KR" sz="1400" smtClean="0">
                                                <a:latin typeface="Cambria Math" panose="02040503050406030204" pitchFamily="18" charset="0"/>
                                              </a:rPr>
                                              <m:t>+</m:t>
                                            </m:r>
                                            <m:r>
                                              <a:rPr lang="en-US" altLang="ko-KR" sz="1400" smtClean="0">
                                                <a:latin typeface="Cambria Math" panose="02040503050406030204" pitchFamily="18" charset="0"/>
                                              </a:rPr>
                                              <m:t>h</m:t>
                                            </m:r>
                                          </m:e>
                                        </m:d>
                                        <m:r>
                                          <a:rPr lang="en-US" altLang="ko-KR" sz="1400" smtClean="0">
                                            <a:latin typeface="Cambria Math" panose="02040503050406030204" pitchFamily="18" charset="0"/>
                                          </a:rPr>
                                          <m:t>−</m:t>
                                        </m:r>
                                        <m:r>
                                          <a:rPr lang="en-US" altLang="ko-KR" sz="1400" smtClean="0">
                                            <a:latin typeface="Cambria Math" panose="02040503050406030204" pitchFamily="18" charset="0"/>
                                          </a:rPr>
                                          <m:t>𝑓</m:t>
                                        </m:r>
                                        <m:r>
                                          <a:rPr lang="en-US" altLang="ko-KR" sz="1400" smtClean="0">
                                            <a:latin typeface="Cambria Math" panose="02040503050406030204" pitchFamily="18" charset="0"/>
                                          </a:rPr>
                                          <m:t>(</m:t>
                                        </m:r>
                                        <m:r>
                                          <a:rPr lang="en-US" altLang="ko-KR" sz="1400" smtClean="0">
                                            <a:latin typeface="Cambria Math" panose="02040503050406030204" pitchFamily="18" charset="0"/>
                                          </a:rPr>
                                          <m:t>𝑥</m:t>
                                        </m:r>
                                        <m:r>
                                          <a:rPr lang="en-US" altLang="ko-KR" sz="1400" smtClean="0">
                                            <a:latin typeface="Cambria Math" panose="02040503050406030204" pitchFamily="18" charset="0"/>
                                          </a:rPr>
                                          <m:t>)</m:t>
                                        </m:r>
                                      </m:num>
                                      <m:den>
                                        <m:r>
                                          <a:rPr lang="en-US" altLang="ko-KR" sz="1400" smtClean="0">
                                            <a:latin typeface="Cambria Math" panose="02040503050406030204" pitchFamily="18" charset="0"/>
                                          </a:rPr>
                                          <m:t>h</m:t>
                                        </m:r>
                                      </m:den>
                                    </m:f>
                                  </m:e>
                                </m:func>
                              </m:oMath>
                            </m:oMathPara>
                          </a14:m>
                          <a:endParaRPr lang="ko-KR" altLang="en-US" sz="1400" dirty="0"/>
                        </a:p>
                      </a:txBody>
                      <a:tcPr/>
                    </a:tc>
                    <a:extLst>
                      <a:ext uri="{0D108BD9-81ED-4DB2-BD59-A6C34878D82A}">
                        <a16:rowId xmlns:a16="http://schemas.microsoft.com/office/drawing/2014/main" val="1349850590"/>
                      </a:ext>
                    </a:extLst>
                  </a:tr>
                  <a:tr h="641513">
                    <a:tc>
                      <a:txBody>
                        <a:bodyPr/>
                        <a:lstStyle/>
                        <a:p>
                          <a:pPr algn="l" latinLnBrk="1"/>
                          <a14:m>
                            <m:oMathPara xmlns:m="http://schemas.openxmlformats.org/officeDocument/2006/math">
                              <m:oMathParaPr>
                                <m:jc m:val="left"/>
                              </m:oMathParaPr>
                              <m:oMath xmlns:m="http://schemas.openxmlformats.org/officeDocument/2006/math">
                                <m:r>
                                  <a:rPr lang="en-US" altLang="ko-KR" sz="1400" smtClean="0">
                                    <a:latin typeface="Cambria Math" panose="02040503050406030204" pitchFamily="18" charset="0"/>
                                  </a:rPr>
                                  <m:t>=</m:t>
                                </m:r>
                                <m:func>
                                  <m:funcPr>
                                    <m:ctrlPr>
                                      <a:rPr lang="en-US" altLang="ko-KR" sz="1400" i="1" smtClean="0">
                                        <a:latin typeface="Cambria Math" panose="02040503050406030204" pitchFamily="18" charset="0"/>
                                      </a:rPr>
                                    </m:ctrlPr>
                                  </m:funcPr>
                                  <m:fName>
                                    <m:limLow>
                                      <m:limLowPr>
                                        <m:ctrlPr>
                                          <a:rPr lang="en-US" altLang="ko-KR" sz="1400" i="1" smtClean="0">
                                            <a:latin typeface="Cambria Math" panose="02040503050406030204" pitchFamily="18" charset="0"/>
                                          </a:rPr>
                                        </m:ctrlPr>
                                      </m:limLowPr>
                                      <m:e>
                                        <m:r>
                                          <a:rPr lang="en-US" altLang="ko-KR" sz="1400" smtClean="0">
                                            <a:latin typeface="Cambria Math" panose="02040503050406030204" pitchFamily="18" charset="0"/>
                                          </a:rPr>
                                          <m:t>𝑙𝑖𝑚</m:t>
                                        </m:r>
                                      </m:e>
                                      <m:lim>
                                        <m:r>
                                          <a:rPr lang="en-US" altLang="ko-KR" sz="1400" smtClean="0">
                                            <a:latin typeface="Cambria Math" panose="02040503050406030204" pitchFamily="18" charset="0"/>
                                          </a:rPr>
                                          <m:t>h</m:t>
                                        </m:r>
                                        <m:r>
                                          <a:rPr lang="en-US" altLang="ko-KR" sz="1400" smtClean="0">
                                            <a:latin typeface="Cambria Math" panose="02040503050406030204" pitchFamily="18" charset="0"/>
                                          </a:rPr>
                                          <m:t>→0</m:t>
                                        </m:r>
                                      </m:lim>
                                    </m:limLow>
                                  </m:fName>
                                  <m:e>
                                    <m:f>
                                      <m:fPr>
                                        <m:ctrlPr>
                                          <a:rPr lang="en-US" altLang="ko-KR" sz="1400" i="1" smtClean="0">
                                            <a:latin typeface="Cambria Math" panose="02040503050406030204" pitchFamily="18" charset="0"/>
                                          </a:rPr>
                                        </m:ctrlPr>
                                      </m:fPr>
                                      <m:num>
                                        <m:sSup>
                                          <m:sSupPr>
                                            <m:ctrlPr>
                                              <a:rPr lang="en-US" altLang="ko-KR" sz="1400" i="1" smtClean="0">
                                                <a:latin typeface="Cambria Math" panose="02040503050406030204" pitchFamily="18" charset="0"/>
                                              </a:rPr>
                                            </m:ctrlPr>
                                          </m:sSupPr>
                                          <m:e>
                                            <m:d>
                                              <m:dPr>
                                                <m:ctrlPr>
                                                  <a:rPr lang="en-US" altLang="ko-KR" sz="1400" i="1" smtClean="0">
                                                    <a:latin typeface="Cambria Math" panose="02040503050406030204" pitchFamily="18" charset="0"/>
                                                  </a:rPr>
                                                </m:ctrlPr>
                                              </m:dPr>
                                              <m:e>
                                                <m:r>
                                                  <a:rPr lang="en-US" altLang="ko-KR" sz="1400" smtClean="0">
                                                    <a:latin typeface="Cambria Math" panose="02040503050406030204" pitchFamily="18" charset="0"/>
                                                  </a:rPr>
                                                  <m:t>𝑥</m:t>
                                                </m:r>
                                                <m:r>
                                                  <a:rPr lang="en-US" altLang="ko-KR" sz="1400" smtClean="0">
                                                    <a:latin typeface="Cambria Math" panose="02040503050406030204" pitchFamily="18" charset="0"/>
                                                  </a:rPr>
                                                  <m:t>+</m:t>
                                                </m:r>
                                                <m:r>
                                                  <a:rPr lang="en-US" altLang="ko-KR" sz="1400" smtClean="0">
                                                    <a:latin typeface="Cambria Math" panose="02040503050406030204" pitchFamily="18" charset="0"/>
                                                  </a:rPr>
                                                  <m:t>h</m:t>
                                                </m:r>
                                              </m:e>
                                            </m:d>
                                          </m:e>
                                          <m:sup>
                                            <m:r>
                                              <a:rPr lang="en-US" altLang="ko-KR" sz="1400" smtClean="0">
                                                <a:latin typeface="Cambria Math" panose="02040503050406030204" pitchFamily="18" charset="0"/>
                                              </a:rPr>
                                              <m:t>𝑛</m:t>
                                            </m:r>
                                          </m:sup>
                                        </m:sSup>
                                        <m:r>
                                          <a:rPr lang="en-US" altLang="ko-KR" sz="1400" smtClean="0">
                                            <a:latin typeface="Cambria Math" panose="02040503050406030204" pitchFamily="18" charset="0"/>
                                          </a:rPr>
                                          <m:t>−</m:t>
                                        </m:r>
                                        <m:sSup>
                                          <m:sSupPr>
                                            <m:ctrlPr>
                                              <a:rPr lang="en-US" altLang="ko-KR" sz="1400" i="1" smtClean="0">
                                                <a:latin typeface="Cambria Math" panose="02040503050406030204" pitchFamily="18" charset="0"/>
                                              </a:rPr>
                                            </m:ctrlPr>
                                          </m:sSupPr>
                                          <m:e>
                                            <m:r>
                                              <a:rPr lang="en-US" altLang="ko-KR" sz="1400" smtClean="0">
                                                <a:latin typeface="Cambria Math" panose="02040503050406030204" pitchFamily="18" charset="0"/>
                                              </a:rPr>
                                              <m:t>𝑥</m:t>
                                            </m:r>
                                          </m:e>
                                          <m:sup>
                                            <m:r>
                                              <a:rPr lang="en-US" altLang="ko-KR" sz="1400" smtClean="0">
                                                <a:latin typeface="Cambria Math" panose="02040503050406030204" pitchFamily="18" charset="0"/>
                                              </a:rPr>
                                              <m:t>𝑛</m:t>
                                            </m:r>
                                          </m:sup>
                                        </m:sSup>
                                      </m:num>
                                      <m:den>
                                        <m:r>
                                          <a:rPr lang="en-US" altLang="ko-KR" sz="1400" smtClean="0">
                                            <a:latin typeface="Cambria Math" panose="02040503050406030204" pitchFamily="18" charset="0"/>
                                          </a:rPr>
                                          <m:t>h</m:t>
                                        </m:r>
                                      </m:den>
                                    </m:f>
                                  </m:e>
                                </m:func>
                              </m:oMath>
                            </m:oMathPara>
                          </a14:m>
                          <a:endParaRPr lang="ko-KR" altLang="en-US" sz="1400" dirty="0"/>
                        </a:p>
                      </a:txBody>
                      <a:tcPr/>
                    </a:tc>
                    <a:extLst>
                      <a:ext uri="{0D108BD9-81ED-4DB2-BD59-A6C34878D82A}">
                        <a16:rowId xmlns:a16="http://schemas.microsoft.com/office/drawing/2014/main" val="450883624"/>
                      </a:ext>
                    </a:extLst>
                  </a:tr>
                  <a:tr h="72035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altLang="ko-KR" sz="1400" smtClean="0">
                                    <a:latin typeface="Cambria Math" panose="02040503050406030204" pitchFamily="18" charset="0"/>
                                  </a:rPr>
                                  <m:t>=</m:t>
                                </m:r>
                                <m:func>
                                  <m:funcPr>
                                    <m:ctrlPr>
                                      <a:rPr lang="en-US" altLang="ko-KR" sz="1400" i="1" smtClean="0">
                                        <a:latin typeface="Cambria Math" panose="02040503050406030204" pitchFamily="18" charset="0"/>
                                      </a:rPr>
                                    </m:ctrlPr>
                                  </m:funcPr>
                                  <m:fName>
                                    <m:limLow>
                                      <m:limLowPr>
                                        <m:ctrlPr>
                                          <a:rPr lang="en-US" altLang="ko-KR" sz="1400" i="1" smtClean="0">
                                            <a:latin typeface="Cambria Math" panose="02040503050406030204" pitchFamily="18" charset="0"/>
                                          </a:rPr>
                                        </m:ctrlPr>
                                      </m:limLowPr>
                                      <m:e>
                                        <m:r>
                                          <a:rPr lang="en-US" altLang="ko-KR" sz="1400" smtClean="0">
                                            <a:latin typeface="Cambria Math" panose="02040503050406030204" pitchFamily="18" charset="0"/>
                                          </a:rPr>
                                          <m:t>𝑙𝑖𝑚</m:t>
                                        </m:r>
                                      </m:e>
                                      <m:lim>
                                        <m:r>
                                          <a:rPr lang="en-US" altLang="ko-KR" sz="1400" smtClean="0">
                                            <a:latin typeface="Cambria Math" panose="02040503050406030204" pitchFamily="18" charset="0"/>
                                          </a:rPr>
                                          <m:t>h</m:t>
                                        </m:r>
                                        <m:r>
                                          <a:rPr lang="en-US" altLang="ko-KR" sz="1400" smtClean="0">
                                            <a:latin typeface="Cambria Math" panose="02040503050406030204" pitchFamily="18" charset="0"/>
                                          </a:rPr>
                                          <m:t>→0</m:t>
                                        </m:r>
                                      </m:lim>
                                    </m:limLow>
                                  </m:fName>
                                  <m:e>
                                    <m:f>
                                      <m:fPr>
                                        <m:ctrlPr>
                                          <a:rPr lang="en-US" altLang="ko-KR" sz="1400" i="1" smtClean="0">
                                            <a:latin typeface="Cambria Math" panose="02040503050406030204" pitchFamily="18" charset="0"/>
                                          </a:rPr>
                                        </m:ctrlPr>
                                      </m:fPr>
                                      <m:num>
                                        <m:d>
                                          <m:dPr>
                                            <m:ctrlPr>
                                              <a:rPr lang="en-US" altLang="ko-KR" sz="1400" i="1" smtClean="0">
                                                <a:latin typeface="Cambria Math" panose="02040503050406030204" pitchFamily="18" charset="0"/>
                                              </a:rPr>
                                            </m:ctrlPr>
                                          </m:dPr>
                                          <m:e>
                                            <m:r>
                                              <a:rPr lang="en-US" altLang="ko-KR" sz="1400" smtClean="0">
                                                <a:latin typeface="Cambria Math" panose="02040503050406030204" pitchFamily="18" charset="0"/>
                                              </a:rPr>
                                              <m:t>𝑥</m:t>
                                            </m:r>
                                            <m:r>
                                              <a:rPr lang="en-US" altLang="ko-KR" sz="1400" smtClean="0">
                                                <a:latin typeface="Cambria Math" panose="02040503050406030204" pitchFamily="18" charset="0"/>
                                              </a:rPr>
                                              <m:t>+</m:t>
                                            </m:r>
                                            <m:r>
                                              <a:rPr lang="en-US" altLang="ko-KR" sz="1400" smtClean="0">
                                                <a:latin typeface="Cambria Math" panose="02040503050406030204" pitchFamily="18" charset="0"/>
                                              </a:rPr>
                                              <m:t>h</m:t>
                                            </m:r>
                                            <m:r>
                                              <a:rPr lang="en-US" altLang="ko-KR" sz="1400" smtClean="0">
                                                <a:latin typeface="Cambria Math" panose="02040503050406030204" pitchFamily="18" charset="0"/>
                                              </a:rPr>
                                              <m:t>−</m:t>
                                            </m:r>
                                            <m:r>
                                              <a:rPr lang="en-US" altLang="ko-KR" sz="1400" smtClean="0">
                                                <a:latin typeface="Cambria Math" panose="02040503050406030204" pitchFamily="18" charset="0"/>
                                              </a:rPr>
                                              <m:t>𝑥</m:t>
                                            </m:r>
                                          </m:e>
                                        </m:d>
                                        <m:d>
                                          <m:dPr>
                                            <m:ctrlPr>
                                              <a:rPr lang="en-US" altLang="ko-KR" sz="1400" i="1" smtClean="0">
                                                <a:latin typeface="Cambria Math" panose="02040503050406030204" pitchFamily="18" charset="0"/>
                                              </a:rPr>
                                            </m:ctrlPr>
                                          </m:dPr>
                                          <m:e>
                                            <m:sSup>
                                              <m:sSupPr>
                                                <m:ctrlPr>
                                                  <a:rPr lang="en-US" altLang="ko-KR" sz="1400" i="1" smtClean="0">
                                                    <a:latin typeface="Cambria Math" panose="02040503050406030204" pitchFamily="18" charset="0"/>
                                                  </a:rPr>
                                                </m:ctrlPr>
                                              </m:sSupPr>
                                              <m:e>
                                                <m:d>
                                                  <m:dPr>
                                                    <m:ctrlPr>
                                                      <a:rPr lang="en-US" altLang="ko-KR" sz="1400" i="1" smtClean="0">
                                                        <a:latin typeface="Cambria Math" panose="02040503050406030204" pitchFamily="18" charset="0"/>
                                                      </a:rPr>
                                                    </m:ctrlPr>
                                                  </m:dPr>
                                                  <m:e>
                                                    <m:r>
                                                      <a:rPr lang="en-US" altLang="ko-KR" sz="1400" smtClean="0">
                                                        <a:latin typeface="Cambria Math" panose="02040503050406030204" pitchFamily="18" charset="0"/>
                                                      </a:rPr>
                                                      <m:t>𝑥</m:t>
                                                    </m:r>
                                                    <m:r>
                                                      <a:rPr lang="en-US" altLang="ko-KR" sz="1400" smtClean="0">
                                                        <a:latin typeface="Cambria Math" panose="02040503050406030204" pitchFamily="18" charset="0"/>
                                                      </a:rPr>
                                                      <m:t>+</m:t>
                                                    </m:r>
                                                    <m:r>
                                                      <a:rPr lang="en-US" altLang="ko-KR" sz="1400" smtClean="0">
                                                        <a:latin typeface="Cambria Math" panose="02040503050406030204" pitchFamily="18" charset="0"/>
                                                      </a:rPr>
                                                      <m:t>h</m:t>
                                                    </m:r>
                                                  </m:e>
                                                </m:d>
                                              </m:e>
                                              <m:sup>
                                                <m:r>
                                                  <a:rPr lang="en-US" altLang="ko-KR" sz="1400" smtClean="0">
                                                    <a:latin typeface="Cambria Math" panose="02040503050406030204" pitchFamily="18" charset="0"/>
                                                  </a:rPr>
                                                  <m:t>𝑛</m:t>
                                                </m:r>
                                                <m:r>
                                                  <a:rPr lang="en-US" altLang="ko-KR" sz="1400" smtClean="0">
                                                    <a:latin typeface="Cambria Math" panose="02040503050406030204" pitchFamily="18" charset="0"/>
                                                  </a:rPr>
                                                  <m:t>−1</m:t>
                                                </m:r>
                                              </m:sup>
                                            </m:sSup>
                                            <m:sSup>
                                              <m:sSupPr>
                                                <m:ctrlPr>
                                                  <a:rPr lang="en-US" altLang="ko-KR" sz="1400" i="1" smtClean="0">
                                                    <a:latin typeface="Cambria Math" panose="02040503050406030204" pitchFamily="18" charset="0"/>
                                                  </a:rPr>
                                                </m:ctrlPr>
                                              </m:sSupPr>
                                              <m:e>
                                                <m:r>
                                                  <a:rPr lang="en-US" altLang="ko-KR" sz="1400" smtClean="0">
                                                    <a:latin typeface="Cambria Math" panose="02040503050406030204" pitchFamily="18" charset="0"/>
                                                  </a:rPr>
                                                  <m:t>𝑥</m:t>
                                                </m:r>
                                              </m:e>
                                              <m:sup>
                                                <m:r>
                                                  <a:rPr lang="en-US" altLang="ko-KR" sz="1400" smtClean="0">
                                                    <a:latin typeface="Cambria Math" panose="02040503050406030204" pitchFamily="18" charset="0"/>
                                                  </a:rPr>
                                                  <m:t>0</m:t>
                                                </m:r>
                                              </m:sup>
                                            </m:sSup>
                                            <m:r>
                                              <a:rPr lang="en-US" altLang="ko-KR" sz="1400" smtClean="0">
                                                <a:latin typeface="Cambria Math" panose="02040503050406030204" pitchFamily="18" charset="0"/>
                                              </a:rPr>
                                              <m:t>+</m:t>
                                            </m:r>
                                            <m:sSup>
                                              <m:sSupPr>
                                                <m:ctrlPr>
                                                  <a:rPr lang="en-US" altLang="ko-KR" sz="1400" i="1" smtClean="0">
                                                    <a:latin typeface="Cambria Math" panose="02040503050406030204" pitchFamily="18" charset="0"/>
                                                  </a:rPr>
                                                </m:ctrlPr>
                                              </m:sSupPr>
                                              <m:e>
                                                <m:d>
                                                  <m:dPr>
                                                    <m:ctrlPr>
                                                      <a:rPr lang="en-US" altLang="ko-KR" sz="1400" i="1" smtClean="0">
                                                        <a:latin typeface="Cambria Math" panose="02040503050406030204" pitchFamily="18" charset="0"/>
                                                      </a:rPr>
                                                    </m:ctrlPr>
                                                  </m:dPr>
                                                  <m:e>
                                                    <m:r>
                                                      <a:rPr lang="en-US" altLang="ko-KR" sz="1400" smtClean="0">
                                                        <a:latin typeface="Cambria Math" panose="02040503050406030204" pitchFamily="18" charset="0"/>
                                                      </a:rPr>
                                                      <m:t>𝑥</m:t>
                                                    </m:r>
                                                    <m:r>
                                                      <a:rPr lang="en-US" altLang="ko-KR" sz="1400" smtClean="0">
                                                        <a:latin typeface="Cambria Math" panose="02040503050406030204" pitchFamily="18" charset="0"/>
                                                      </a:rPr>
                                                      <m:t>+</m:t>
                                                    </m:r>
                                                    <m:r>
                                                      <a:rPr lang="en-US" altLang="ko-KR" sz="1400" smtClean="0">
                                                        <a:latin typeface="Cambria Math" panose="02040503050406030204" pitchFamily="18" charset="0"/>
                                                      </a:rPr>
                                                      <m:t>h</m:t>
                                                    </m:r>
                                                  </m:e>
                                                </m:d>
                                              </m:e>
                                              <m:sup>
                                                <m:r>
                                                  <a:rPr lang="en-US" altLang="ko-KR" sz="1400" smtClean="0">
                                                    <a:latin typeface="Cambria Math" panose="02040503050406030204" pitchFamily="18" charset="0"/>
                                                  </a:rPr>
                                                  <m:t>𝑛</m:t>
                                                </m:r>
                                                <m:r>
                                                  <a:rPr lang="en-US" altLang="ko-KR" sz="1400" smtClean="0">
                                                    <a:latin typeface="Cambria Math" panose="02040503050406030204" pitchFamily="18" charset="0"/>
                                                  </a:rPr>
                                                  <m:t>−2</m:t>
                                                </m:r>
                                              </m:sup>
                                            </m:sSup>
                                            <m:sSup>
                                              <m:sSupPr>
                                                <m:ctrlPr>
                                                  <a:rPr lang="en-US" altLang="ko-KR" sz="1400" i="1" smtClean="0">
                                                    <a:latin typeface="Cambria Math" panose="02040503050406030204" pitchFamily="18" charset="0"/>
                                                  </a:rPr>
                                                </m:ctrlPr>
                                              </m:sSupPr>
                                              <m:e>
                                                <m:r>
                                                  <a:rPr lang="en-US" altLang="ko-KR" sz="1400" smtClean="0">
                                                    <a:latin typeface="Cambria Math" panose="02040503050406030204" pitchFamily="18" charset="0"/>
                                                  </a:rPr>
                                                  <m:t>𝑥</m:t>
                                                </m:r>
                                              </m:e>
                                              <m:sup>
                                                <m:r>
                                                  <a:rPr lang="en-US" altLang="ko-KR" sz="1400" smtClean="0">
                                                    <a:latin typeface="Cambria Math" panose="02040503050406030204" pitchFamily="18" charset="0"/>
                                                  </a:rPr>
                                                  <m:t>1</m:t>
                                                </m:r>
                                              </m:sup>
                                            </m:sSup>
                                            <m:r>
                                              <a:rPr lang="en-US" altLang="ko-KR" sz="1400" smtClean="0">
                                                <a:latin typeface="Cambria Math" panose="02040503050406030204" pitchFamily="18" charset="0"/>
                                              </a:rPr>
                                              <m:t>+…+</m:t>
                                            </m:r>
                                            <m:sSup>
                                              <m:sSupPr>
                                                <m:ctrlPr>
                                                  <a:rPr lang="en-US" altLang="ko-KR" sz="1400" i="1" smtClean="0">
                                                    <a:latin typeface="Cambria Math" panose="02040503050406030204" pitchFamily="18" charset="0"/>
                                                  </a:rPr>
                                                </m:ctrlPr>
                                              </m:sSupPr>
                                              <m:e>
                                                <m:d>
                                                  <m:dPr>
                                                    <m:ctrlPr>
                                                      <a:rPr lang="en-US" altLang="ko-KR" sz="1400" i="1" smtClean="0">
                                                        <a:latin typeface="Cambria Math" panose="02040503050406030204" pitchFamily="18" charset="0"/>
                                                      </a:rPr>
                                                    </m:ctrlPr>
                                                  </m:dPr>
                                                  <m:e>
                                                    <m:r>
                                                      <a:rPr lang="en-US" altLang="ko-KR" sz="1400" smtClean="0">
                                                        <a:latin typeface="Cambria Math" panose="02040503050406030204" pitchFamily="18" charset="0"/>
                                                      </a:rPr>
                                                      <m:t>𝑥</m:t>
                                                    </m:r>
                                                    <m:r>
                                                      <a:rPr lang="en-US" altLang="ko-KR" sz="1400" smtClean="0">
                                                        <a:latin typeface="Cambria Math" panose="02040503050406030204" pitchFamily="18" charset="0"/>
                                                      </a:rPr>
                                                      <m:t>+</m:t>
                                                    </m:r>
                                                    <m:r>
                                                      <a:rPr lang="en-US" altLang="ko-KR" sz="1400" smtClean="0">
                                                        <a:latin typeface="Cambria Math" panose="02040503050406030204" pitchFamily="18" charset="0"/>
                                                      </a:rPr>
                                                      <m:t>h</m:t>
                                                    </m:r>
                                                  </m:e>
                                                </m:d>
                                              </m:e>
                                              <m:sup>
                                                <m:r>
                                                  <a:rPr lang="en-US" altLang="ko-KR" sz="1400" smtClean="0">
                                                    <a:latin typeface="Cambria Math" panose="02040503050406030204" pitchFamily="18" charset="0"/>
                                                  </a:rPr>
                                                  <m:t>0</m:t>
                                                </m:r>
                                              </m:sup>
                                            </m:sSup>
                                            <m:sSup>
                                              <m:sSupPr>
                                                <m:ctrlPr>
                                                  <a:rPr lang="en-US" altLang="ko-KR" sz="1400" i="1" smtClean="0">
                                                    <a:latin typeface="Cambria Math" panose="02040503050406030204" pitchFamily="18" charset="0"/>
                                                  </a:rPr>
                                                </m:ctrlPr>
                                              </m:sSupPr>
                                              <m:e>
                                                <m:r>
                                                  <a:rPr lang="en-US" altLang="ko-KR" sz="1400" smtClean="0">
                                                    <a:latin typeface="Cambria Math" panose="02040503050406030204" pitchFamily="18" charset="0"/>
                                                  </a:rPr>
                                                  <m:t>𝑥</m:t>
                                                </m:r>
                                              </m:e>
                                              <m:sup>
                                                <m:r>
                                                  <a:rPr lang="en-US" altLang="ko-KR" sz="1400" smtClean="0">
                                                    <a:latin typeface="Cambria Math" panose="02040503050406030204" pitchFamily="18" charset="0"/>
                                                  </a:rPr>
                                                  <m:t>𝑛</m:t>
                                                </m:r>
                                                <m:r>
                                                  <a:rPr lang="en-US" altLang="ko-KR" sz="1400" smtClean="0">
                                                    <a:latin typeface="Cambria Math" panose="02040503050406030204" pitchFamily="18" charset="0"/>
                                                  </a:rPr>
                                                  <m:t>−1</m:t>
                                                </m:r>
                                              </m:sup>
                                            </m:sSup>
                                          </m:e>
                                        </m:d>
                                      </m:num>
                                      <m:den>
                                        <m:r>
                                          <a:rPr lang="en-US" altLang="ko-KR" sz="1400" smtClean="0">
                                            <a:latin typeface="Cambria Math" panose="02040503050406030204" pitchFamily="18" charset="0"/>
                                          </a:rPr>
                                          <m:t>h</m:t>
                                        </m:r>
                                      </m:den>
                                    </m:f>
                                  </m:e>
                                </m:func>
                              </m:oMath>
                            </m:oMathPara>
                          </a14:m>
                          <a:endParaRPr lang="ko-KR" altLang="en-US" sz="1400" dirty="0"/>
                        </a:p>
                      </a:txBody>
                      <a:tcPr/>
                    </a:tc>
                    <a:extLst>
                      <a:ext uri="{0D108BD9-81ED-4DB2-BD59-A6C34878D82A}">
                        <a16:rowId xmlns:a16="http://schemas.microsoft.com/office/drawing/2014/main" val="549591821"/>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tc>
                    <a:extLst>
                      <a:ext uri="{0D108BD9-81ED-4DB2-BD59-A6C34878D82A}">
                        <a16:rowId xmlns:a16="http://schemas.microsoft.com/office/drawing/2014/main" val="2571924127"/>
                      </a:ext>
                    </a:extLst>
                  </a:tr>
                  <a:tr h="549223">
                    <a:tc>
                      <a:txBody>
                        <a:bodyPr/>
                        <a:lstStyle/>
                        <a:p>
                          <a:pPr algn="l" latinLnBrk="1"/>
                          <a:endParaRPr lang="ko-KR" altLang="en-US" sz="1400" dirty="0"/>
                        </a:p>
                      </a:txBody>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tc>
                    <a:extLst>
                      <a:ext uri="{0D108BD9-81ED-4DB2-BD59-A6C34878D82A}">
                        <a16:rowId xmlns:a16="http://schemas.microsoft.com/office/drawing/2014/main" val="2333410646"/>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tc>
                    <a:extLst>
                      <a:ext uri="{0D108BD9-81ED-4DB2-BD59-A6C34878D82A}">
                        <a16:rowId xmlns:a16="http://schemas.microsoft.com/office/drawing/2014/main" val="3053326746"/>
                      </a:ext>
                    </a:extLst>
                  </a:tr>
                </a:tbl>
              </a:graphicData>
            </a:graphic>
          </p:graphicFrame>
        </mc:Choice>
        <mc:Fallback xmlns="">
          <p:graphicFrame>
            <p:nvGraphicFramePr>
              <p:cNvPr id="7" name="표 6"/>
              <p:cNvGraphicFramePr>
                <a:graphicFrameLocks noGrp="1"/>
              </p:cNvGraphicFramePr>
              <p:nvPr>
                <p:extLst>
                  <p:ext uri="{D42A27DB-BD31-4B8C-83A1-F6EECF244321}">
                    <p14:modId xmlns:p14="http://schemas.microsoft.com/office/powerpoint/2010/main" val="3988325240"/>
                  </p:ext>
                </p:extLst>
              </p:nvPr>
            </p:nvGraphicFramePr>
            <p:xfrm>
              <a:off x="930342" y="2531450"/>
              <a:ext cx="5853636" cy="4200276"/>
            </p:xfrm>
            <a:graphic>
              <a:graphicData uri="http://schemas.openxmlformats.org/drawingml/2006/table">
                <a:tbl>
                  <a:tblPr firstRow="1" bandRow="1">
                    <a:tableStyleId>{2D5ABB26-0587-4C30-8999-92F81FD0307C}</a:tableStyleId>
                  </a:tblPr>
                  <a:tblGrid>
                    <a:gridCol w="5853636">
                      <a:extLst>
                        <a:ext uri="{9D8B030D-6E8A-4147-A177-3AD203B41FA5}">
                          <a16:colId xmlns:a16="http://schemas.microsoft.com/office/drawing/2014/main" val="4069948701"/>
                        </a:ext>
                      </a:extLst>
                    </a:gridCol>
                  </a:tblGrid>
                  <a:tr h="641513">
                    <a:tc>
                      <a:txBody>
                        <a:bodyPr/>
                        <a:lstStyle/>
                        <a:p>
                          <a:endParaRPr lang="ko-KR"/>
                        </a:p>
                      </a:txBody>
                      <a:tcPr>
                        <a:blipFill>
                          <a:blip r:embed="rId3"/>
                          <a:stretch>
                            <a:fillRect b="-557143"/>
                          </a:stretch>
                        </a:blipFill>
                      </a:tcPr>
                    </a:tc>
                    <a:extLst>
                      <a:ext uri="{0D108BD9-81ED-4DB2-BD59-A6C34878D82A}">
                        <a16:rowId xmlns:a16="http://schemas.microsoft.com/office/drawing/2014/main" val="1349850590"/>
                      </a:ext>
                    </a:extLst>
                  </a:tr>
                  <a:tr h="641513">
                    <a:tc>
                      <a:txBody>
                        <a:bodyPr/>
                        <a:lstStyle/>
                        <a:p>
                          <a:endParaRPr lang="ko-KR"/>
                        </a:p>
                      </a:txBody>
                      <a:tcPr>
                        <a:blipFill>
                          <a:blip r:embed="rId3"/>
                          <a:stretch>
                            <a:fillRect t="-99057" b="-451887"/>
                          </a:stretch>
                        </a:blipFill>
                      </a:tcPr>
                    </a:tc>
                    <a:extLst>
                      <a:ext uri="{0D108BD9-81ED-4DB2-BD59-A6C34878D82A}">
                        <a16:rowId xmlns:a16="http://schemas.microsoft.com/office/drawing/2014/main" val="450883624"/>
                      </a:ext>
                    </a:extLst>
                  </a:tr>
                  <a:tr h="720358">
                    <a:tc>
                      <a:txBody>
                        <a:bodyPr/>
                        <a:lstStyle/>
                        <a:p>
                          <a:endParaRPr lang="ko-KR"/>
                        </a:p>
                      </a:txBody>
                      <a:tcPr>
                        <a:blipFill>
                          <a:blip r:embed="rId3"/>
                          <a:stretch>
                            <a:fillRect t="-178814" b="-305932"/>
                          </a:stretch>
                        </a:blipFill>
                      </a:tcPr>
                    </a:tc>
                    <a:extLst>
                      <a:ext uri="{0D108BD9-81ED-4DB2-BD59-A6C34878D82A}">
                        <a16:rowId xmlns:a16="http://schemas.microsoft.com/office/drawing/2014/main" val="549591821"/>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tc>
                    <a:extLst>
                      <a:ext uri="{0D108BD9-81ED-4DB2-BD59-A6C34878D82A}">
                        <a16:rowId xmlns:a16="http://schemas.microsoft.com/office/drawing/2014/main" val="2571924127"/>
                      </a:ext>
                    </a:extLst>
                  </a:tr>
                  <a:tr h="549223">
                    <a:tc>
                      <a:txBody>
                        <a:bodyPr/>
                        <a:lstStyle/>
                        <a:p>
                          <a:pPr algn="l" latinLnBrk="1"/>
                          <a:endParaRPr lang="ko-KR" altLang="en-US" sz="1400" dirty="0"/>
                        </a:p>
                      </a:txBody>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tc>
                    <a:extLst>
                      <a:ext uri="{0D108BD9-81ED-4DB2-BD59-A6C34878D82A}">
                        <a16:rowId xmlns:a16="http://schemas.microsoft.com/office/drawing/2014/main" val="2333410646"/>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tc>
                    <a:extLst>
                      <a:ext uri="{0D108BD9-81ED-4DB2-BD59-A6C34878D82A}">
                        <a16:rowId xmlns:a16="http://schemas.microsoft.com/office/drawing/2014/main" val="3053326746"/>
                      </a:ext>
                    </a:extLst>
                  </a:tr>
                </a:tbl>
              </a:graphicData>
            </a:graphic>
          </p:graphicFrame>
        </mc:Fallback>
      </mc:AlternateContent>
      <mc:AlternateContent xmlns:mc="http://schemas.openxmlformats.org/markup-compatibility/2006" xmlns:a14="http://schemas.microsoft.com/office/drawing/2010/main">
        <mc:Choice Requires="a14">
          <p:sp>
            <p:nvSpPr>
              <p:cNvPr id="11" name="직사각형 10"/>
              <p:cNvSpPr/>
              <p:nvPr/>
            </p:nvSpPr>
            <p:spPr>
              <a:xfrm>
                <a:off x="4181593" y="2943860"/>
                <a:ext cx="4704558" cy="276999"/>
              </a:xfrm>
              <a:prstGeom prst="rect">
                <a:avLst/>
              </a:prstGeom>
            </p:spPr>
            <p:txBody>
              <a:bodyPr wrap="none">
                <a:spAutoFit/>
              </a:bodyPr>
              <a:lstStyle/>
              <a:p>
                <a14:m>
                  <m:oMath xmlns:m="http://schemas.openxmlformats.org/officeDocument/2006/math">
                    <m:r>
                      <m:rPr>
                        <m:nor/>
                      </m:rPr>
                      <a:rPr lang="en-US" altLang="ko-KR" sz="1200" dirty="0" smtClean="0">
                        <a:latin typeface="Arial Narrow" panose="020B0606020202030204" pitchFamily="34" charset="0"/>
                      </a:rPr>
                      <m:t>By</m:t>
                    </m:r>
                    <m:r>
                      <m:rPr>
                        <m:nor/>
                      </m:rPr>
                      <a:rPr lang="en-US" altLang="ko-KR" sz="1200" dirty="0" smtClean="0">
                        <a:latin typeface="Arial Narrow" panose="020B0606020202030204" pitchFamily="34" charset="0"/>
                      </a:rPr>
                      <m:t> </m:t>
                    </m:r>
                    <m:r>
                      <m:rPr>
                        <m:nor/>
                      </m:rPr>
                      <a:rPr lang="en-US" altLang="ko-KR" sz="1200" dirty="0" smtClean="0">
                        <a:latin typeface="Arial Narrow" panose="020B0606020202030204" pitchFamily="34" charset="0"/>
                      </a:rPr>
                      <m:t>factorization</m:t>
                    </m:r>
                    <m:r>
                      <m:rPr>
                        <m:nor/>
                      </m:rPr>
                      <a:rPr lang="en-US" altLang="ko-KR" sz="1200" dirty="0" smtClean="0">
                        <a:latin typeface="Arial Narrow" panose="020B0606020202030204" pitchFamily="34" charset="0"/>
                      </a:rPr>
                      <m:t> </m:t>
                    </m:r>
                    <m:r>
                      <m:rPr>
                        <m:nor/>
                      </m:rPr>
                      <a:rPr lang="en-US" altLang="ko-KR" sz="1200" dirty="0" smtClean="0">
                        <a:latin typeface="Arial Narrow" panose="020B0606020202030204" pitchFamily="34" charset="0"/>
                      </a:rPr>
                      <m:t>of</m:t>
                    </m:r>
                    <m:r>
                      <a:rPr lang="en-US" altLang="ko-KR" sz="1200" b="0" i="1" dirty="0" smtClean="0">
                        <a:latin typeface="Cambria Math" panose="02040503050406030204" pitchFamily="18" charset="0"/>
                      </a:rPr>
                      <m:t> </m:t>
                    </m:r>
                    <m:sSup>
                      <m:sSupPr>
                        <m:ctrlPr>
                          <a:rPr lang="en-US" altLang="ko-KR" sz="1200" i="1" smtClean="0">
                            <a:latin typeface="Cambria Math" panose="02040503050406030204" pitchFamily="18" charset="0"/>
                          </a:rPr>
                        </m:ctrlPr>
                      </m:sSupPr>
                      <m:e>
                        <m:r>
                          <a:rPr lang="en-US" altLang="ko-KR" sz="1200" b="0" i="1" smtClean="0">
                            <a:latin typeface="Cambria Math" panose="02040503050406030204" pitchFamily="18" charset="0"/>
                          </a:rPr>
                          <m:t>𝑎</m:t>
                        </m:r>
                      </m:e>
                      <m:sup>
                        <m:r>
                          <a:rPr lang="en-US" altLang="ko-KR" sz="1200" b="0" i="1" smtClean="0">
                            <a:latin typeface="Cambria Math" panose="02040503050406030204" pitchFamily="18" charset="0"/>
                          </a:rPr>
                          <m:t>𝑛</m:t>
                        </m:r>
                      </m:sup>
                    </m:sSup>
                    <m:r>
                      <a:rPr lang="en-US" altLang="ko-KR" sz="1200" b="0" i="1" smtClean="0">
                        <a:latin typeface="Cambria Math" panose="02040503050406030204" pitchFamily="18" charset="0"/>
                      </a:rPr>
                      <m:t>−</m:t>
                    </m:r>
                    <m:sSup>
                      <m:sSupPr>
                        <m:ctrlPr>
                          <a:rPr lang="en-US" altLang="ko-KR" sz="1200" i="1" smtClean="0">
                            <a:latin typeface="Cambria Math" panose="02040503050406030204" pitchFamily="18" charset="0"/>
                          </a:rPr>
                        </m:ctrlPr>
                      </m:sSupPr>
                      <m:e>
                        <m:r>
                          <a:rPr lang="en-US" altLang="ko-KR" sz="1200" b="0" i="1" smtClean="0">
                            <a:latin typeface="Cambria Math" panose="02040503050406030204" pitchFamily="18" charset="0"/>
                          </a:rPr>
                          <m:t>𝑏</m:t>
                        </m:r>
                      </m:e>
                      <m:sup>
                        <m:r>
                          <a:rPr lang="en-US" altLang="ko-KR" sz="1200" b="0" i="1" smtClean="0">
                            <a:latin typeface="Cambria Math" panose="02040503050406030204" pitchFamily="18" charset="0"/>
                          </a:rPr>
                          <m:t>𝑛</m:t>
                        </m:r>
                      </m:sup>
                    </m:sSup>
                    <m:r>
                      <a:rPr lang="en-US" altLang="ko-KR" sz="1200" b="0" i="1" smtClean="0">
                        <a:latin typeface="Cambria Math" panose="02040503050406030204" pitchFamily="18" charset="0"/>
                      </a:rPr>
                      <m:t>=</m:t>
                    </m:r>
                    <m:d>
                      <m:dPr>
                        <m:ctrlPr>
                          <a:rPr lang="en-US" altLang="ko-KR" sz="1200" b="0" i="1" smtClean="0">
                            <a:latin typeface="Cambria Math" panose="02040503050406030204" pitchFamily="18" charset="0"/>
                          </a:rPr>
                        </m:ctrlPr>
                      </m:dPr>
                      <m:e>
                        <m:r>
                          <a:rPr lang="en-US" altLang="ko-KR" sz="1200" b="0" i="1" smtClean="0">
                            <a:latin typeface="Cambria Math" panose="02040503050406030204" pitchFamily="18" charset="0"/>
                          </a:rPr>
                          <m:t>𝑎</m:t>
                        </m:r>
                        <m:r>
                          <a:rPr lang="en-US" altLang="ko-KR" sz="1200" b="0" i="1" smtClean="0">
                            <a:latin typeface="Cambria Math" panose="02040503050406030204" pitchFamily="18" charset="0"/>
                          </a:rPr>
                          <m:t>−</m:t>
                        </m:r>
                        <m:r>
                          <a:rPr lang="en-US" altLang="ko-KR" sz="1200" b="0" i="1" smtClean="0">
                            <a:latin typeface="Cambria Math" panose="02040503050406030204" pitchFamily="18" charset="0"/>
                          </a:rPr>
                          <m:t>𝑏</m:t>
                        </m:r>
                      </m:e>
                    </m:d>
                    <m:d>
                      <m:dPr>
                        <m:ctrlPr>
                          <a:rPr lang="en-US" altLang="ko-KR" sz="1200" b="0" i="1" smtClean="0">
                            <a:latin typeface="Cambria Math" panose="02040503050406030204" pitchFamily="18" charset="0"/>
                          </a:rPr>
                        </m:ctrlPr>
                      </m:dPr>
                      <m:e>
                        <m:sSup>
                          <m:sSupPr>
                            <m:ctrlPr>
                              <a:rPr lang="en-US" altLang="ko-KR" sz="1200" b="0" i="1" smtClean="0">
                                <a:latin typeface="Cambria Math" panose="02040503050406030204" pitchFamily="18" charset="0"/>
                              </a:rPr>
                            </m:ctrlPr>
                          </m:sSupPr>
                          <m:e>
                            <m:r>
                              <a:rPr lang="en-US" altLang="ko-KR" sz="1200" b="0" i="1" smtClean="0">
                                <a:latin typeface="Cambria Math" panose="02040503050406030204" pitchFamily="18" charset="0"/>
                              </a:rPr>
                              <m:t>𝑎</m:t>
                            </m:r>
                          </m:e>
                          <m:sup>
                            <m:r>
                              <a:rPr lang="en-US" altLang="ko-KR" sz="1200" b="0" i="1" smtClean="0">
                                <a:latin typeface="Cambria Math" panose="02040503050406030204" pitchFamily="18" charset="0"/>
                              </a:rPr>
                              <m:t>𝑛</m:t>
                            </m:r>
                            <m:r>
                              <a:rPr lang="en-US" altLang="ko-KR" sz="1200" b="0" i="1" smtClean="0">
                                <a:latin typeface="Cambria Math" panose="02040503050406030204" pitchFamily="18" charset="0"/>
                              </a:rPr>
                              <m:t>−1</m:t>
                            </m:r>
                          </m:sup>
                        </m:sSup>
                        <m:sSup>
                          <m:sSupPr>
                            <m:ctrlPr>
                              <a:rPr lang="en-US" altLang="ko-KR" sz="1200" b="0" i="1" smtClean="0">
                                <a:latin typeface="Cambria Math" panose="02040503050406030204" pitchFamily="18" charset="0"/>
                              </a:rPr>
                            </m:ctrlPr>
                          </m:sSupPr>
                          <m:e>
                            <m:r>
                              <a:rPr lang="en-US" altLang="ko-KR" sz="1200" b="0" i="1" smtClean="0">
                                <a:latin typeface="Cambria Math" panose="02040503050406030204" pitchFamily="18" charset="0"/>
                              </a:rPr>
                              <m:t>𝑏</m:t>
                            </m:r>
                          </m:e>
                          <m:sup>
                            <m:r>
                              <a:rPr lang="en-US" altLang="ko-KR" sz="1200" b="0" i="1" smtClean="0">
                                <a:latin typeface="Cambria Math" panose="02040503050406030204" pitchFamily="18" charset="0"/>
                              </a:rPr>
                              <m:t>0</m:t>
                            </m:r>
                          </m:sup>
                        </m:sSup>
                        <m:r>
                          <a:rPr lang="en-US" altLang="ko-KR" sz="1200" b="0" i="1" smtClean="0">
                            <a:latin typeface="Cambria Math" panose="02040503050406030204" pitchFamily="18" charset="0"/>
                          </a:rPr>
                          <m:t>+</m:t>
                        </m:r>
                        <m:sSup>
                          <m:sSupPr>
                            <m:ctrlPr>
                              <a:rPr lang="en-US" altLang="ko-KR" sz="1200" i="1">
                                <a:latin typeface="Cambria Math" panose="02040503050406030204" pitchFamily="18" charset="0"/>
                              </a:rPr>
                            </m:ctrlPr>
                          </m:sSupPr>
                          <m:e>
                            <m:r>
                              <a:rPr lang="en-US" altLang="ko-KR" sz="1200" i="1">
                                <a:latin typeface="Cambria Math" panose="02040503050406030204" pitchFamily="18" charset="0"/>
                              </a:rPr>
                              <m:t>𝑎</m:t>
                            </m:r>
                          </m:e>
                          <m:sup>
                            <m:r>
                              <a:rPr lang="en-US" altLang="ko-KR" sz="1200" i="1">
                                <a:latin typeface="Cambria Math" panose="02040503050406030204" pitchFamily="18" charset="0"/>
                              </a:rPr>
                              <m:t>𝑛</m:t>
                            </m:r>
                            <m:r>
                              <a:rPr lang="en-US" altLang="ko-KR" sz="1200" i="1">
                                <a:latin typeface="Cambria Math" panose="02040503050406030204" pitchFamily="18" charset="0"/>
                              </a:rPr>
                              <m:t>−2</m:t>
                            </m:r>
                          </m:sup>
                        </m:sSup>
                        <m:sSup>
                          <m:sSupPr>
                            <m:ctrlPr>
                              <a:rPr lang="en-US" altLang="ko-KR" sz="1200" i="1">
                                <a:latin typeface="Cambria Math" panose="02040503050406030204" pitchFamily="18" charset="0"/>
                              </a:rPr>
                            </m:ctrlPr>
                          </m:sSupPr>
                          <m:e>
                            <m:r>
                              <a:rPr lang="en-US" altLang="ko-KR" sz="1200" i="1">
                                <a:latin typeface="Cambria Math" panose="02040503050406030204" pitchFamily="18" charset="0"/>
                              </a:rPr>
                              <m:t>𝑏</m:t>
                            </m:r>
                          </m:e>
                          <m:sup>
                            <m:r>
                              <a:rPr lang="en-US" altLang="ko-KR" sz="1200" b="0" i="1" smtClean="0">
                                <a:latin typeface="Cambria Math" panose="02040503050406030204" pitchFamily="18" charset="0"/>
                              </a:rPr>
                              <m:t>1</m:t>
                            </m:r>
                          </m:sup>
                        </m:sSup>
                        <m:r>
                          <a:rPr lang="en-US" altLang="ko-KR" sz="1200" b="0" i="1" smtClean="0">
                            <a:latin typeface="Cambria Math" panose="02040503050406030204" pitchFamily="18" charset="0"/>
                          </a:rPr>
                          <m:t>+…+</m:t>
                        </m:r>
                        <m:sSup>
                          <m:sSupPr>
                            <m:ctrlPr>
                              <a:rPr lang="en-US" altLang="ko-KR" sz="1200" i="1">
                                <a:latin typeface="Cambria Math" panose="02040503050406030204" pitchFamily="18" charset="0"/>
                              </a:rPr>
                            </m:ctrlPr>
                          </m:sSupPr>
                          <m:e>
                            <m:r>
                              <a:rPr lang="en-US" altLang="ko-KR" sz="1200" i="1">
                                <a:latin typeface="Cambria Math" panose="02040503050406030204" pitchFamily="18" charset="0"/>
                              </a:rPr>
                              <m:t>𝑎</m:t>
                            </m:r>
                          </m:e>
                          <m:sup>
                            <m:r>
                              <a:rPr lang="en-US" altLang="ko-KR" sz="1200" b="0" i="1" smtClean="0">
                                <a:latin typeface="Cambria Math" panose="02040503050406030204" pitchFamily="18" charset="0"/>
                              </a:rPr>
                              <m:t>0</m:t>
                            </m:r>
                          </m:sup>
                        </m:sSup>
                        <m:sSup>
                          <m:sSupPr>
                            <m:ctrlPr>
                              <a:rPr lang="en-US" altLang="ko-KR" sz="1200" i="1">
                                <a:latin typeface="Cambria Math" panose="02040503050406030204" pitchFamily="18" charset="0"/>
                              </a:rPr>
                            </m:ctrlPr>
                          </m:sSupPr>
                          <m:e>
                            <m:r>
                              <a:rPr lang="en-US" altLang="ko-KR" sz="1200" i="1">
                                <a:latin typeface="Cambria Math" panose="02040503050406030204" pitchFamily="18" charset="0"/>
                              </a:rPr>
                              <m:t>𝑏</m:t>
                            </m:r>
                          </m:e>
                          <m:sup>
                            <m:r>
                              <a:rPr lang="en-US" altLang="ko-KR" sz="1200" b="0" i="1" smtClean="0">
                                <a:latin typeface="Cambria Math" panose="02040503050406030204" pitchFamily="18" charset="0"/>
                              </a:rPr>
                              <m:t>𝑛</m:t>
                            </m:r>
                            <m:r>
                              <a:rPr lang="en-US" altLang="ko-KR" sz="1200" b="0" i="1" smtClean="0">
                                <a:latin typeface="Cambria Math" panose="02040503050406030204" pitchFamily="18" charset="0"/>
                              </a:rPr>
                              <m:t>−1</m:t>
                            </m:r>
                          </m:sup>
                        </m:sSup>
                      </m:e>
                    </m:d>
                  </m:oMath>
                </a14:m>
                <a:r>
                  <a:rPr lang="en-US" altLang="ko-KR" sz="1200" dirty="0">
                    <a:latin typeface="Arial Narrow" panose="020B0606020202030204" pitchFamily="34" charset="0"/>
                  </a:rPr>
                  <a:t> </a:t>
                </a:r>
                <a:endParaRPr lang="ko-KR" altLang="en-US" sz="1200" dirty="0">
                  <a:latin typeface="Arial Narrow" panose="020B0606020202030204" pitchFamily="34" charset="0"/>
                </a:endParaRPr>
              </a:p>
            </p:txBody>
          </p:sp>
        </mc:Choice>
        <mc:Fallback xmlns="">
          <p:sp>
            <p:nvSpPr>
              <p:cNvPr id="11" name="직사각형 10"/>
              <p:cNvSpPr>
                <a:spLocks noRot="1" noChangeAspect="1" noMove="1" noResize="1" noEditPoints="1" noAdjustHandles="1" noChangeArrowheads="1" noChangeShapeType="1" noTextEdit="1"/>
              </p:cNvSpPr>
              <p:nvPr/>
            </p:nvSpPr>
            <p:spPr>
              <a:xfrm>
                <a:off x="4181593" y="2943860"/>
                <a:ext cx="4704558" cy="276999"/>
              </a:xfrm>
              <a:prstGeom prst="rect">
                <a:avLst/>
              </a:prstGeom>
              <a:blipFill>
                <a:blip r:embed="rId4"/>
                <a:stretch>
                  <a:fillRect b="-6667"/>
                </a:stretch>
              </a:blipFill>
            </p:spPr>
            <p:txBody>
              <a:bodyPr/>
              <a:lstStyle/>
              <a:p>
                <a:r>
                  <a:rPr lang="ko-KR" altLang="en-US">
                    <a:noFill/>
                  </a:rPr>
                  <a:t> </a:t>
                </a:r>
              </a:p>
            </p:txBody>
          </p:sp>
        </mc:Fallback>
      </mc:AlternateContent>
      <p:sp>
        <p:nvSpPr>
          <p:cNvPr id="13" name="원호 12"/>
          <p:cNvSpPr/>
          <p:nvPr/>
        </p:nvSpPr>
        <p:spPr>
          <a:xfrm>
            <a:off x="2219537" y="3362575"/>
            <a:ext cx="914400" cy="914400"/>
          </a:xfrm>
          <a:prstGeom prst="arc">
            <a:avLst/>
          </a:prstGeom>
          <a:ln w="9525">
            <a:solidFill>
              <a:srgbClr val="C00000"/>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sp>
        <p:nvSpPr>
          <p:cNvPr id="14" name="모서리가 둥근 직사각형 13"/>
          <p:cNvSpPr/>
          <p:nvPr/>
        </p:nvSpPr>
        <p:spPr>
          <a:xfrm>
            <a:off x="4181592" y="2943860"/>
            <a:ext cx="4615537" cy="276999"/>
          </a:xfrm>
          <a:prstGeom prst="roundRect">
            <a:avLst/>
          </a:prstGeom>
          <a:noFill/>
          <a:ln>
            <a:solidFill>
              <a:srgbClr val="C0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자유형 15"/>
          <p:cNvSpPr/>
          <p:nvPr/>
        </p:nvSpPr>
        <p:spPr>
          <a:xfrm>
            <a:off x="3021875" y="3062396"/>
            <a:ext cx="1149076" cy="429741"/>
          </a:xfrm>
          <a:custGeom>
            <a:avLst/>
            <a:gdLst>
              <a:gd name="connsiteX0" fmla="*/ 1227909 w 1227909"/>
              <a:gd name="connsiteY0" fmla="*/ 20438 h 429741"/>
              <a:gd name="connsiteX1" fmla="*/ 679269 w 1227909"/>
              <a:gd name="connsiteY1" fmla="*/ 46564 h 429741"/>
              <a:gd name="connsiteX2" fmla="*/ 0 w 1227909"/>
              <a:gd name="connsiteY2" fmla="*/ 429741 h 429741"/>
            </a:gdLst>
            <a:ahLst/>
            <a:cxnLst>
              <a:cxn ang="0">
                <a:pos x="connsiteX0" y="connsiteY0"/>
              </a:cxn>
              <a:cxn ang="0">
                <a:pos x="connsiteX1" y="connsiteY1"/>
              </a:cxn>
              <a:cxn ang="0">
                <a:pos x="connsiteX2" y="connsiteY2"/>
              </a:cxn>
            </a:cxnLst>
            <a:rect l="l" t="t" r="r" b="b"/>
            <a:pathLst>
              <a:path w="1227909" h="429741">
                <a:moveTo>
                  <a:pt x="1227909" y="20438"/>
                </a:moveTo>
                <a:cubicBezTo>
                  <a:pt x="1055914" y="-608"/>
                  <a:pt x="883920" y="-21653"/>
                  <a:pt x="679269" y="46564"/>
                </a:cubicBezTo>
                <a:cubicBezTo>
                  <a:pt x="474618" y="114781"/>
                  <a:pt x="237309" y="272261"/>
                  <a:pt x="0" y="429741"/>
                </a:cubicBezTo>
              </a:path>
            </a:pathLst>
          </a:custGeom>
          <a:noFill/>
          <a:ln w="9525">
            <a:solidFill>
              <a:srgbClr val="C00000"/>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mc:AlternateContent xmlns:mc="http://schemas.openxmlformats.org/markup-compatibility/2006" xmlns:a14="http://schemas.microsoft.com/office/drawing/2010/main">
        <mc:Choice Requires="a14">
          <p:sp>
            <p:nvSpPr>
              <p:cNvPr id="17" name="직사각형 16"/>
              <p:cNvSpPr/>
              <p:nvPr/>
            </p:nvSpPr>
            <p:spPr>
              <a:xfrm>
                <a:off x="828187" y="1464397"/>
                <a:ext cx="4066562" cy="400110"/>
              </a:xfrm>
              <a:prstGeom prst="rect">
                <a:avLst/>
              </a:prstGeom>
            </p:spPr>
            <p:txBody>
              <a:bodyPr wrap="none">
                <a:spAutoFit/>
              </a:bodyPr>
              <a:lstStyle/>
              <a:p>
                <a:r>
                  <a:rPr lang="ko-KR" altLang="en-US" sz="2000" dirty="0"/>
                  <a:t>①</a:t>
                </a:r>
                <a14:m>
                  <m:oMath xmlns:m="http://schemas.openxmlformats.org/officeDocument/2006/math">
                    <m:sSup>
                      <m:sSupPr>
                        <m:ctrlPr>
                          <a:rPr lang="en-US" altLang="ko-KR" sz="2000" i="1">
                            <a:latin typeface="Cambria Math" panose="02040503050406030204" pitchFamily="18" charset="0"/>
                          </a:rPr>
                        </m:ctrlPr>
                      </m:sSupPr>
                      <m:e>
                        <m:r>
                          <a:rPr lang="en-US" altLang="ko-KR" sz="2000" i="1">
                            <a:latin typeface="Cambria Math" panose="02040503050406030204" pitchFamily="18" charset="0"/>
                          </a:rPr>
                          <m:t>𝑓</m:t>
                        </m:r>
                      </m:e>
                      <m:sup>
                        <m:r>
                          <a:rPr lang="en-US" altLang="ko-KR" sz="2000" i="1">
                            <a:latin typeface="Cambria Math" panose="02040503050406030204" pitchFamily="18" charset="0"/>
                          </a:rPr>
                          <m:t>′</m:t>
                        </m:r>
                      </m:sup>
                    </m:sSup>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sSup>
                      <m:sSupPr>
                        <m:ctrlPr>
                          <a:rPr lang="en-US" altLang="ko-KR" sz="2000" i="1">
                            <a:latin typeface="Cambria Math" panose="02040503050406030204" pitchFamily="18" charset="0"/>
                          </a:rPr>
                        </m:ctrlPr>
                      </m:sSupPr>
                      <m:e>
                        <m:r>
                          <a:rPr lang="en-US" altLang="ko-KR" sz="2000" i="1">
                            <a:latin typeface="Cambria Math" panose="02040503050406030204" pitchFamily="18" charset="0"/>
                          </a:rPr>
                          <m:t>𝑛𝑥</m:t>
                        </m:r>
                      </m:e>
                      <m:sup>
                        <m:r>
                          <a:rPr lang="en-US" altLang="ko-KR" sz="2000" i="1">
                            <a:latin typeface="Cambria Math" panose="02040503050406030204" pitchFamily="18" charset="0"/>
                          </a:rPr>
                          <m:t>𝑛</m:t>
                        </m:r>
                        <m:r>
                          <a:rPr lang="en-US" altLang="ko-KR" sz="2000" i="1">
                            <a:latin typeface="Cambria Math" panose="02040503050406030204" pitchFamily="18" charset="0"/>
                          </a:rPr>
                          <m:t>−1</m:t>
                        </m:r>
                      </m:sup>
                    </m:sSup>
                    <m:r>
                      <a:rPr lang="en-US" altLang="ko-KR" sz="2000" i="1">
                        <a:latin typeface="Cambria Math" panose="02040503050406030204" pitchFamily="18" charset="0"/>
                      </a:rPr>
                      <m:t>,  </m:t>
                    </m:r>
                    <m:r>
                      <a:rPr lang="en-US" altLang="ko-KR" sz="2000" i="1">
                        <a:latin typeface="Cambria Math" panose="02040503050406030204" pitchFamily="18" charset="0"/>
                      </a:rPr>
                      <m:t>𝑔𝑖𝑣𝑒𝑛</m:t>
                    </m:r>
                    <m:r>
                      <a:rPr lang="en-US" altLang="ko-KR" sz="2000" i="1">
                        <a:latin typeface="Cambria Math" panose="02040503050406030204" pitchFamily="18" charset="0"/>
                      </a:rPr>
                      <m:t> </m:t>
                    </m:r>
                    <m:r>
                      <a:rPr lang="en-US" altLang="ko-KR" sz="2000" i="1">
                        <a:latin typeface="Cambria Math" panose="02040503050406030204" pitchFamily="18" charset="0"/>
                      </a:rPr>
                      <m:t>𝑓</m:t>
                    </m:r>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sSup>
                      <m:sSupPr>
                        <m:ctrlPr>
                          <a:rPr lang="en-US" altLang="ko-KR" sz="2000" i="1">
                            <a:latin typeface="Cambria Math" panose="02040503050406030204" pitchFamily="18" charset="0"/>
                          </a:rPr>
                        </m:ctrlPr>
                      </m:sSupPr>
                      <m:e>
                        <m:r>
                          <a:rPr lang="en-US" altLang="ko-KR" sz="2000" i="1">
                            <a:latin typeface="Cambria Math" panose="02040503050406030204" pitchFamily="18" charset="0"/>
                          </a:rPr>
                          <m:t>𝑥</m:t>
                        </m:r>
                      </m:e>
                      <m:sup>
                        <m:r>
                          <a:rPr lang="en-US" altLang="ko-KR" sz="2000" i="1">
                            <a:latin typeface="Cambria Math" panose="02040503050406030204" pitchFamily="18" charset="0"/>
                          </a:rPr>
                          <m:t>𝑛</m:t>
                        </m:r>
                      </m:sup>
                    </m:sSup>
                  </m:oMath>
                </a14:m>
                <a:endParaRPr lang="ko-KR" altLang="en-US" sz="2000" dirty="0"/>
              </a:p>
            </p:txBody>
          </p:sp>
        </mc:Choice>
        <mc:Fallback xmlns="">
          <p:sp>
            <p:nvSpPr>
              <p:cNvPr id="17" name="직사각형 16"/>
              <p:cNvSpPr>
                <a:spLocks noRot="1" noChangeAspect="1" noMove="1" noResize="1" noEditPoints="1" noAdjustHandles="1" noChangeArrowheads="1" noChangeShapeType="1" noTextEdit="1"/>
              </p:cNvSpPr>
              <p:nvPr/>
            </p:nvSpPr>
            <p:spPr>
              <a:xfrm>
                <a:off x="828187" y="1464397"/>
                <a:ext cx="4066562" cy="400110"/>
              </a:xfrm>
              <a:prstGeom prst="rect">
                <a:avLst/>
              </a:prstGeom>
              <a:blipFill>
                <a:blip r:embed="rId5"/>
                <a:stretch>
                  <a:fillRect l="-1649" t="-10606" b="-22727"/>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34168245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p:sp>
        <p:nvSpPr>
          <p:cNvPr id="3" name="직사각형 2"/>
          <p:cNvSpPr/>
          <p:nvPr/>
        </p:nvSpPr>
        <p:spPr>
          <a:xfrm>
            <a:off x="2676737" y="3244334"/>
            <a:ext cx="184731" cy="369332"/>
          </a:xfrm>
          <a:prstGeom prst="rect">
            <a:avLst/>
          </a:prstGeom>
        </p:spPr>
        <p:txBody>
          <a:bodyPr wrap="none">
            <a:spAutoFit/>
          </a:bodyPr>
          <a:lstStyle/>
          <a:p>
            <a:endParaRPr lang="ko-KR" altLang="en-US" dirty="0"/>
          </a:p>
        </p:txBody>
      </p:sp>
      <p:sp>
        <p:nvSpPr>
          <p:cNvPr id="9" name="직사각형 8">
            <a:extLst>
              <a:ext uri="{FF2B5EF4-FFF2-40B4-BE49-F238E27FC236}">
                <a16:creationId xmlns:a16="http://schemas.microsoft.com/office/drawing/2014/main" id="{C7C7178E-B73C-405C-98AA-12B1241AB1A3}"/>
              </a:ext>
            </a:extLst>
          </p:cNvPr>
          <p:cNvSpPr/>
          <p:nvPr/>
        </p:nvSpPr>
        <p:spPr>
          <a:xfrm>
            <a:off x="328771" y="1139130"/>
            <a:ext cx="8412893" cy="969496"/>
          </a:xfrm>
          <a:prstGeom prst="rect">
            <a:avLst/>
          </a:prstGeom>
        </p:spPr>
        <p:txBody>
          <a:bodyPr wrap="square">
            <a:spAutoFit/>
          </a:bodyPr>
          <a:lstStyle/>
          <a:p>
            <a:pPr marL="284400" indent="-284400">
              <a:lnSpc>
                <a:spcPct val="150000"/>
              </a:lnSpc>
              <a:buFont typeface="Arial" panose="020B0604020202020204" pitchFamily="34" charset="0"/>
              <a:buChar char="•"/>
            </a:pPr>
            <a:endParaRPr lang="en-US" altLang="ko-KR" sz="2000" dirty="0">
              <a:solidFill>
                <a:srgbClr val="222222"/>
              </a:solidFill>
              <a:latin typeface="Arial Narrow" panose="020B0606020202030204" pitchFamily="34" charset="0"/>
            </a:endParaRPr>
          </a:p>
          <a:p>
            <a:pPr marL="742950" lvl="1" indent="-285750">
              <a:lnSpc>
                <a:spcPct val="150000"/>
              </a:lnSpc>
              <a:buFont typeface="Arial" panose="020B0604020202020204" pitchFamily="34" charset="0"/>
              <a:buChar char="•"/>
            </a:pPr>
            <a:endParaRPr lang="en-US" altLang="ko-KR" dirty="0">
              <a:solidFill>
                <a:srgbClr val="222222"/>
              </a:solidFill>
              <a:latin typeface="Arial Narrow" panose="020B0606020202030204" pitchFamily="34" charset="0"/>
            </a:endParaRPr>
          </a:p>
        </p:txBody>
      </p:sp>
      <mc:AlternateContent xmlns:mc="http://schemas.openxmlformats.org/markup-compatibility/2006" xmlns:a14="http://schemas.microsoft.com/office/drawing/2010/main">
        <mc:Choice Requires="a14">
          <p:graphicFrame>
            <p:nvGraphicFramePr>
              <p:cNvPr id="7" name="표 6"/>
              <p:cNvGraphicFramePr>
                <a:graphicFrameLocks noGrp="1"/>
              </p:cNvGraphicFramePr>
              <p:nvPr>
                <p:extLst>
                  <p:ext uri="{D42A27DB-BD31-4B8C-83A1-F6EECF244321}">
                    <p14:modId xmlns:p14="http://schemas.microsoft.com/office/powerpoint/2010/main" val="3245579428"/>
                  </p:ext>
                </p:extLst>
              </p:nvPr>
            </p:nvGraphicFramePr>
            <p:xfrm>
              <a:off x="930342" y="2531450"/>
              <a:ext cx="5853636" cy="4200276"/>
            </p:xfrm>
            <a:graphic>
              <a:graphicData uri="http://schemas.openxmlformats.org/drawingml/2006/table">
                <a:tbl>
                  <a:tblPr firstRow="1" bandRow="1">
                    <a:tableStyleId>{2D5ABB26-0587-4C30-8999-92F81FD0307C}</a:tableStyleId>
                  </a:tblPr>
                  <a:tblGrid>
                    <a:gridCol w="5853636">
                      <a:extLst>
                        <a:ext uri="{9D8B030D-6E8A-4147-A177-3AD203B41FA5}">
                          <a16:colId xmlns:a16="http://schemas.microsoft.com/office/drawing/2014/main" val="4069948701"/>
                        </a:ext>
                      </a:extLst>
                    </a:gridCol>
                  </a:tblGrid>
                  <a:tr h="641513">
                    <a:tc>
                      <a:txBody>
                        <a:bodyPr/>
                        <a:lstStyle/>
                        <a:p>
                          <a:pPr algn="l" latinLnBrk="1"/>
                          <a14:m>
                            <m:oMathPara xmlns:m="http://schemas.openxmlformats.org/officeDocument/2006/math">
                              <m:oMathParaPr>
                                <m:jc m:val="left"/>
                              </m:oMathParaPr>
                              <m:oMath xmlns:m="http://schemas.openxmlformats.org/officeDocument/2006/math">
                                <m:sSup>
                                  <m:sSupPr>
                                    <m:ctrlPr>
                                      <a:rPr lang="en-US" altLang="ko-KR" sz="1400" i="1" smtClean="0">
                                        <a:latin typeface="Cambria Math" panose="02040503050406030204" pitchFamily="18" charset="0"/>
                                      </a:rPr>
                                    </m:ctrlPr>
                                  </m:sSupPr>
                                  <m:e>
                                    <m:r>
                                      <a:rPr lang="en-US" altLang="ko-KR" sz="1400">
                                        <a:latin typeface="Cambria Math" panose="02040503050406030204" pitchFamily="18" charset="0"/>
                                      </a:rPr>
                                      <m:t>𝑓</m:t>
                                    </m:r>
                                  </m:e>
                                  <m:sup>
                                    <m:r>
                                      <a:rPr lang="en-US" altLang="ko-KR" sz="1400">
                                        <a:latin typeface="Cambria Math" panose="02040503050406030204" pitchFamily="18" charset="0"/>
                                      </a:rPr>
                                      <m:t>′</m:t>
                                    </m:r>
                                  </m:sup>
                                </m:sSup>
                                <m:d>
                                  <m:dPr>
                                    <m:ctrlPr>
                                      <a:rPr lang="en-US" altLang="ko-KR" sz="1400" i="1">
                                        <a:latin typeface="Cambria Math" panose="02040503050406030204" pitchFamily="18" charset="0"/>
                                      </a:rPr>
                                    </m:ctrlPr>
                                  </m:dPr>
                                  <m:e>
                                    <m:r>
                                      <a:rPr lang="en-US" altLang="ko-KR" sz="1400">
                                        <a:latin typeface="Cambria Math" panose="02040503050406030204" pitchFamily="18" charset="0"/>
                                      </a:rPr>
                                      <m:t>𝑥</m:t>
                                    </m:r>
                                  </m:e>
                                </m:d>
                                <m:r>
                                  <a:rPr lang="en-US" altLang="ko-KR" sz="1400">
                                    <a:latin typeface="Cambria Math" panose="02040503050406030204" pitchFamily="18" charset="0"/>
                                  </a:rPr>
                                  <m:t>=</m:t>
                                </m:r>
                                <m:func>
                                  <m:funcPr>
                                    <m:ctrlPr>
                                      <a:rPr lang="en-US" altLang="ko-KR" sz="1400" i="1" smtClean="0">
                                        <a:latin typeface="Cambria Math" panose="02040503050406030204" pitchFamily="18" charset="0"/>
                                      </a:rPr>
                                    </m:ctrlPr>
                                  </m:funcPr>
                                  <m:fName>
                                    <m:limLow>
                                      <m:limLowPr>
                                        <m:ctrlPr>
                                          <a:rPr lang="en-US" altLang="ko-KR" sz="1400" i="1" smtClean="0">
                                            <a:latin typeface="Cambria Math" panose="02040503050406030204" pitchFamily="18" charset="0"/>
                                          </a:rPr>
                                        </m:ctrlPr>
                                      </m:limLowPr>
                                      <m:e>
                                        <m:r>
                                          <a:rPr lang="en-US" altLang="ko-KR" sz="1400" smtClean="0">
                                            <a:latin typeface="Cambria Math" panose="02040503050406030204" pitchFamily="18" charset="0"/>
                                          </a:rPr>
                                          <m:t>𝑙𝑖𝑚</m:t>
                                        </m:r>
                                      </m:e>
                                      <m:lim>
                                        <m:r>
                                          <a:rPr lang="en-US" altLang="ko-KR" sz="1400" smtClean="0">
                                            <a:latin typeface="Cambria Math" panose="02040503050406030204" pitchFamily="18" charset="0"/>
                                          </a:rPr>
                                          <m:t>h</m:t>
                                        </m:r>
                                        <m:r>
                                          <a:rPr lang="en-US" altLang="ko-KR" sz="1400" smtClean="0">
                                            <a:latin typeface="Cambria Math" panose="02040503050406030204" pitchFamily="18" charset="0"/>
                                          </a:rPr>
                                          <m:t>→0</m:t>
                                        </m:r>
                                      </m:lim>
                                    </m:limLow>
                                  </m:fName>
                                  <m:e>
                                    <m:f>
                                      <m:fPr>
                                        <m:ctrlPr>
                                          <a:rPr lang="en-US" altLang="ko-KR" sz="1400" i="1" smtClean="0">
                                            <a:latin typeface="Cambria Math" panose="02040503050406030204" pitchFamily="18" charset="0"/>
                                          </a:rPr>
                                        </m:ctrlPr>
                                      </m:fPr>
                                      <m:num>
                                        <m:r>
                                          <a:rPr lang="en-US" altLang="ko-KR" sz="1400" smtClean="0">
                                            <a:latin typeface="Cambria Math" panose="02040503050406030204" pitchFamily="18" charset="0"/>
                                          </a:rPr>
                                          <m:t>𝑓</m:t>
                                        </m:r>
                                        <m:d>
                                          <m:dPr>
                                            <m:ctrlPr>
                                              <a:rPr lang="en-US" altLang="ko-KR" sz="1400" i="1" smtClean="0">
                                                <a:latin typeface="Cambria Math" panose="02040503050406030204" pitchFamily="18" charset="0"/>
                                              </a:rPr>
                                            </m:ctrlPr>
                                          </m:dPr>
                                          <m:e>
                                            <m:r>
                                              <a:rPr lang="en-US" altLang="ko-KR" sz="1400" smtClean="0">
                                                <a:latin typeface="Cambria Math" panose="02040503050406030204" pitchFamily="18" charset="0"/>
                                              </a:rPr>
                                              <m:t>𝑥</m:t>
                                            </m:r>
                                            <m:r>
                                              <a:rPr lang="en-US" altLang="ko-KR" sz="1400" smtClean="0">
                                                <a:latin typeface="Cambria Math" panose="02040503050406030204" pitchFamily="18" charset="0"/>
                                              </a:rPr>
                                              <m:t>+</m:t>
                                            </m:r>
                                            <m:r>
                                              <a:rPr lang="en-US" altLang="ko-KR" sz="1400" smtClean="0">
                                                <a:latin typeface="Cambria Math" panose="02040503050406030204" pitchFamily="18" charset="0"/>
                                              </a:rPr>
                                              <m:t>h</m:t>
                                            </m:r>
                                          </m:e>
                                        </m:d>
                                        <m:r>
                                          <a:rPr lang="en-US" altLang="ko-KR" sz="1400" smtClean="0">
                                            <a:latin typeface="Cambria Math" panose="02040503050406030204" pitchFamily="18" charset="0"/>
                                          </a:rPr>
                                          <m:t>−</m:t>
                                        </m:r>
                                        <m:r>
                                          <a:rPr lang="en-US" altLang="ko-KR" sz="1400" smtClean="0">
                                            <a:latin typeface="Cambria Math" panose="02040503050406030204" pitchFamily="18" charset="0"/>
                                          </a:rPr>
                                          <m:t>𝑓</m:t>
                                        </m:r>
                                        <m:r>
                                          <a:rPr lang="en-US" altLang="ko-KR" sz="1400" smtClean="0">
                                            <a:latin typeface="Cambria Math" panose="02040503050406030204" pitchFamily="18" charset="0"/>
                                          </a:rPr>
                                          <m:t>(</m:t>
                                        </m:r>
                                        <m:r>
                                          <a:rPr lang="en-US" altLang="ko-KR" sz="1400" smtClean="0">
                                            <a:latin typeface="Cambria Math" panose="02040503050406030204" pitchFamily="18" charset="0"/>
                                          </a:rPr>
                                          <m:t>𝑥</m:t>
                                        </m:r>
                                        <m:r>
                                          <a:rPr lang="en-US" altLang="ko-KR" sz="1400" smtClean="0">
                                            <a:latin typeface="Cambria Math" panose="02040503050406030204" pitchFamily="18" charset="0"/>
                                          </a:rPr>
                                          <m:t>)</m:t>
                                        </m:r>
                                      </m:num>
                                      <m:den>
                                        <m:r>
                                          <a:rPr lang="en-US" altLang="ko-KR" sz="1400" smtClean="0">
                                            <a:latin typeface="Cambria Math" panose="02040503050406030204" pitchFamily="18" charset="0"/>
                                          </a:rPr>
                                          <m:t>h</m:t>
                                        </m:r>
                                      </m:den>
                                    </m:f>
                                  </m:e>
                                </m:func>
                              </m:oMath>
                            </m:oMathPara>
                          </a14:m>
                          <a:endParaRPr lang="ko-KR" altLang="en-US" sz="1400" dirty="0"/>
                        </a:p>
                      </a:txBody>
                      <a:tcPr/>
                    </a:tc>
                    <a:extLst>
                      <a:ext uri="{0D108BD9-81ED-4DB2-BD59-A6C34878D82A}">
                        <a16:rowId xmlns:a16="http://schemas.microsoft.com/office/drawing/2014/main" val="1349850590"/>
                      </a:ext>
                    </a:extLst>
                  </a:tr>
                  <a:tr h="641513">
                    <a:tc>
                      <a:txBody>
                        <a:bodyPr/>
                        <a:lstStyle/>
                        <a:p>
                          <a:pPr algn="l" latinLnBrk="1"/>
                          <a14:m>
                            <m:oMathPara xmlns:m="http://schemas.openxmlformats.org/officeDocument/2006/math">
                              <m:oMathParaPr>
                                <m:jc m:val="left"/>
                              </m:oMathParaPr>
                              <m:oMath xmlns:m="http://schemas.openxmlformats.org/officeDocument/2006/math">
                                <m:r>
                                  <a:rPr lang="en-US" altLang="ko-KR" sz="1400" smtClean="0">
                                    <a:latin typeface="Cambria Math" panose="02040503050406030204" pitchFamily="18" charset="0"/>
                                  </a:rPr>
                                  <m:t>=</m:t>
                                </m:r>
                                <m:func>
                                  <m:funcPr>
                                    <m:ctrlPr>
                                      <a:rPr lang="en-US" altLang="ko-KR" sz="1400" i="1" smtClean="0">
                                        <a:latin typeface="Cambria Math" panose="02040503050406030204" pitchFamily="18" charset="0"/>
                                      </a:rPr>
                                    </m:ctrlPr>
                                  </m:funcPr>
                                  <m:fName>
                                    <m:limLow>
                                      <m:limLowPr>
                                        <m:ctrlPr>
                                          <a:rPr lang="en-US" altLang="ko-KR" sz="1400" i="1" smtClean="0">
                                            <a:latin typeface="Cambria Math" panose="02040503050406030204" pitchFamily="18" charset="0"/>
                                          </a:rPr>
                                        </m:ctrlPr>
                                      </m:limLowPr>
                                      <m:e>
                                        <m:r>
                                          <a:rPr lang="en-US" altLang="ko-KR" sz="1400" smtClean="0">
                                            <a:latin typeface="Cambria Math" panose="02040503050406030204" pitchFamily="18" charset="0"/>
                                          </a:rPr>
                                          <m:t>𝑙𝑖𝑚</m:t>
                                        </m:r>
                                      </m:e>
                                      <m:lim>
                                        <m:r>
                                          <a:rPr lang="en-US" altLang="ko-KR" sz="1400" smtClean="0">
                                            <a:latin typeface="Cambria Math" panose="02040503050406030204" pitchFamily="18" charset="0"/>
                                          </a:rPr>
                                          <m:t>h</m:t>
                                        </m:r>
                                        <m:r>
                                          <a:rPr lang="en-US" altLang="ko-KR" sz="1400" smtClean="0">
                                            <a:latin typeface="Cambria Math" panose="02040503050406030204" pitchFamily="18" charset="0"/>
                                          </a:rPr>
                                          <m:t>→0</m:t>
                                        </m:r>
                                      </m:lim>
                                    </m:limLow>
                                  </m:fName>
                                  <m:e>
                                    <m:f>
                                      <m:fPr>
                                        <m:ctrlPr>
                                          <a:rPr lang="en-US" altLang="ko-KR" sz="1400" i="1" smtClean="0">
                                            <a:latin typeface="Cambria Math" panose="02040503050406030204" pitchFamily="18" charset="0"/>
                                          </a:rPr>
                                        </m:ctrlPr>
                                      </m:fPr>
                                      <m:num>
                                        <m:sSup>
                                          <m:sSupPr>
                                            <m:ctrlPr>
                                              <a:rPr lang="en-US" altLang="ko-KR" sz="1400" i="1" smtClean="0">
                                                <a:latin typeface="Cambria Math" panose="02040503050406030204" pitchFamily="18" charset="0"/>
                                              </a:rPr>
                                            </m:ctrlPr>
                                          </m:sSupPr>
                                          <m:e>
                                            <m:d>
                                              <m:dPr>
                                                <m:ctrlPr>
                                                  <a:rPr lang="en-US" altLang="ko-KR" sz="1400" i="1" smtClean="0">
                                                    <a:latin typeface="Cambria Math" panose="02040503050406030204" pitchFamily="18" charset="0"/>
                                                  </a:rPr>
                                                </m:ctrlPr>
                                              </m:dPr>
                                              <m:e>
                                                <m:r>
                                                  <a:rPr lang="en-US" altLang="ko-KR" sz="1400" smtClean="0">
                                                    <a:latin typeface="Cambria Math" panose="02040503050406030204" pitchFamily="18" charset="0"/>
                                                  </a:rPr>
                                                  <m:t>𝑥</m:t>
                                                </m:r>
                                                <m:r>
                                                  <a:rPr lang="en-US" altLang="ko-KR" sz="1400" smtClean="0">
                                                    <a:latin typeface="Cambria Math" panose="02040503050406030204" pitchFamily="18" charset="0"/>
                                                  </a:rPr>
                                                  <m:t>+</m:t>
                                                </m:r>
                                                <m:r>
                                                  <a:rPr lang="en-US" altLang="ko-KR" sz="1400" smtClean="0">
                                                    <a:latin typeface="Cambria Math" panose="02040503050406030204" pitchFamily="18" charset="0"/>
                                                  </a:rPr>
                                                  <m:t>h</m:t>
                                                </m:r>
                                              </m:e>
                                            </m:d>
                                          </m:e>
                                          <m:sup>
                                            <m:r>
                                              <a:rPr lang="en-US" altLang="ko-KR" sz="1400" smtClean="0">
                                                <a:latin typeface="Cambria Math" panose="02040503050406030204" pitchFamily="18" charset="0"/>
                                              </a:rPr>
                                              <m:t>𝑛</m:t>
                                            </m:r>
                                          </m:sup>
                                        </m:sSup>
                                        <m:r>
                                          <a:rPr lang="en-US" altLang="ko-KR" sz="1400" smtClean="0">
                                            <a:latin typeface="Cambria Math" panose="02040503050406030204" pitchFamily="18" charset="0"/>
                                          </a:rPr>
                                          <m:t>−</m:t>
                                        </m:r>
                                        <m:sSup>
                                          <m:sSupPr>
                                            <m:ctrlPr>
                                              <a:rPr lang="en-US" altLang="ko-KR" sz="1400" i="1" smtClean="0">
                                                <a:latin typeface="Cambria Math" panose="02040503050406030204" pitchFamily="18" charset="0"/>
                                              </a:rPr>
                                            </m:ctrlPr>
                                          </m:sSupPr>
                                          <m:e>
                                            <m:r>
                                              <a:rPr lang="en-US" altLang="ko-KR" sz="1400" smtClean="0">
                                                <a:latin typeface="Cambria Math" panose="02040503050406030204" pitchFamily="18" charset="0"/>
                                              </a:rPr>
                                              <m:t>𝑥</m:t>
                                            </m:r>
                                          </m:e>
                                          <m:sup>
                                            <m:r>
                                              <a:rPr lang="en-US" altLang="ko-KR" sz="1400" smtClean="0">
                                                <a:latin typeface="Cambria Math" panose="02040503050406030204" pitchFamily="18" charset="0"/>
                                              </a:rPr>
                                              <m:t>𝑛</m:t>
                                            </m:r>
                                          </m:sup>
                                        </m:sSup>
                                      </m:num>
                                      <m:den>
                                        <m:r>
                                          <a:rPr lang="en-US" altLang="ko-KR" sz="1400" smtClean="0">
                                            <a:latin typeface="Cambria Math" panose="02040503050406030204" pitchFamily="18" charset="0"/>
                                          </a:rPr>
                                          <m:t>h</m:t>
                                        </m:r>
                                      </m:den>
                                    </m:f>
                                  </m:e>
                                </m:func>
                              </m:oMath>
                            </m:oMathPara>
                          </a14:m>
                          <a:endParaRPr lang="ko-KR" altLang="en-US" sz="1400" dirty="0"/>
                        </a:p>
                      </a:txBody>
                      <a:tcPr/>
                    </a:tc>
                    <a:extLst>
                      <a:ext uri="{0D108BD9-81ED-4DB2-BD59-A6C34878D82A}">
                        <a16:rowId xmlns:a16="http://schemas.microsoft.com/office/drawing/2014/main" val="450883624"/>
                      </a:ext>
                    </a:extLst>
                  </a:tr>
                  <a:tr h="72035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altLang="ko-KR" sz="1400" smtClean="0">
                                    <a:latin typeface="Cambria Math" panose="02040503050406030204" pitchFamily="18" charset="0"/>
                                  </a:rPr>
                                  <m:t>=</m:t>
                                </m:r>
                                <m:func>
                                  <m:funcPr>
                                    <m:ctrlPr>
                                      <a:rPr lang="en-US" altLang="ko-KR" sz="1400" i="1" smtClean="0">
                                        <a:latin typeface="Cambria Math" panose="02040503050406030204" pitchFamily="18" charset="0"/>
                                      </a:rPr>
                                    </m:ctrlPr>
                                  </m:funcPr>
                                  <m:fName>
                                    <m:limLow>
                                      <m:limLowPr>
                                        <m:ctrlPr>
                                          <a:rPr lang="en-US" altLang="ko-KR" sz="1400" i="1" smtClean="0">
                                            <a:latin typeface="Cambria Math" panose="02040503050406030204" pitchFamily="18" charset="0"/>
                                          </a:rPr>
                                        </m:ctrlPr>
                                      </m:limLowPr>
                                      <m:e>
                                        <m:r>
                                          <a:rPr lang="en-US" altLang="ko-KR" sz="1400" smtClean="0">
                                            <a:latin typeface="Cambria Math" panose="02040503050406030204" pitchFamily="18" charset="0"/>
                                          </a:rPr>
                                          <m:t>𝑙𝑖𝑚</m:t>
                                        </m:r>
                                      </m:e>
                                      <m:lim>
                                        <m:r>
                                          <a:rPr lang="en-US" altLang="ko-KR" sz="1400" smtClean="0">
                                            <a:latin typeface="Cambria Math" panose="02040503050406030204" pitchFamily="18" charset="0"/>
                                          </a:rPr>
                                          <m:t>h</m:t>
                                        </m:r>
                                        <m:r>
                                          <a:rPr lang="en-US" altLang="ko-KR" sz="1400" smtClean="0">
                                            <a:latin typeface="Cambria Math" panose="02040503050406030204" pitchFamily="18" charset="0"/>
                                          </a:rPr>
                                          <m:t>→0</m:t>
                                        </m:r>
                                      </m:lim>
                                    </m:limLow>
                                  </m:fName>
                                  <m:e>
                                    <m:f>
                                      <m:fPr>
                                        <m:ctrlPr>
                                          <a:rPr lang="en-US" altLang="ko-KR" sz="1400" i="1" smtClean="0">
                                            <a:latin typeface="Cambria Math" panose="02040503050406030204" pitchFamily="18" charset="0"/>
                                          </a:rPr>
                                        </m:ctrlPr>
                                      </m:fPr>
                                      <m:num>
                                        <m:d>
                                          <m:dPr>
                                            <m:ctrlPr>
                                              <a:rPr lang="en-US" altLang="ko-KR" sz="1400" i="1" smtClean="0">
                                                <a:latin typeface="Cambria Math" panose="02040503050406030204" pitchFamily="18" charset="0"/>
                                              </a:rPr>
                                            </m:ctrlPr>
                                          </m:dPr>
                                          <m:e>
                                            <m:r>
                                              <a:rPr lang="en-US" altLang="ko-KR" sz="1400" smtClean="0">
                                                <a:latin typeface="Cambria Math" panose="02040503050406030204" pitchFamily="18" charset="0"/>
                                              </a:rPr>
                                              <m:t>𝑥</m:t>
                                            </m:r>
                                            <m:r>
                                              <a:rPr lang="en-US" altLang="ko-KR" sz="1400" smtClean="0">
                                                <a:latin typeface="Cambria Math" panose="02040503050406030204" pitchFamily="18" charset="0"/>
                                              </a:rPr>
                                              <m:t>+</m:t>
                                            </m:r>
                                            <m:r>
                                              <a:rPr lang="en-US" altLang="ko-KR" sz="1400" smtClean="0">
                                                <a:latin typeface="Cambria Math" panose="02040503050406030204" pitchFamily="18" charset="0"/>
                                              </a:rPr>
                                              <m:t>h</m:t>
                                            </m:r>
                                            <m:r>
                                              <a:rPr lang="en-US" altLang="ko-KR" sz="1400" smtClean="0">
                                                <a:latin typeface="Cambria Math" panose="02040503050406030204" pitchFamily="18" charset="0"/>
                                              </a:rPr>
                                              <m:t>−</m:t>
                                            </m:r>
                                            <m:r>
                                              <a:rPr lang="en-US" altLang="ko-KR" sz="1400" smtClean="0">
                                                <a:latin typeface="Cambria Math" panose="02040503050406030204" pitchFamily="18" charset="0"/>
                                              </a:rPr>
                                              <m:t>𝑥</m:t>
                                            </m:r>
                                          </m:e>
                                        </m:d>
                                        <m:d>
                                          <m:dPr>
                                            <m:ctrlPr>
                                              <a:rPr lang="en-US" altLang="ko-KR" sz="1400" i="1" smtClean="0">
                                                <a:latin typeface="Cambria Math" panose="02040503050406030204" pitchFamily="18" charset="0"/>
                                              </a:rPr>
                                            </m:ctrlPr>
                                          </m:dPr>
                                          <m:e>
                                            <m:sSup>
                                              <m:sSupPr>
                                                <m:ctrlPr>
                                                  <a:rPr lang="en-US" altLang="ko-KR" sz="1400" i="1" smtClean="0">
                                                    <a:latin typeface="Cambria Math" panose="02040503050406030204" pitchFamily="18" charset="0"/>
                                                  </a:rPr>
                                                </m:ctrlPr>
                                              </m:sSupPr>
                                              <m:e>
                                                <m:d>
                                                  <m:dPr>
                                                    <m:ctrlPr>
                                                      <a:rPr lang="en-US" altLang="ko-KR" sz="1400" i="1" smtClean="0">
                                                        <a:latin typeface="Cambria Math" panose="02040503050406030204" pitchFamily="18" charset="0"/>
                                                      </a:rPr>
                                                    </m:ctrlPr>
                                                  </m:dPr>
                                                  <m:e>
                                                    <m:r>
                                                      <a:rPr lang="en-US" altLang="ko-KR" sz="1400" smtClean="0">
                                                        <a:latin typeface="Cambria Math" panose="02040503050406030204" pitchFamily="18" charset="0"/>
                                                      </a:rPr>
                                                      <m:t>𝑥</m:t>
                                                    </m:r>
                                                    <m:r>
                                                      <a:rPr lang="en-US" altLang="ko-KR" sz="1400" smtClean="0">
                                                        <a:latin typeface="Cambria Math" panose="02040503050406030204" pitchFamily="18" charset="0"/>
                                                      </a:rPr>
                                                      <m:t>+</m:t>
                                                    </m:r>
                                                    <m:r>
                                                      <a:rPr lang="en-US" altLang="ko-KR" sz="1400" smtClean="0">
                                                        <a:latin typeface="Cambria Math" panose="02040503050406030204" pitchFamily="18" charset="0"/>
                                                      </a:rPr>
                                                      <m:t>h</m:t>
                                                    </m:r>
                                                  </m:e>
                                                </m:d>
                                              </m:e>
                                              <m:sup>
                                                <m:r>
                                                  <a:rPr lang="en-US" altLang="ko-KR" sz="1400" smtClean="0">
                                                    <a:latin typeface="Cambria Math" panose="02040503050406030204" pitchFamily="18" charset="0"/>
                                                  </a:rPr>
                                                  <m:t>𝑛</m:t>
                                                </m:r>
                                                <m:r>
                                                  <a:rPr lang="en-US" altLang="ko-KR" sz="1400" smtClean="0">
                                                    <a:latin typeface="Cambria Math" panose="02040503050406030204" pitchFamily="18" charset="0"/>
                                                  </a:rPr>
                                                  <m:t>−1</m:t>
                                                </m:r>
                                              </m:sup>
                                            </m:sSup>
                                            <m:sSup>
                                              <m:sSupPr>
                                                <m:ctrlPr>
                                                  <a:rPr lang="en-US" altLang="ko-KR" sz="1400" i="1" smtClean="0">
                                                    <a:latin typeface="Cambria Math" panose="02040503050406030204" pitchFamily="18" charset="0"/>
                                                  </a:rPr>
                                                </m:ctrlPr>
                                              </m:sSupPr>
                                              <m:e>
                                                <m:r>
                                                  <a:rPr lang="en-US" altLang="ko-KR" sz="1400" smtClean="0">
                                                    <a:latin typeface="Cambria Math" panose="02040503050406030204" pitchFamily="18" charset="0"/>
                                                  </a:rPr>
                                                  <m:t>𝑥</m:t>
                                                </m:r>
                                              </m:e>
                                              <m:sup>
                                                <m:r>
                                                  <a:rPr lang="en-US" altLang="ko-KR" sz="1400" smtClean="0">
                                                    <a:latin typeface="Cambria Math" panose="02040503050406030204" pitchFamily="18" charset="0"/>
                                                  </a:rPr>
                                                  <m:t>0</m:t>
                                                </m:r>
                                              </m:sup>
                                            </m:sSup>
                                            <m:r>
                                              <a:rPr lang="en-US" altLang="ko-KR" sz="1400" smtClean="0">
                                                <a:latin typeface="Cambria Math" panose="02040503050406030204" pitchFamily="18" charset="0"/>
                                              </a:rPr>
                                              <m:t>+</m:t>
                                            </m:r>
                                            <m:sSup>
                                              <m:sSupPr>
                                                <m:ctrlPr>
                                                  <a:rPr lang="en-US" altLang="ko-KR" sz="1400" i="1" smtClean="0">
                                                    <a:latin typeface="Cambria Math" panose="02040503050406030204" pitchFamily="18" charset="0"/>
                                                  </a:rPr>
                                                </m:ctrlPr>
                                              </m:sSupPr>
                                              <m:e>
                                                <m:d>
                                                  <m:dPr>
                                                    <m:ctrlPr>
                                                      <a:rPr lang="en-US" altLang="ko-KR" sz="1400" i="1" smtClean="0">
                                                        <a:latin typeface="Cambria Math" panose="02040503050406030204" pitchFamily="18" charset="0"/>
                                                      </a:rPr>
                                                    </m:ctrlPr>
                                                  </m:dPr>
                                                  <m:e>
                                                    <m:r>
                                                      <a:rPr lang="en-US" altLang="ko-KR" sz="1400" smtClean="0">
                                                        <a:latin typeface="Cambria Math" panose="02040503050406030204" pitchFamily="18" charset="0"/>
                                                      </a:rPr>
                                                      <m:t>𝑥</m:t>
                                                    </m:r>
                                                    <m:r>
                                                      <a:rPr lang="en-US" altLang="ko-KR" sz="1400" smtClean="0">
                                                        <a:latin typeface="Cambria Math" panose="02040503050406030204" pitchFamily="18" charset="0"/>
                                                      </a:rPr>
                                                      <m:t>+</m:t>
                                                    </m:r>
                                                    <m:r>
                                                      <a:rPr lang="en-US" altLang="ko-KR" sz="1400" smtClean="0">
                                                        <a:latin typeface="Cambria Math" panose="02040503050406030204" pitchFamily="18" charset="0"/>
                                                      </a:rPr>
                                                      <m:t>h</m:t>
                                                    </m:r>
                                                  </m:e>
                                                </m:d>
                                              </m:e>
                                              <m:sup>
                                                <m:r>
                                                  <a:rPr lang="en-US" altLang="ko-KR" sz="1400" smtClean="0">
                                                    <a:latin typeface="Cambria Math" panose="02040503050406030204" pitchFamily="18" charset="0"/>
                                                  </a:rPr>
                                                  <m:t>𝑛</m:t>
                                                </m:r>
                                                <m:r>
                                                  <a:rPr lang="en-US" altLang="ko-KR" sz="1400" smtClean="0">
                                                    <a:latin typeface="Cambria Math" panose="02040503050406030204" pitchFamily="18" charset="0"/>
                                                  </a:rPr>
                                                  <m:t>−2</m:t>
                                                </m:r>
                                              </m:sup>
                                            </m:sSup>
                                            <m:sSup>
                                              <m:sSupPr>
                                                <m:ctrlPr>
                                                  <a:rPr lang="en-US" altLang="ko-KR" sz="1400" i="1" smtClean="0">
                                                    <a:latin typeface="Cambria Math" panose="02040503050406030204" pitchFamily="18" charset="0"/>
                                                  </a:rPr>
                                                </m:ctrlPr>
                                              </m:sSupPr>
                                              <m:e>
                                                <m:r>
                                                  <a:rPr lang="en-US" altLang="ko-KR" sz="1400" smtClean="0">
                                                    <a:latin typeface="Cambria Math" panose="02040503050406030204" pitchFamily="18" charset="0"/>
                                                  </a:rPr>
                                                  <m:t>𝑥</m:t>
                                                </m:r>
                                              </m:e>
                                              <m:sup>
                                                <m:r>
                                                  <a:rPr lang="en-US" altLang="ko-KR" sz="1400" smtClean="0">
                                                    <a:latin typeface="Cambria Math" panose="02040503050406030204" pitchFamily="18" charset="0"/>
                                                  </a:rPr>
                                                  <m:t>1</m:t>
                                                </m:r>
                                              </m:sup>
                                            </m:sSup>
                                            <m:r>
                                              <a:rPr lang="en-US" altLang="ko-KR" sz="1400" smtClean="0">
                                                <a:latin typeface="Cambria Math" panose="02040503050406030204" pitchFamily="18" charset="0"/>
                                              </a:rPr>
                                              <m:t>+…+</m:t>
                                            </m:r>
                                            <m:sSup>
                                              <m:sSupPr>
                                                <m:ctrlPr>
                                                  <a:rPr lang="en-US" altLang="ko-KR" sz="1400" i="1" smtClean="0">
                                                    <a:latin typeface="Cambria Math" panose="02040503050406030204" pitchFamily="18" charset="0"/>
                                                  </a:rPr>
                                                </m:ctrlPr>
                                              </m:sSupPr>
                                              <m:e>
                                                <m:d>
                                                  <m:dPr>
                                                    <m:ctrlPr>
                                                      <a:rPr lang="en-US" altLang="ko-KR" sz="1400" i="1" smtClean="0">
                                                        <a:latin typeface="Cambria Math" panose="02040503050406030204" pitchFamily="18" charset="0"/>
                                                      </a:rPr>
                                                    </m:ctrlPr>
                                                  </m:dPr>
                                                  <m:e>
                                                    <m:r>
                                                      <a:rPr lang="en-US" altLang="ko-KR" sz="1400" smtClean="0">
                                                        <a:latin typeface="Cambria Math" panose="02040503050406030204" pitchFamily="18" charset="0"/>
                                                      </a:rPr>
                                                      <m:t>𝑥</m:t>
                                                    </m:r>
                                                    <m:r>
                                                      <a:rPr lang="en-US" altLang="ko-KR" sz="1400" smtClean="0">
                                                        <a:latin typeface="Cambria Math" panose="02040503050406030204" pitchFamily="18" charset="0"/>
                                                      </a:rPr>
                                                      <m:t>+</m:t>
                                                    </m:r>
                                                    <m:r>
                                                      <a:rPr lang="en-US" altLang="ko-KR" sz="1400" smtClean="0">
                                                        <a:latin typeface="Cambria Math" panose="02040503050406030204" pitchFamily="18" charset="0"/>
                                                      </a:rPr>
                                                      <m:t>h</m:t>
                                                    </m:r>
                                                  </m:e>
                                                </m:d>
                                              </m:e>
                                              <m:sup>
                                                <m:r>
                                                  <a:rPr lang="en-US" altLang="ko-KR" sz="1400" smtClean="0">
                                                    <a:latin typeface="Cambria Math" panose="02040503050406030204" pitchFamily="18" charset="0"/>
                                                  </a:rPr>
                                                  <m:t>0</m:t>
                                                </m:r>
                                              </m:sup>
                                            </m:sSup>
                                            <m:sSup>
                                              <m:sSupPr>
                                                <m:ctrlPr>
                                                  <a:rPr lang="en-US" altLang="ko-KR" sz="1400" i="1" smtClean="0">
                                                    <a:latin typeface="Cambria Math" panose="02040503050406030204" pitchFamily="18" charset="0"/>
                                                  </a:rPr>
                                                </m:ctrlPr>
                                              </m:sSupPr>
                                              <m:e>
                                                <m:r>
                                                  <a:rPr lang="en-US" altLang="ko-KR" sz="1400" smtClean="0">
                                                    <a:latin typeface="Cambria Math" panose="02040503050406030204" pitchFamily="18" charset="0"/>
                                                  </a:rPr>
                                                  <m:t>𝑥</m:t>
                                                </m:r>
                                              </m:e>
                                              <m:sup>
                                                <m:r>
                                                  <a:rPr lang="en-US" altLang="ko-KR" sz="1400" smtClean="0">
                                                    <a:latin typeface="Cambria Math" panose="02040503050406030204" pitchFamily="18" charset="0"/>
                                                  </a:rPr>
                                                  <m:t>𝑛</m:t>
                                                </m:r>
                                                <m:r>
                                                  <a:rPr lang="en-US" altLang="ko-KR" sz="1400" smtClean="0">
                                                    <a:latin typeface="Cambria Math" panose="02040503050406030204" pitchFamily="18" charset="0"/>
                                                  </a:rPr>
                                                  <m:t>−1</m:t>
                                                </m:r>
                                              </m:sup>
                                            </m:sSup>
                                          </m:e>
                                        </m:d>
                                      </m:num>
                                      <m:den>
                                        <m:r>
                                          <a:rPr lang="en-US" altLang="ko-KR" sz="1400" smtClean="0">
                                            <a:latin typeface="Cambria Math" panose="02040503050406030204" pitchFamily="18" charset="0"/>
                                          </a:rPr>
                                          <m:t>h</m:t>
                                        </m:r>
                                      </m:den>
                                    </m:f>
                                  </m:e>
                                </m:func>
                              </m:oMath>
                            </m:oMathPara>
                          </a14:m>
                          <a:endParaRPr lang="ko-KR" altLang="en-US" sz="1400" dirty="0"/>
                        </a:p>
                      </a:txBody>
                      <a:tcPr/>
                    </a:tc>
                    <a:extLst>
                      <a:ext uri="{0D108BD9-81ED-4DB2-BD59-A6C34878D82A}">
                        <a16:rowId xmlns:a16="http://schemas.microsoft.com/office/drawing/2014/main" val="549591821"/>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altLang="ko-KR" sz="1400" smtClean="0">
                                    <a:latin typeface="Cambria Math" panose="02040503050406030204" pitchFamily="18" charset="0"/>
                                  </a:rPr>
                                  <m:t>=</m:t>
                                </m:r>
                                <m:func>
                                  <m:funcPr>
                                    <m:ctrlPr>
                                      <a:rPr lang="en-US" altLang="ko-KR" sz="1400" i="1" smtClean="0">
                                        <a:latin typeface="Cambria Math" panose="02040503050406030204" pitchFamily="18" charset="0"/>
                                      </a:rPr>
                                    </m:ctrlPr>
                                  </m:funcPr>
                                  <m:fName>
                                    <m:limLow>
                                      <m:limLowPr>
                                        <m:ctrlPr>
                                          <a:rPr lang="en-US" altLang="ko-KR" sz="1400" i="1" smtClean="0">
                                            <a:latin typeface="Cambria Math" panose="02040503050406030204" pitchFamily="18" charset="0"/>
                                          </a:rPr>
                                        </m:ctrlPr>
                                      </m:limLowPr>
                                      <m:e>
                                        <m:r>
                                          <a:rPr lang="en-US" altLang="ko-KR" sz="1400" smtClean="0">
                                            <a:latin typeface="Cambria Math" panose="02040503050406030204" pitchFamily="18" charset="0"/>
                                          </a:rPr>
                                          <m:t>𝑙𝑖𝑚</m:t>
                                        </m:r>
                                      </m:e>
                                      <m:lim>
                                        <m:r>
                                          <a:rPr lang="en-US" altLang="ko-KR" sz="1400" smtClean="0">
                                            <a:latin typeface="Cambria Math" panose="02040503050406030204" pitchFamily="18" charset="0"/>
                                          </a:rPr>
                                          <m:t>h</m:t>
                                        </m:r>
                                        <m:r>
                                          <a:rPr lang="en-US" altLang="ko-KR" sz="1400" smtClean="0">
                                            <a:latin typeface="Cambria Math" panose="02040503050406030204" pitchFamily="18" charset="0"/>
                                          </a:rPr>
                                          <m:t>→0</m:t>
                                        </m:r>
                                      </m:lim>
                                    </m:limLow>
                                  </m:fName>
                                  <m:e>
                                    <m:d>
                                      <m:dPr>
                                        <m:ctrlPr>
                                          <a:rPr lang="en-US" altLang="ko-KR" sz="1400" i="1" smtClean="0">
                                            <a:latin typeface="Cambria Math" panose="02040503050406030204" pitchFamily="18" charset="0"/>
                                          </a:rPr>
                                        </m:ctrlPr>
                                      </m:dPr>
                                      <m:e>
                                        <m:sSup>
                                          <m:sSupPr>
                                            <m:ctrlPr>
                                              <a:rPr lang="en-US" altLang="ko-KR" sz="1400" i="1" smtClean="0">
                                                <a:latin typeface="Cambria Math" panose="02040503050406030204" pitchFamily="18" charset="0"/>
                                              </a:rPr>
                                            </m:ctrlPr>
                                          </m:sSupPr>
                                          <m:e>
                                            <m:d>
                                              <m:dPr>
                                                <m:ctrlPr>
                                                  <a:rPr lang="en-US" altLang="ko-KR" sz="1400" i="1" smtClean="0">
                                                    <a:latin typeface="Cambria Math" panose="02040503050406030204" pitchFamily="18" charset="0"/>
                                                  </a:rPr>
                                                </m:ctrlPr>
                                              </m:dPr>
                                              <m:e>
                                                <m:r>
                                                  <a:rPr lang="en-US" altLang="ko-KR" sz="1400" smtClean="0">
                                                    <a:latin typeface="Cambria Math" panose="02040503050406030204" pitchFamily="18" charset="0"/>
                                                  </a:rPr>
                                                  <m:t>𝑥</m:t>
                                                </m:r>
                                                <m:r>
                                                  <a:rPr lang="en-US" altLang="ko-KR" sz="1400" smtClean="0">
                                                    <a:latin typeface="Cambria Math" panose="02040503050406030204" pitchFamily="18" charset="0"/>
                                                  </a:rPr>
                                                  <m:t>+</m:t>
                                                </m:r>
                                                <m:r>
                                                  <a:rPr lang="en-US" altLang="ko-KR" sz="1400" smtClean="0">
                                                    <a:latin typeface="Cambria Math" panose="02040503050406030204" pitchFamily="18" charset="0"/>
                                                  </a:rPr>
                                                  <m:t>h</m:t>
                                                </m:r>
                                              </m:e>
                                            </m:d>
                                          </m:e>
                                          <m:sup>
                                            <m:r>
                                              <a:rPr lang="en-US" altLang="ko-KR" sz="1400" smtClean="0">
                                                <a:latin typeface="Cambria Math" panose="02040503050406030204" pitchFamily="18" charset="0"/>
                                              </a:rPr>
                                              <m:t>𝑛</m:t>
                                            </m:r>
                                            <m:r>
                                              <a:rPr lang="en-US" altLang="ko-KR" sz="1400" smtClean="0">
                                                <a:latin typeface="Cambria Math" panose="02040503050406030204" pitchFamily="18" charset="0"/>
                                              </a:rPr>
                                              <m:t>−1</m:t>
                                            </m:r>
                                          </m:sup>
                                        </m:sSup>
                                        <m:sSup>
                                          <m:sSupPr>
                                            <m:ctrlPr>
                                              <a:rPr lang="en-US" altLang="ko-KR" sz="1400" i="1" smtClean="0">
                                                <a:latin typeface="Cambria Math" panose="02040503050406030204" pitchFamily="18" charset="0"/>
                                              </a:rPr>
                                            </m:ctrlPr>
                                          </m:sSupPr>
                                          <m:e>
                                            <m:r>
                                              <a:rPr lang="en-US" altLang="ko-KR" sz="1400" smtClean="0">
                                                <a:latin typeface="Cambria Math" panose="02040503050406030204" pitchFamily="18" charset="0"/>
                                              </a:rPr>
                                              <m:t>𝑥</m:t>
                                            </m:r>
                                          </m:e>
                                          <m:sup>
                                            <m:r>
                                              <a:rPr lang="en-US" altLang="ko-KR" sz="1400" smtClean="0">
                                                <a:latin typeface="Cambria Math" panose="02040503050406030204" pitchFamily="18" charset="0"/>
                                              </a:rPr>
                                              <m:t>0</m:t>
                                            </m:r>
                                          </m:sup>
                                        </m:sSup>
                                        <m:r>
                                          <a:rPr lang="en-US" altLang="ko-KR" sz="1400" smtClean="0">
                                            <a:latin typeface="Cambria Math" panose="02040503050406030204" pitchFamily="18" charset="0"/>
                                          </a:rPr>
                                          <m:t>+</m:t>
                                        </m:r>
                                        <m:sSup>
                                          <m:sSupPr>
                                            <m:ctrlPr>
                                              <a:rPr lang="en-US" altLang="ko-KR" sz="1400" i="1" smtClean="0">
                                                <a:latin typeface="Cambria Math" panose="02040503050406030204" pitchFamily="18" charset="0"/>
                                              </a:rPr>
                                            </m:ctrlPr>
                                          </m:sSupPr>
                                          <m:e>
                                            <m:d>
                                              <m:dPr>
                                                <m:ctrlPr>
                                                  <a:rPr lang="en-US" altLang="ko-KR" sz="1400" i="1" smtClean="0">
                                                    <a:latin typeface="Cambria Math" panose="02040503050406030204" pitchFamily="18" charset="0"/>
                                                  </a:rPr>
                                                </m:ctrlPr>
                                              </m:dPr>
                                              <m:e>
                                                <m:r>
                                                  <a:rPr lang="en-US" altLang="ko-KR" sz="1400" smtClean="0">
                                                    <a:latin typeface="Cambria Math" panose="02040503050406030204" pitchFamily="18" charset="0"/>
                                                  </a:rPr>
                                                  <m:t>𝑥</m:t>
                                                </m:r>
                                                <m:r>
                                                  <a:rPr lang="en-US" altLang="ko-KR" sz="1400" smtClean="0">
                                                    <a:latin typeface="Cambria Math" panose="02040503050406030204" pitchFamily="18" charset="0"/>
                                                  </a:rPr>
                                                  <m:t>+</m:t>
                                                </m:r>
                                                <m:r>
                                                  <a:rPr lang="en-US" altLang="ko-KR" sz="1400" smtClean="0">
                                                    <a:latin typeface="Cambria Math" panose="02040503050406030204" pitchFamily="18" charset="0"/>
                                                  </a:rPr>
                                                  <m:t>h</m:t>
                                                </m:r>
                                              </m:e>
                                            </m:d>
                                          </m:e>
                                          <m:sup>
                                            <m:r>
                                              <a:rPr lang="en-US" altLang="ko-KR" sz="1400" smtClean="0">
                                                <a:latin typeface="Cambria Math" panose="02040503050406030204" pitchFamily="18" charset="0"/>
                                              </a:rPr>
                                              <m:t>𝑛</m:t>
                                            </m:r>
                                            <m:r>
                                              <a:rPr lang="en-US" altLang="ko-KR" sz="1400" smtClean="0">
                                                <a:latin typeface="Cambria Math" panose="02040503050406030204" pitchFamily="18" charset="0"/>
                                              </a:rPr>
                                              <m:t>−2</m:t>
                                            </m:r>
                                          </m:sup>
                                        </m:sSup>
                                        <m:sSup>
                                          <m:sSupPr>
                                            <m:ctrlPr>
                                              <a:rPr lang="en-US" altLang="ko-KR" sz="1400" i="1" smtClean="0">
                                                <a:latin typeface="Cambria Math" panose="02040503050406030204" pitchFamily="18" charset="0"/>
                                              </a:rPr>
                                            </m:ctrlPr>
                                          </m:sSupPr>
                                          <m:e>
                                            <m:r>
                                              <a:rPr lang="en-US" altLang="ko-KR" sz="1400" smtClean="0">
                                                <a:latin typeface="Cambria Math" panose="02040503050406030204" pitchFamily="18" charset="0"/>
                                              </a:rPr>
                                              <m:t>𝑥</m:t>
                                            </m:r>
                                          </m:e>
                                          <m:sup>
                                            <m:r>
                                              <a:rPr lang="en-US" altLang="ko-KR" sz="1400" smtClean="0">
                                                <a:latin typeface="Cambria Math" panose="02040503050406030204" pitchFamily="18" charset="0"/>
                                              </a:rPr>
                                              <m:t>1</m:t>
                                            </m:r>
                                          </m:sup>
                                        </m:sSup>
                                        <m:r>
                                          <a:rPr lang="en-US" altLang="ko-KR" sz="1400" smtClean="0">
                                            <a:latin typeface="Cambria Math" panose="02040503050406030204" pitchFamily="18" charset="0"/>
                                          </a:rPr>
                                          <m:t>+…+</m:t>
                                        </m:r>
                                        <m:sSup>
                                          <m:sSupPr>
                                            <m:ctrlPr>
                                              <a:rPr lang="en-US" altLang="ko-KR" sz="1400" i="1" smtClean="0">
                                                <a:latin typeface="Cambria Math" panose="02040503050406030204" pitchFamily="18" charset="0"/>
                                              </a:rPr>
                                            </m:ctrlPr>
                                          </m:sSupPr>
                                          <m:e>
                                            <m:d>
                                              <m:dPr>
                                                <m:ctrlPr>
                                                  <a:rPr lang="en-US" altLang="ko-KR" sz="1400" i="1" smtClean="0">
                                                    <a:latin typeface="Cambria Math" panose="02040503050406030204" pitchFamily="18" charset="0"/>
                                                  </a:rPr>
                                                </m:ctrlPr>
                                              </m:dPr>
                                              <m:e>
                                                <m:r>
                                                  <a:rPr lang="en-US" altLang="ko-KR" sz="1400" smtClean="0">
                                                    <a:latin typeface="Cambria Math" panose="02040503050406030204" pitchFamily="18" charset="0"/>
                                                  </a:rPr>
                                                  <m:t>𝑥</m:t>
                                                </m:r>
                                                <m:r>
                                                  <a:rPr lang="en-US" altLang="ko-KR" sz="1400" smtClean="0">
                                                    <a:latin typeface="Cambria Math" panose="02040503050406030204" pitchFamily="18" charset="0"/>
                                                  </a:rPr>
                                                  <m:t>+</m:t>
                                                </m:r>
                                                <m:r>
                                                  <a:rPr lang="en-US" altLang="ko-KR" sz="1400" smtClean="0">
                                                    <a:latin typeface="Cambria Math" panose="02040503050406030204" pitchFamily="18" charset="0"/>
                                                  </a:rPr>
                                                  <m:t>h</m:t>
                                                </m:r>
                                              </m:e>
                                            </m:d>
                                          </m:e>
                                          <m:sup>
                                            <m:r>
                                              <a:rPr lang="en-US" altLang="ko-KR" sz="1400" smtClean="0">
                                                <a:latin typeface="Cambria Math" panose="02040503050406030204" pitchFamily="18" charset="0"/>
                                              </a:rPr>
                                              <m:t>0</m:t>
                                            </m:r>
                                          </m:sup>
                                        </m:sSup>
                                        <m:sSup>
                                          <m:sSupPr>
                                            <m:ctrlPr>
                                              <a:rPr lang="en-US" altLang="ko-KR" sz="1400" i="1" smtClean="0">
                                                <a:latin typeface="Cambria Math" panose="02040503050406030204" pitchFamily="18" charset="0"/>
                                              </a:rPr>
                                            </m:ctrlPr>
                                          </m:sSupPr>
                                          <m:e>
                                            <m:r>
                                              <a:rPr lang="en-US" altLang="ko-KR" sz="1400" smtClean="0">
                                                <a:latin typeface="Cambria Math" panose="02040503050406030204" pitchFamily="18" charset="0"/>
                                              </a:rPr>
                                              <m:t>𝑥</m:t>
                                            </m:r>
                                          </m:e>
                                          <m:sup>
                                            <m:r>
                                              <a:rPr lang="en-US" altLang="ko-KR" sz="1400" smtClean="0">
                                                <a:latin typeface="Cambria Math" panose="02040503050406030204" pitchFamily="18" charset="0"/>
                                              </a:rPr>
                                              <m:t>𝑛</m:t>
                                            </m:r>
                                            <m:r>
                                              <a:rPr lang="en-US" altLang="ko-KR" sz="1400" smtClean="0">
                                                <a:latin typeface="Cambria Math" panose="02040503050406030204" pitchFamily="18" charset="0"/>
                                              </a:rPr>
                                              <m:t>−1</m:t>
                                            </m:r>
                                          </m:sup>
                                        </m:sSup>
                                      </m:e>
                                    </m:d>
                                  </m:e>
                                </m:func>
                              </m:oMath>
                            </m:oMathPara>
                          </a14:m>
                          <a:endParaRPr lang="ko-KR" altLang="en-US" sz="1400" dirty="0"/>
                        </a:p>
                      </a:txBody>
                      <a:tcPr/>
                    </a:tc>
                    <a:extLst>
                      <a:ext uri="{0D108BD9-81ED-4DB2-BD59-A6C34878D82A}">
                        <a16:rowId xmlns:a16="http://schemas.microsoft.com/office/drawing/2014/main" val="2571924127"/>
                      </a:ext>
                    </a:extLst>
                  </a:tr>
                  <a:tr h="549223">
                    <a:tc>
                      <a:txBody>
                        <a:bodyPr/>
                        <a:lstStyle/>
                        <a:p>
                          <a:pPr algn="l" latinLnBrk="1"/>
                          <a:endParaRPr lang="ko-KR" altLang="en-US" sz="1400" dirty="0"/>
                        </a:p>
                      </a:txBody>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tc>
                    <a:extLst>
                      <a:ext uri="{0D108BD9-81ED-4DB2-BD59-A6C34878D82A}">
                        <a16:rowId xmlns:a16="http://schemas.microsoft.com/office/drawing/2014/main" val="2333410646"/>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tc>
                    <a:extLst>
                      <a:ext uri="{0D108BD9-81ED-4DB2-BD59-A6C34878D82A}">
                        <a16:rowId xmlns:a16="http://schemas.microsoft.com/office/drawing/2014/main" val="3053326746"/>
                      </a:ext>
                    </a:extLst>
                  </a:tr>
                </a:tbl>
              </a:graphicData>
            </a:graphic>
          </p:graphicFrame>
        </mc:Choice>
        <mc:Fallback xmlns="">
          <p:graphicFrame>
            <p:nvGraphicFramePr>
              <p:cNvPr id="7" name="표 6"/>
              <p:cNvGraphicFramePr>
                <a:graphicFrameLocks noGrp="1"/>
              </p:cNvGraphicFramePr>
              <p:nvPr>
                <p:extLst>
                  <p:ext uri="{D42A27DB-BD31-4B8C-83A1-F6EECF244321}">
                    <p14:modId xmlns:p14="http://schemas.microsoft.com/office/powerpoint/2010/main" val="3245579428"/>
                  </p:ext>
                </p:extLst>
              </p:nvPr>
            </p:nvGraphicFramePr>
            <p:xfrm>
              <a:off x="930342" y="2531450"/>
              <a:ext cx="5853636" cy="4200276"/>
            </p:xfrm>
            <a:graphic>
              <a:graphicData uri="http://schemas.openxmlformats.org/drawingml/2006/table">
                <a:tbl>
                  <a:tblPr firstRow="1" bandRow="1">
                    <a:tableStyleId>{2D5ABB26-0587-4C30-8999-92F81FD0307C}</a:tableStyleId>
                  </a:tblPr>
                  <a:tblGrid>
                    <a:gridCol w="5853636">
                      <a:extLst>
                        <a:ext uri="{9D8B030D-6E8A-4147-A177-3AD203B41FA5}">
                          <a16:colId xmlns:a16="http://schemas.microsoft.com/office/drawing/2014/main" val="4069948701"/>
                        </a:ext>
                      </a:extLst>
                    </a:gridCol>
                  </a:tblGrid>
                  <a:tr h="641513">
                    <a:tc>
                      <a:txBody>
                        <a:bodyPr/>
                        <a:lstStyle/>
                        <a:p>
                          <a:endParaRPr lang="ko-KR"/>
                        </a:p>
                      </a:txBody>
                      <a:tcPr>
                        <a:blipFill>
                          <a:blip r:embed="rId3"/>
                          <a:stretch>
                            <a:fillRect b="-557143"/>
                          </a:stretch>
                        </a:blipFill>
                      </a:tcPr>
                    </a:tc>
                    <a:extLst>
                      <a:ext uri="{0D108BD9-81ED-4DB2-BD59-A6C34878D82A}">
                        <a16:rowId xmlns:a16="http://schemas.microsoft.com/office/drawing/2014/main" val="1349850590"/>
                      </a:ext>
                    </a:extLst>
                  </a:tr>
                  <a:tr h="641513">
                    <a:tc>
                      <a:txBody>
                        <a:bodyPr/>
                        <a:lstStyle/>
                        <a:p>
                          <a:endParaRPr lang="ko-KR"/>
                        </a:p>
                      </a:txBody>
                      <a:tcPr>
                        <a:blipFill>
                          <a:blip r:embed="rId3"/>
                          <a:stretch>
                            <a:fillRect t="-99057" b="-451887"/>
                          </a:stretch>
                        </a:blipFill>
                      </a:tcPr>
                    </a:tc>
                    <a:extLst>
                      <a:ext uri="{0D108BD9-81ED-4DB2-BD59-A6C34878D82A}">
                        <a16:rowId xmlns:a16="http://schemas.microsoft.com/office/drawing/2014/main" val="450883624"/>
                      </a:ext>
                    </a:extLst>
                  </a:tr>
                  <a:tr h="720358">
                    <a:tc>
                      <a:txBody>
                        <a:bodyPr/>
                        <a:lstStyle/>
                        <a:p>
                          <a:endParaRPr lang="ko-KR"/>
                        </a:p>
                      </a:txBody>
                      <a:tcPr>
                        <a:blipFill>
                          <a:blip r:embed="rId3"/>
                          <a:stretch>
                            <a:fillRect t="-178814" b="-305932"/>
                          </a:stretch>
                        </a:blipFill>
                      </a:tcPr>
                    </a:tc>
                    <a:extLst>
                      <a:ext uri="{0D108BD9-81ED-4DB2-BD59-A6C34878D82A}">
                        <a16:rowId xmlns:a16="http://schemas.microsoft.com/office/drawing/2014/main" val="549591821"/>
                      </a:ext>
                    </a:extLst>
                  </a:tr>
                  <a:tr h="549223">
                    <a:tc>
                      <a:txBody>
                        <a:bodyPr/>
                        <a:lstStyle/>
                        <a:p>
                          <a:endParaRPr lang="ko-KR"/>
                        </a:p>
                      </a:txBody>
                      <a:tcPr>
                        <a:blipFill>
                          <a:blip r:embed="rId3"/>
                          <a:stretch>
                            <a:fillRect t="-365556" b="-301111"/>
                          </a:stretch>
                        </a:blipFill>
                      </a:tcPr>
                    </a:tc>
                    <a:extLst>
                      <a:ext uri="{0D108BD9-81ED-4DB2-BD59-A6C34878D82A}">
                        <a16:rowId xmlns:a16="http://schemas.microsoft.com/office/drawing/2014/main" val="2571924127"/>
                      </a:ext>
                    </a:extLst>
                  </a:tr>
                  <a:tr h="549223">
                    <a:tc>
                      <a:txBody>
                        <a:bodyPr/>
                        <a:lstStyle/>
                        <a:p>
                          <a:pPr algn="l" latinLnBrk="1"/>
                          <a:endParaRPr lang="ko-KR" altLang="en-US" sz="1400" dirty="0"/>
                        </a:p>
                      </a:txBody>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tc>
                    <a:extLst>
                      <a:ext uri="{0D108BD9-81ED-4DB2-BD59-A6C34878D82A}">
                        <a16:rowId xmlns:a16="http://schemas.microsoft.com/office/drawing/2014/main" val="2333410646"/>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tc>
                    <a:extLst>
                      <a:ext uri="{0D108BD9-81ED-4DB2-BD59-A6C34878D82A}">
                        <a16:rowId xmlns:a16="http://schemas.microsoft.com/office/drawing/2014/main" val="3053326746"/>
                      </a:ext>
                    </a:extLst>
                  </a:tr>
                </a:tbl>
              </a:graphicData>
            </a:graphic>
          </p:graphicFrame>
        </mc:Fallback>
      </mc:AlternateContent>
      <mc:AlternateContent xmlns:mc="http://schemas.openxmlformats.org/markup-compatibility/2006" xmlns:a14="http://schemas.microsoft.com/office/drawing/2010/main">
        <mc:Choice Requires="a14">
          <p:sp>
            <p:nvSpPr>
              <p:cNvPr id="11" name="직사각형 10"/>
              <p:cNvSpPr/>
              <p:nvPr/>
            </p:nvSpPr>
            <p:spPr>
              <a:xfrm>
                <a:off x="4181593" y="2943860"/>
                <a:ext cx="4704558" cy="276999"/>
              </a:xfrm>
              <a:prstGeom prst="rect">
                <a:avLst/>
              </a:prstGeom>
            </p:spPr>
            <p:txBody>
              <a:bodyPr wrap="none">
                <a:spAutoFit/>
              </a:bodyPr>
              <a:lstStyle/>
              <a:p>
                <a14:m>
                  <m:oMath xmlns:m="http://schemas.openxmlformats.org/officeDocument/2006/math">
                    <m:r>
                      <m:rPr>
                        <m:nor/>
                      </m:rPr>
                      <a:rPr lang="en-US" altLang="ko-KR" sz="1200" dirty="0" smtClean="0">
                        <a:latin typeface="Arial Narrow" panose="020B0606020202030204" pitchFamily="34" charset="0"/>
                      </a:rPr>
                      <m:t>By</m:t>
                    </m:r>
                    <m:r>
                      <m:rPr>
                        <m:nor/>
                      </m:rPr>
                      <a:rPr lang="en-US" altLang="ko-KR" sz="1200" dirty="0" smtClean="0">
                        <a:latin typeface="Arial Narrow" panose="020B0606020202030204" pitchFamily="34" charset="0"/>
                      </a:rPr>
                      <m:t> </m:t>
                    </m:r>
                    <m:r>
                      <m:rPr>
                        <m:nor/>
                      </m:rPr>
                      <a:rPr lang="en-US" altLang="ko-KR" sz="1200" dirty="0" smtClean="0">
                        <a:latin typeface="Arial Narrow" panose="020B0606020202030204" pitchFamily="34" charset="0"/>
                      </a:rPr>
                      <m:t>factorization</m:t>
                    </m:r>
                    <m:r>
                      <m:rPr>
                        <m:nor/>
                      </m:rPr>
                      <a:rPr lang="en-US" altLang="ko-KR" sz="1200" dirty="0" smtClean="0">
                        <a:latin typeface="Arial Narrow" panose="020B0606020202030204" pitchFamily="34" charset="0"/>
                      </a:rPr>
                      <m:t> </m:t>
                    </m:r>
                    <m:r>
                      <m:rPr>
                        <m:nor/>
                      </m:rPr>
                      <a:rPr lang="en-US" altLang="ko-KR" sz="1200" dirty="0" smtClean="0">
                        <a:latin typeface="Arial Narrow" panose="020B0606020202030204" pitchFamily="34" charset="0"/>
                      </a:rPr>
                      <m:t>of</m:t>
                    </m:r>
                    <m:r>
                      <a:rPr lang="en-US" altLang="ko-KR" sz="1200" b="0" i="1" dirty="0" smtClean="0">
                        <a:latin typeface="Cambria Math" panose="02040503050406030204" pitchFamily="18" charset="0"/>
                      </a:rPr>
                      <m:t> </m:t>
                    </m:r>
                    <m:sSup>
                      <m:sSupPr>
                        <m:ctrlPr>
                          <a:rPr lang="en-US" altLang="ko-KR" sz="1200" i="1" smtClean="0">
                            <a:latin typeface="Cambria Math" panose="02040503050406030204" pitchFamily="18" charset="0"/>
                          </a:rPr>
                        </m:ctrlPr>
                      </m:sSupPr>
                      <m:e>
                        <m:r>
                          <a:rPr lang="en-US" altLang="ko-KR" sz="1200" b="0" i="1" smtClean="0">
                            <a:latin typeface="Cambria Math" panose="02040503050406030204" pitchFamily="18" charset="0"/>
                          </a:rPr>
                          <m:t>𝑎</m:t>
                        </m:r>
                      </m:e>
                      <m:sup>
                        <m:r>
                          <a:rPr lang="en-US" altLang="ko-KR" sz="1200" b="0" i="1" smtClean="0">
                            <a:latin typeface="Cambria Math" panose="02040503050406030204" pitchFamily="18" charset="0"/>
                          </a:rPr>
                          <m:t>𝑛</m:t>
                        </m:r>
                      </m:sup>
                    </m:sSup>
                    <m:r>
                      <a:rPr lang="en-US" altLang="ko-KR" sz="1200" b="0" i="1" smtClean="0">
                        <a:latin typeface="Cambria Math" panose="02040503050406030204" pitchFamily="18" charset="0"/>
                      </a:rPr>
                      <m:t>−</m:t>
                    </m:r>
                    <m:sSup>
                      <m:sSupPr>
                        <m:ctrlPr>
                          <a:rPr lang="en-US" altLang="ko-KR" sz="1200" i="1" smtClean="0">
                            <a:latin typeface="Cambria Math" panose="02040503050406030204" pitchFamily="18" charset="0"/>
                          </a:rPr>
                        </m:ctrlPr>
                      </m:sSupPr>
                      <m:e>
                        <m:r>
                          <a:rPr lang="en-US" altLang="ko-KR" sz="1200" b="0" i="1" smtClean="0">
                            <a:latin typeface="Cambria Math" panose="02040503050406030204" pitchFamily="18" charset="0"/>
                          </a:rPr>
                          <m:t>𝑏</m:t>
                        </m:r>
                      </m:e>
                      <m:sup>
                        <m:r>
                          <a:rPr lang="en-US" altLang="ko-KR" sz="1200" b="0" i="1" smtClean="0">
                            <a:latin typeface="Cambria Math" panose="02040503050406030204" pitchFamily="18" charset="0"/>
                          </a:rPr>
                          <m:t>𝑛</m:t>
                        </m:r>
                      </m:sup>
                    </m:sSup>
                    <m:r>
                      <a:rPr lang="en-US" altLang="ko-KR" sz="1200" b="0" i="1" smtClean="0">
                        <a:latin typeface="Cambria Math" panose="02040503050406030204" pitchFamily="18" charset="0"/>
                      </a:rPr>
                      <m:t>=</m:t>
                    </m:r>
                    <m:d>
                      <m:dPr>
                        <m:ctrlPr>
                          <a:rPr lang="en-US" altLang="ko-KR" sz="1200" b="0" i="1" smtClean="0">
                            <a:latin typeface="Cambria Math" panose="02040503050406030204" pitchFamily="18" charset="0"/>
                          </a:rPr>
                        </m:ctrlPr>
                      </m:dPr>
                      <m:e>
                        <m:r>
                          <a:rPr lang="en-US" altLang="ko-KR" sz="1200" b="0" i="1" smtClean="0">
                            <a:latin typeface="Cambria Math" panose="02040503050406030204" pitchFamily="18" charset="0"/>
                          </a:rPr>
                          <m:t>𝑎</m:t>
                        </m:r>
                        <m:r>
                          <a:rPr lang="en-US" altLang="ko-KR" sz="1200" b="0" i="1" smtClean="0">
                            <a:latin typeface="Cambria Math" panose="02040503050406030204" pitchFamily="18" charset="0"/>
                          </a:rPr>
                          <m:t>−</m:t>
                        </m:r>
                        <m:r>
                          <a:rPr lang="en-US" altLang="ko-KR" sz="1200" b="0" i="1" smtClean="0">
                            <a:latin typeface="Cambria Math" panose="02040503050406030204" pitchFamily="18" charset="0"/>
                          </a:rPr>
                          <m:t>𝑏</m:t>
                        </m:r>
                      </m:e>
                    </m:d>
                    <m:d>
                      <m:dPr>
                        <m:ctrlPr>
                          <a:rPr lang="en-US" altLang="ko-KR" sz="1200" b="0" i="1" smtClean="0">
                            <a:latin typeface="Cambria Math" panose="02040503050406030204" pitchFamily="18" charset="0"/>
                          </a:rPr>
                        </m:ctrlPr>
                      </m:dPr>
                      <m:e>
                        <m:sSup>
                          <m:sSupPr>
                            <m:ctrlPr>
                              <a:rPr lang="en-US" altLang="ko-KR" sz="1200" b="0" i="1" smtClean="0">
                                <a:latin typeface="Cambria Math" panose="02040503050406030204" pitchFamily="18" charset="0"/>
                              </a:rPr>
                            </m:ctrlPr>
                          </m:sSupPr>
                          <m:e>
                            <m:r>
                              <a:rPr lang="en-US" altLang="ko-KR" sz="1200" b="0" i="1" smtClean="0">
                                <a:latin typeface="Cambria Math" panose="02040503050406030204" pitchFamily="18" charset="0"/>
                              </a:rPr>
                              <m:t>𝑎</m:t>
                            </m:r>
                          </m:e>
                          <m:sup>
                            <m:r>
                              <a:rPr lang="en-US" altLang="ko-KR" sz="1200" b="0" i="1" smtClean="0">
                                <a:latin typeface="Cambria Math" panose="02040503050406030204" pitchFamily="18" charset="0"/>
                              </a:rPr>
                              <m:t>𝑛</m:t>
                            </m:r>
                            <m:r>
                              <a:rPr lang="en-US" altLang="ko-KR" sz="1200" b="0" i="1" smtClean="0">
                                <a:latin typeface="Cambria Math" panose="02040503050406030204" pitchFamily="18" charset="0"/>
                              </a:rPr>
                              <m:t>−1</m:t>
                            </m:r>
                          </m:sup>
                        </m:sSup>
                        <m:sSup>
                          <m:sSupPr>
                            <m:ctrlPr>
                              <a:rPr lang="en-US" altLang="ko-KR" sz="1200" b="0" i="1" smtClean="0">
                                <a:latin typeface="Cambria Math" panose="02040503050406030204" pitchFamily="18" charset="0"/>
                              </a:rPr>
                            </m:ctrlPr>
                          </m:sSupPr>
                          <m:e>
                            <m:r>
                              <a:rPr lang="en-US" altLang="ko-KR" sz="1200" b="0" i="1" smtClean="0">
                                <a:latin typeface="Cambria Math" panose="02040503050406030204" pitchFamily="18" charset="0"/>
                              </a:rPr>
                              <m:t>𝑏</m:t>
                            </m:r>
                          </m:e>
                          <m:sup>
                            <m:r>
                              <a:rPr lang="en-US" altLang="ko-KR" sz="1200" b="0" i="1" smtClean="0">
                                <a:latin typeface="Cambria Math" panose="02040503050406030204" pitchFamily="18" charset="0"/>
                              </a:rPr>
                              <m:t>0</m:t>
                            </m:r>
                          </m:sup>
                        </m:sSup>
                        <m:r>
                          <a:rPr lang="en-US" altLang="ko-KR" sz="1200" b="0" i="1" smtClean="0">
                            <a:latin typeface="Cambria Math" panose="02040503050406030204" pitchFamily="18" charset="0"/>
                          </a:rPr>
                          <m:t>+</m:t>
                        </m:r>
                        <m:sSup>
                          <m:sSupPr>
                            <m:ctrlPr>
                              <a:rPr lang="en-US" altLang="ko-KR" sz="1200" i="1">
                                <a:latin typeface="Cambria Math" panose="02040503050406030204" pitchFamily="18" charset="0"/>
                              </a:rPr>
                            </m:ctrlPr>
                          </m:sSupPr>
                          <m:e>
                            <m:r>
                              <a:rPr lang="en-US" altLang="ko-KR" sz="1200" i="1">
                                <a:latin typeface="Cambria Math" panose="02040503050406030204" pitchFamily="18" charset="0"/>
                              </a:rPr>
                              <m:t>𝑎</m:t>
                            </m:r>
                          </m:e>
                          <m:sup>
                            <m:r>
                              <a:rPr lang="en-US" altLang="ko-KR" sz="1200" i="1">
                                <a:latin typeface="Cambria Math" panose="02040503050406030204" pitchFamily="18" charset="0"/>
                              </a:rPr>
                              <m:t>𝑛</m:t>
                            </m:r>
                            <m:r>
                              <a:rPr lang="en-US" altLang="ko-KR" sz="1200" i="1">
                                <a:latin typeface="Cambria Math" panose="02040503050406030204" pitchFamily="18" charset="0"/>
                              </a:rPr>
                              <m:t>−2</m:t>
                            </m:r>
                          </m:sup>
                        </m:sSup>
                        <m:sSup>
                          <m:sSupPr>
                            <m:ctrlPr>
                              <a:rPr lang="en-US" altLang="ko-KR" sz="1200" i="1">
                                <a:latin typeface="Cambria Math" panose="02040503050406030204" pitchFamily="18" charset="0"/>
                              </a:rPr>
                            </m:ctrlPr>
                          </m:sSupPr>
                          <m:e>
                            <m:r>
                              <a:rPr lang="en-US" altLang="ko-KR" sz="1200" i="1">
                                <a:latin typeface="Cambria Math" panose="02040503050406030204" pitchFamily="18" charset="0"/>
                              </a:rPr>
                              <m:t>𝑏</m:t>
                            </m:r>
                          </m:e>
                          <m:sup>
                            <m:r>
                              <a:rPr lang="en-US" altLang="ko-KR" sz="1200" b="0" i="1" smtClean="0">
                                <a:latin typeface="Cambria Math" panose="02040503050406030204" pitchFamily="18" charset="0"/>
                              </a:rPr>
                              <m:t>1</m:t>
                            </m:r>
                          </m:sup>
                        </m:sSup>
                        <m:r>
                          <a:rPr lang="en-US" altLang="ko-KR" sz="1200" b="0" i="1" smtClean="0">
                            <a:latin typeface="Cambria Math" panose="02040503050406030204" pitchFamily="18" charset="0"/>
                          </a:rPr>
                          <m:t>+…+</m:t>
                        </m:r>
                        <m:sSup>
                          <m:sSupPr>
                            <m:ctrlPr>
                              <a:rPr lang="en-US" altLang="ko-KR" sz="1200" i="1">
                                <a:latin typeface="Cambria Math" panose="02040503050406030204" pitchFamily="18" charset="0"/>
                              </a:rPr>
                            </m:ctrlPr>
                          </m:sSupPr>
                          <m:e>
                            <m:r>
                              <a:rPr lang="en-US" altLang="ko-KR" sz="1200" i="1">
                                <a:latin typeface="Cambria Math" panose="02040503050406030204" pitchFamily="18" charset="0"/>
                              </a:rPr>
                              <m:t>𝑎</m:t>
                            </m:r>
                          </m:e>
                          <m:sup>
                            <m:r>
                              <a:rPr lang="en-US" altLang="ko-KR" sz="1200" b="0" i="1" smtClean="0">
                                <a:latin typeface="Cambria Math" panose="02040503050406030204" pitchFamily="18" charset="0"/>
                              </a:rPr>
                              <m:t>0</m:t>
                            </m:r>
                          </m:sup>
                        </m:sSup>
                        <m:sSup>
                          <m:sSupPr>
                            <m:ctrlPr>
                              <a:rPr lang="en-US" altLang="ko-KR" sz="1200" i="1">
                                <a:latin typeface="Cambria Math" panose="02040503050406030204" pitchFamily="18" charset="0"/>
                              </a:rPr>
                            </m:ctrlPr>
                          </m:sSupPr>
                          <m:e>
                            <m:r>
                              <a:rPr lang="en-US" altLang="ko-KR" sz="1200" i="1">
                                <a:latin typeface="Cambria Math" panose="02040503050406030204" pitchFamily="18" charset="0"/>
                              </a:rPr>
                              <m:t>𝑏</m:t>
                            </m:r>
                          </m:e>
                          <m:sup>
                            <m:r>
                              <a:rPr lang="en-US" altLang="ko-KR" sz="1200" b="0" i="1" smtClean="0">
                                <a:latin typeface="Cambria Math" panose="02040503050406030204" pitchFamily="18" charset="0"/>
                              </a:rPr>
                              <m:t>𝑛</m:t>
                            </m:r>
                            <m:r>
                              <a:rPr lang="en-US" altLang="ko-KR" sz="1200" b="0" i="1" smtClean="0">
                                <a:latin typeface="Cambria Math" panose="02040503050406030204" pitchFamily="18" charset="0"/>
                              </a:rPr>
                              <m:t>−1</m:t>
                            </m:r>
                          </m:sup>
                        </m:sSup>
                      </m:e>
                    </m:d>
                  </m:oMath>
                </a14:m>
                <a:r>
                  <a:rPr lang="en-US" altLang="ko-KR" sz="1200" dirty="0">
                    <a:latin typeface="Arial Narrow" panose="020B0606020202030204" pitchFamily="34" charset="0"/>
                  </a:rPr>
                  <a:t> </a:t>
                </a:r>
                <a:endParaRPr lang="ko-KR" altLang="en-US" sz="1200" dirty="0">
                  <a:latin typeface="Arial Narrow" panose="020B0606020202030204" pitchFamily="34" charset="0"/>
                </a:endParaRPr>
              </a:p>
            </p:txBody>
          </p:sp>
        </mc:Choice>
        <mc:Fallback xmlns="">
          <p:sp>
            <p:nvSpPr>
              <p:cNvPr id="11" name="직사각형 10"/>
              <p:cNvSpPr>
                <a:spLocks noRot="1" noChangeAspect="1" noMove="1" noResize="1" noEditPoints="1" noAdjustHandles="1" noChangeArrowheads="1" noChangeShapeType="1" noTextEdit="1"/>
              </p:cNvSpPr>
              <p:nvPr/>
            </p:nvSpPr>
            <p:spPr>
              <a:xfrm>
                <a:off x="4181593" y="2943860"/>
                <a:ext cx="4704558" cy="276999"/>
              </a:xfrm>
              <a:prstGeom prst="rect">
                <a:avLst/>
              </a:prstGeom>
              <a:blipFill>
                <a:blip r:embed="rId4"/>
                <a:stretch>
                  <a:fillRect b="-6667"/>
                </a:stretch>
              </a:blipFill>
            </p:spPr>
            <p:txBody>
              <a:bodyPr/>
              <a:lstStyle/>
              <a:p>
                <a:r>
                  <a:rPr lang="ko-KR" altLang="en-US">
                    <a:noFill/>
                  </a:rPr>
                  <a:t> </a:t>
                </a:r>
              </a:p>
            </p:txBody>
          </p:sp>
        </mc:Fallback>
      </mc:AlternateContent>
      <p:sp>
        <p:nvSpPr>
          <p:cNvPr id="13" name="원호 12"/>
          <p:cNvSpPr/>
          <p:nvPr/>
        </p:nvSpPr>
        <p:spPr>
          <a:xfrm>
            <a:off x="2219537" y="3362575"/>
            <a:ext cx="914400" cy="914400"/>
          </a:xfrm>
          <a:prstGeom prst="arc">
            <a:avLst/>
          </a:prstGeom>
          <a:ln w="9525">
            <a:solidFill>
              <a:srgbClr val="C00000"/>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sp>
        <p:nvSpPr>
          <p:cNvPr id="14" name="모서리가 둥근 직사각형 13"/>
          <p:cNvSpPr/>
          <p:nvPr/>
        </p:nvSpPr>
        <p:spPr>
          <a:xfrm>
            <a:off x="4181592" y="2943860"/>
            <a:ext cx="4615537" cy="276999"/>
          </a:xfrm>
          <a:prstGeom prst="roundRect">
            <a:avLst/>
          </a:prstGeom>
          <a:noFill/>
          <a:ln>
            <a:solidFill>
              <a:srgbClr val="C0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자유형 15"/>
          <p:cNvSpPr/>
          <p:nvPr/>
        </p:nvSpPr>
        <p:spPr>
          <a:xfrm>
            <a:off x="3021875" y="3062396"/>
            <a:ext cx="1149076" cy="429741"/>
          </a:xfrm>
          <a:custGeom>
            <a:avLst/>
            <a:gdLst>
              <a:gd name="connsiteX0" fmla="*/ 1227909 w 1227909"/>
              <a:gd name="connsiteY0" fmla="*/ 20438 h 429741"/>
              <a:gd name="connsiteX1" fmla="*/ 679269 w 1227909"/>
              <a:gd name="connsiteY1" fmla="*/ 46564 h 429741"/>
              <a:gd name="connsiteX2" fmla="*/ 0 w 1227909"/>
              <a:gd name="connsiteY2" fmla="*/ 429741 h 429741"/>
            </a:gdLst>
            <a:ahLst/>
            <a:cxnLst>
              <a:cxn ang="0">
                <a:pos x="connsiteX0" y="connsiteY0"/>
              </a:cxn>
              <a:cxn ang="0">
                <a:pos x="connsiteX1" y="connsiteY1"/>
              </a:cxn>
              <a:cxn ang="0">
                <a:pos x="connsiteX2" y="connsiteY2"/>
              </a:cxn>
            </a:cxnLst>
            <a:rect l="l" t="t" r="r" b="b"/>
            <a:pathLst>
              <a:path w="1227909" h="429741">
                <a:moveTo>
                  <a:pt x="1227909" y="20438"/>
                </a:moveTo>
                <a:cubicBezTo>
                  <a:pt x="1055914" y="-608"/>
                  <a:pt x="883920" y="-21653"/>
                  <a:pt x="679269" y="46564"/>
                </a:cubicBezTo>
                <a:cubicBezTo>
                  <a:pt x="474618" y="114781"/>
                  <a:pt x="237309" y="272261"/>
                  <a:pt x="0" y="429741"/>
                </a:cubicBezTo>
              </a:path>
            </a:pathLst>
          </a:custGeom>
          <a:noFill/>
          <a:ln w="9525">
            <a:solidFill>
              <a:srgbClr val="C00000"/>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mc:AlternateContent xmlns:mc="http://schemas.openxmlformats.org/markup-compatibility/2006" xmlns:a14="http://schemas.microsoft.com/office/drawing/2010/main">
        <mc:Choice Requires="a14">
          <p:sp>
            <p:nvSpPr>
              <p:cNvPr id="17" name="직사각형 16"/>
              <p:cNvSpPr/>
              <p:nvPr/>
            </p:nvSpPr>
            <p:spPr>
              <a:xfrm>
                <a:off x="828187" y="1464397"/>
                <a:ext cx="4066562" cy="400110"/>
              </a:xfrm>
              <a:prstGeom prst="rect">
                <a:avLst/>
              </a:prstGeom>
            </p:spPr>
            <p:txBody>
              <a:bodyPr wrap="none">
                <a:spAutoFit/>
              </a:bodyPr>
              <a:lstStyle/>
              <a:p>
                <a:r>
                  <a:rPr lang="ko-KR" altLang="en-US" sz="2000" dirty="0"/>
                  <a:t>①</a:t>
                </a:r>
                <a14:m>
                  <m:oMath xmlns:m="http://schemas.openxmlformats.org/officeDocument/2006/math">
                    <m:sSup>
                      <m:sSupPr>
                        <m:ctrlPr>
                          <a:rPr lang="en-US" altLang="ko-KR" sz="2000" i="1">
                            <a:latin typeface="Cambria Math" panose="02040503050406030204" pitchFamily="18" charset="0"/>
                          </a:rPr>
                        </m:ctrlPr>
                      </m:sSupPr>
                      <m:e>
                        <m:r>
                          <a:rPr lang="en-US" altLang="ko-KR" sz="2000" i="1">
                            <a:latin typeface="Cambria Math" panose="02040503050406030204" pitchFamily="18" charset="0"/>
                          </a:rPr>
                          <m:t>𝑓</m:t>
                        </m:r>
                      </m:e>
                      <m:sup>
                        <m:r>
                          <a:rPr lang="en-US" altLang="ko-KR" sz="2000" i="1">
                            <a:latin typeface="Cambria Math" panose="02040503050406030204" pitchFamily="18" charset="0"/>
                          </a:rPr>
                          <m:t>′</m:t>
                        </m:r>
                      </m:sup>
                    </m:sSup>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sSup>
                      <m:sSupPr>
                        <m:ctrlPr>
                          <a:rPr lang="en-US" altLang="ko-KR" sz="2000" i="1">
                            <a:latin typeface="Cambria Math" panose="02040503050406030204" pitchFamily="18" charset="0"/>
                          </a:rPr>
                        </m:ctrlPr>
                      </m:sSupPr>
                      <m:e>
                        <m:r>
                          <a:rPr lang="en-US" altLang="ko-KR" sz="2000" i="1">
                            <a:latin typeface="Cambria Math" panose="02040503050406030204" pitchFamily="18" charset="0"/>
                          </a:rPr>
                          <m:t>𝑛𝑥</m:t>
                        </m:r>
                      </m:e>
                      <m:sup>
                        <m:r>
                          <a:rPr lang="en-US" altLang="ko-KR" sz="2000" i="1">
                            <a:latin typeface="Cambria Math" panose="02040503050406030204" pitchFamily="18" charset="0"/>
                          </a:rPr>
                          <m:t>𝑛</m:t>
                        </m:r>
                        <m:r>
                          <a:rPr lang="en-US" altLang="ko-KR" sz="2000" i="1">
                            <a:latin typeface="Cambria Math" panose="02040503050406030204" pitchFamily="18" charset="0"/>
                          </a:rPr>
                          <m:t>−1</m:t>
                        </m:r>
                      </m:sup>
                    </m:sSup>
                    <m:r>
                      <a:rPr lang="en-US" altLang="ko-KR" sz="2000" i="1">
                        <a:latin typeface="Cambria Math" panose="02040503050406030204" pitchFamily="18" charset="0"/>
                      </a:rPr>
                      <m:t>,  </m:t>
                    </m:r>
                    <m:r>
                      <a:rPr lang="en-US" altLang="ko-KR" sz="2000" i="1">
                        <a:latin typeface="Cambria Math" panose="02040503050406030204" pitchFamily="18" charset="0"/>
                      </a:rPr>
                      <m:t>𝑔𝑖𝑣𝑒𝑛</m:t>
                    </m:r>
                    <m:r>
                      <a:rPr lang="en-US" altLang="ko-KR" sz="2000" i="1">
                        <a:latin typeface="Cambria Math" panose="02040503050406030204" pitchFamily="18" charset="0"/>
                      </a:rPr>
                      <m:t> </m:t>
                    </m:r>
                    <m:r>
                      <a:rPr lang="en-US" altLang="ko-KR" sz="2000" i="1">
                        <a:latin typeface="Cambria Math" panose="02040503050406030204" pitchFamily="18" charset="0"/>
                      </a:rPr>
                      <m:t>𝑓</m:t>
                    </m:r>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sSup>
                      <m:sSupPr>
                        <m:ctrlPr>
                          <a:rPr lang="en-US" altLang="ko-KR" sz="2000" i="1">
                            <a:latin typeface="Cambria Math" panose="02040503050406030204" pitchFamily="18" charset="0"/>
                          </a:rPr>
                        </m:ctrlPr>
                      </m:sSupPr>
                      <m:e>
                        <m:r>
                          <a:rPr lang="en-US" altLang="ko-KR" sz="2000" i="1">
                            <a:latin typeface="Cambria Math" panose="02040503050406030204" pitchFamily="18" charset="0"/>
                          </a:rPr>
                          <m:t>𝑥</m:t>
                        </m:r>
                      </m:e>
                      <m:sup>
                        <m:r>
                          <a:rPr lang="en-US" altLang="ko-KR" sz="2000" i="1">
                            <a:latin typeface="Cambria Math" panose="02040503050406030204" pitchFamily="18" charset="0"/>
                          </a:rPr>
                          <m:t>𝑛</m:t>
                        </m:r>
                      </m:sup>
                    </m:sSup>
                  </m:oMath>
                </a14:m>
                <a:endParaRPr lang="ko-KR" altLang="en-US" sz="2000" dirty="0"/>
              </a:p>
            </p:txBody>
          </p:sp>
        </mc:Choice>
        <mc:Fallback xmlns="">
          <p:sp>
            <p:nvSpPr>
              <p:cNvPr id="17" name="직사각형 16"/>
              <p:cNvSpPr>
                <a:spLocks noRot="1" noChangeAspect="1" noMove="1" noResize="1" noEditPoints="1" noAdjustHandles="1" noChangeArrowheads="1" noChangeShapeType="1" noTextEdit="1"/>
              </p:cNvSpPr>
              <p:nvPr/>
            </p:nvSpPr>
            <p:spPr>
              <a:xfrm>
                <a:off x="828187" y="1464397"/>
                <a:ext cx="4066562" cy="400110"/>
              </a:xfrm>
              <a:prstGeom prst="rect">
                <a:avLst/>
              </a:prstGeom>
              <a:blipFill>
                <a:blip r:embed="rId5"/>
                <a:stretch>
                  <a:fillRect l="-1649" t="-10606" b="-22727"/>
                </a:stretch>
              </a:blipFill>
            </p:spPr>
            <p:txBody>
              <a:bodyPr/>
              <a:lstStyle/>
              <a:p>
                <a:r>
                  <a:rPr lang="ko-KR" altLang="en-US">
                    <a:noFill/>
                  </a:rPr>
                  <a:t> </a:t>
                </a:r>
              </a:p>
            </p:txBody>
          </p:sp>
        </mc:Fallback>
      </mc:AlternateContent>
      <p:cxnSp>
        <p:nvCxnSpPr>
          <p:cNvPr id="4" name="직선 연결선 3">
            <a:extLst>
              <a:ext uri="{FF2B5EF4-FFF2-40B4-BE49-F238E27FC236}">
                <a16:creationId xmlns:a16="http://schemas.microsoft.com/office/drawing/2014/main" id="{5C9B0A1E-8A06-97BC-85BF-4D0028626A89}"/>
              </a:ext>
            </a:extLst>
          </p:cNvPr>
          <p:cNvCxnSpPr>
            <a:cxnSpLocks/>
          </p:cNvCxnSpPr>
          <p:nvPr/>
        </p:nvCxnSpPr>
        <p:spPr>
          <a:xfrm flipV="1">
            <a:off x="3850810" y="4195887"/>
            <a:ext cx="168740" cy="85975"/>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 name="직선 연결선 5">
            <a:extLst>
              <a:ext uri="{FF2B5EF4-FFF2-40B4-BE49-F238E27FC236}">
                <a16:creationId xmlns:a16="http://schemas.microsoft.com/office/drawing/2014/main" id="{DE81E513-8793-D69A-0D92-3C2DD099D52F}"/>
              </a:ext>
            </a:extLst>
          </p:cNvPr>
          <p:cNvCxnSpPr>
            <a:cxnSpLocks/>
          </p:cNvCxnSpPr>
          <p:nvPr/>
        </p:nvCxnSpPr>
        <p:spPr>
          <a:xfrm flipV="1">
            <a:off x="1844210" y="3948237"/>
            <a:ext cx="168740" cy="85975"/>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2" name="타원 1">
            <a:extLst>
              <a:ext uri="{FF2B5EF4-FFF2-40B4-BE49-F238E27FC236}">
                <a16:creationId xmlns:a16="http://schemas.microsoft.com/office/drawing/2014/main" id="{AEA8EE66-9D9A-13C6-6BAA-42D83A249BDB}"/>
              </a:ext>
            </a:extLst>
          </p:cNvPr>
          <p:cNvSpPr/>
          <p:nvPr/>
        </p:nvSpPr>
        <p:spPr>
          <a:xfrm>
            <a:off x="1159164" y="4736973"/>
            <a:ext cx="329623" cy="184404"/>
          </a:xfrm>
          <a:prstGeom prst="ellipse">
            <a:avLst/>
          </a:prstGeom>
          <a:solidFill>
            <a:srgbClr val="C00000">
              <a:alpha val="30000"/>
            </a:srgbClr>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7387772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p:sp>
        <p:nvSpPr>
          <p:cNvPr id="3" name="직사각형 2"/>
          <p:cNvSpPr/>
          <p:nvPr/>
        </p:nvSpPr>
        <p:spPr>
          <a:xfrm>
            <a:off x="2676737" y="3244334"/>
            <a:ext cx="184731" cy="369332"/>
          </a:xfrm>
          <a:prstGeom prst="rect">
            <a:avLst/>
          </a:prstGeom>
        </p:spPr>
        <p:txBody>
          <a:bodyPr wrap="none">
            <a:spAutoFit/>
          </a:bodyPr>
          <a:lstStyle/>
          <a:p>
            <a:endParaRPr lang="ko-KR" altLang="en-US" dirty="0"/>
          </a:p>
        </p:txBody>
      </p:sp>
      <p:sp>
        <p:nvSpPr>
          <p:cNvPr id="9" name="직사각형 8">
            <a:extLst>
              <a:ext uri="{FF2B5EF4-FFF2-40B4-BE49-F238E27FC236}">
                <a16:creationId xmlns:a16="http://schemas.microsoft.com/office/drawing/2014/main" id="{C7C7178E-B73C-405C-98AA-12B1241AB1A3}"/>
              </a:ext>
            </a:extLst>
          </p:cNvPr>
          <p:cNvSpPr/>
          <p:nvPr/>
        </p:nvSpPr>
        <p:spPr>
          <a:xfrm>
            <a:off x="328771" y="1139130"/>
            <a:ext cx="8412893" cy="969496"/>
          </a:xfrm>
          <a:prstGeom prst="rect">
            <a:avLst/>
          </a:prstGeom>
        </p:spPr>
        <p:txBody>
          <a:bodyPr wrap="square">
            <a:spAutoFit/>
          </a:bodyPr>
          <a:lstStyle/>
          <a:p>
            <a:pPr marL="284400" indent="-284400">
              <a:lnSpc>
                <a:spcPct val="150000"/>
              </a:lnSpc>
              <a:buFont typeface="Arial" panose="020B0604020202020204" pitchFamily="34" charset="0"/>
              <a:buChar char="•"/>
            </a:pPr>
            <a:endParaRPr lang="en-US" altLang="ko-KR" sz="2000" dirty="0">
              <a:solidFill>
                <a:srgbClr val="222222"/>
              </a:solidFill>
              <a:latin typeface="Arial Narrow" panose="020B0606020202030204" pitchFamily="34" charset="0"/>
            </a:endParaRPr>
          </a:p>
          <a:p>
            <a:pPr marL="742950" lvl="1" indent="-285750">
              <a:lnSpc>
                <a:spcPct val="150000"/>
              </a:lnSpc>
              <a:buFont typeface="Arial" panose="020B0604020202020204" pitchFamily="34" charset="0"/>
              <a:buChar char="•"/>
            </a:pPr>
            <a:endParaRPr lang="en-US" altLang="ko-KR" dirty="0">
              <a:solidFill>
                <a:srgbClr val="222222"/>
              </a:solidFill>
              <a:latin typeface="Arial Narrow" panose="020B0606020202030204" pitchFamily="34" charset="0"/>
            </a:endParaRPr>
          </a:p>
        </p:txBody>
      </p:sp>
      <mc:AlternateContent xmlns:mc="http://schemas.openxmlformats.org/markup-compatibility/2006" xmlns:a14="http://schemas.microsoft.com/office/drawing/2010/main">
        <mc:Choice Requires="a14">
          <p:graphicFrame>
            <p:nvGraphicFramePr>
              <p:cNvPr id="7" name="표 6"/>
              <p:cNvGraphicFramePr>
                <a:graphicFrameLocks noGrp="1"/>
              </p:cNvGraphicFramePr>
              <p:nvPr>
                <p:extLst>
                  <p:ext uri="{D42A27DB-BD31-4B8C-83A1-F6EECF244321}">
                    <p14:modId xmlns:p14="http://schemas.microsoft.com/office/powerpoint/2010/main" val="2598672684"/>
                  </p:ext>
                </p:extLst>
              </p:nvPr>
            </p:nvGraphicFramePr>
            <p:xfrm>
              <a:off x="930342" y="2531450"/>
              <a:ext cx="5853636" cy="4196323"/>
            </p:xfrm>
            <a:graphic>
              <a:graphicData uri="http://schemas.openxmlformats.org/drawingml/2006/table">
                <a:tbl>
                  <a:tblPr firstRow="1" bandRow="1">
                    <a:tableStyleId>{2D5ABB26-0587-4C30-8999-92F81FD0307C}</a:tableStyleId>
                  </a:tblPr>
                  <a:tblGrid>
                    <a:gridCol w="5853636">
                      <a:extLst>
                        <a:ext uri="{9D8B030D-6E8A-4147-A177-3AD203B41FA5}">
                          <a16:colId xmlns:a16="http://schemas.microsoft.com/office/drawing/2014/main" val="4069948701"/>
                        </a:ext>
                      </a:extLst>
                    </a:gridCol>
                  </a:tblGrid>
                  <a:tr h="641513">
                    <a:tc>
                      <a:txBody>
                        <a:bodyPr/>
                        <a:lstStyle/>
                        <a:p>
                          <a:pPr algn="l" latinLnBrk="1"/>
                          <a14:m>
                            <m:oMathPara xmlns:m="http://schemas.openxmlformats.org/officeDocument/2006/math">
                              <m:oMathParaPr>
                                <m:jc m:val="left"/>
                              </m:oMathParaPr>
                              <m:oMath xmlns:m="http://schemas.openxmlformats.org/officeDocument/2006/math">
                                <m:sSup>
                                  <m:sSupPr>
                                    <m:ctrlPr>
                                      <a:rPr lang="en-US" altLang="ko-KR" sz="1400" i="1" smtClean="0">
                                        <a:latin typeface="Cambria Math" panose="02040503050406030204" pitchFamily="18" charset="0"/>
                                      </a:rPr>
                                    </m:ctrlPr>
                                  </m:sSupPr>
                                  <m:e>
                                    <m:r>
                                      <a:rPr lang="en-US" altLang="ko-KR" sz="1400">
                                        <a:latin typeface="Cambria Math" panose="02040503050406030204" pitchFamily="18" charset="0"/>
                                      </a:rPr>
                                      <m:t>𝑓</m:t>
                                    </m:r>
                                  </m:e>
                                  <m:sup>
                                    <m:r>
                                      <a:rPr lang="en-US" altLang="ko-KR" sz="1400">
                                        <a:latin typeface="Cambria Math" panose="02040503050406030204" pitchFamily="18" charset="0"/>
                                      </a:rPr>
                                      <m:t>′</m:t>
                                    </m:r>
                                  </m:sup>
                                </m:sSup>
                                <m:d>
                                  <m:dPr>
                                    <m:ctrlPr>
                                      <a:rPr lang="en-US" altLang="ko-KR" sz="1400" i="1">
                                        <a:latin typeface="Cambria Math" panose="02040503050406030204" pitchFamily="18" charset="0"/>
                                      </a:rPr>
                                    </m:ctrlPr>
                                  </m:dPr>
                                  <m:e>
                                    <m:r>
                                      <a:rPr lang="en-US" altLang="ko-KR" sz="1400">
                                        <a:latin typeface="Cambria Math" panose="02040503050406030204" pitchFamily="18" charset="0"/>
                                      </a:rPr>
                                      <m:t>𝑥</m:t>
                                    </m:r>
                                  </m:e>
                                </m:d>
                                <m:r>
                                  <a:rPr lang="en-US" altLang="ko-KR" sz="1400">
                                    <a:latin typeface="Cambria Math" panose="02040503050406030204" pitchFamily="18" charset="0"/>
                                  </a:rPr>
                                  <m:t>=</m:t>
                                </m:r>
                                <m:func>
                                  <m:funcPr>
                                    <m:ctrlPr>
                                      <a:rPr lang="en-US" altLang="ko-KR" sz="1400" i="1" smtClean="0">
                                        <a:latin typeface="Cambria Math" panose="02040503050406030204" pitchFamily="18" charset="0"/>
                                      </a:rPr>
                                    </m:ctrlPr>
                                  </m:funcPr>
                                  <m:fName>
                                    <m:limLow>
                                      <m:limLowPr>
                                        <m:ctrlPr>
                                          <a:rPr lang="en-US" altLang="ko-KR" sz="1400" i="1" smtClean="0">
                                            <a:latin typeface="Cambria Math" panose="02040503050406030204" pitchFamily="18" charset="0"/>
                                          </a:rPr>
                                        </m:ctrlPr>
                                      </m:limLowPr>
                                      <m:e>
                                        <m:r>
                                          <a:rPr lang="en-US" altLang="ko-KR" sz="1400" smtClean="0">
                                            <a:latin typeface="Cambria Math" panose="02040503050406030204" pitchFamily="18" charset="0"/>
                                          </a:rPr>
                                          <m:t>𝑙𝑖𝑚</m:t>
                                        </m:r>
                                      </m:e>
                                      <m:lim>
                                        <m:r>
                                          <a:rPr lang="en-US" altLang="ko-KR" sz="1400" smtClean="0">
                                            <a:latin typeface="Cambria Math" panose="02040503050406030204" pitchFamily="18" charset="0"/>
                                          </a:rPr>
                                          <m:t>h</m:t>
                                        </m:r>
                                        <m:r>
                                          <a:rPr lang="en-US" altLang="ko-KR" sz="1400" smtClean="0">
                                            <a:latin typeface="Cambria Math" panose="02040503050406030204" pitchFamily="18" charset="0"/>
                                          </a:rPr>
                                          <m:t>→0</m:t>
                                        </m:r>
                                      </m:lim>
                                    </m:limLow>
                                  </m:fName>
                                  <m:e>
                                    <m:f>
                                      <m:fPr>
                                        <m:ctrlPr>
                                          <a:rPr lang="en-US" altLang="ko-KR" sz="1400" i="1" smtClean="0">
                                            <a:latin typeface="Cambria Math" panose="02040503050406030204" pitchFamily="18" charset="0"/>
                                          </a:rPr>
                                        </m:ctrlPr>
                                      </m:fPr>
                                      <m:num>
                                        <m:r>
                                          <a:rPr lang="en-US" altLang="ko-KR" sz="1400" smtClean="0">
                                            <a:latin typeface="Cambria Math" panose="02040503050406030204" pitchFamily="18" charset="0"/>
                                          </a:rPr>
                                          <m:t>𝑓</m:t>
                                        </m:r>
                                        <m:d>
                                          <m:dPr>
                                            <m:ctrlPr>
                                              <a:rPr lang="en-US" altLang="ko-KR" sz="1400" i="1" smtClean="0">
                                                <a:latin typeface="Cambria Math" panose="02040503050406030204" pitchFamily="18" charset="0"/>
                                              </a:rPr>
                                            </m:ctrlPr>
                                          </m:dPr>
                                          <m:e>
                                            <m:r>
                                              <a:rPr lang="en-US" altLang="ko-KR" sz="1400" smtClean="0">
                                                <a:latin typeface="Cambria Math" panose="02040503050406030204" pitchFamily="18" charset="0"/>
                                              </a:rPr>
                                              <m:t>𝑥</m:t>
                                            </m:r>
                                            <m:r>
                                              <a:rPr lang="en-US" altLang="ko-KR" sz="1400" smtClean="0">
                                                <a:latin typeface="Cambria Math" panose="02040503050406030204" pitchFamily="18" charset="0"/>
                                              </a:rPr>
                                              <m:t>+</m:t>
                                            </m:r>
                                            <m:r>
                                              <a:rPr lang="en-US" altLang="ko-KR" sz="1400" smtClean="0">
                                                <a:latin typeface="Cambria Math" panose="02040503050406030204" pitchFamily="18" charset="0"/>
                                              </a:rPr>
                                              <m:t>h</m:t>
                                            </m:r>
                                          </m:e>
                                        </m:d>
                                        <m:r>
                                          <a:rPr lang="en-US" altLang="ko-KR" sz="1400" smtClean="0">
                                            <a:latin typeface="Cambria Math" panose="02040503050406030204" pitchFamily="18" charset="0"/>
                                          </a:rPr>
                                          <m:t>−</m:t>
                                        </m:r>
                                        <m:r>
                                          <a:rPr lang="en-US" altLang="ko-KR" sz="1400" smtClean="0">
                                            <a:latin typeface="Cambria Math" panose="02040503050406030204" pitchFamily="18" charset="0"/>
                                          </a:rPr>
                                          <m:t>𝑓</m:t>
                                        </m:r>
                                        <m:r>
                                          <a:rPr lang="en-US" altLang="ko-KR" sz="1400" smtClean="0">
                                            <a:latin typeface="Cambria Math" panose="02040503050406030204" pitchFamily="18" charset="0"/>
                                          </a:rPr>
                                          <m:t>(</m:t>
                                        </m:r>
                                        <m:r>
                                          <a:rPr lang="en-US" altLang="ko-KR" sz="1400" smtClean="0">
                                            <a:latin typeface="Cambria Math" panose="02040503050406030204" pitchFamily="18" charset="0"/>
                                          </a:rPr>
                                          <m:t>𝑥</m:t>
                                        </m:r>
                                        <m:r>
                                          <a:rPr lang="en-US" altLang="ko-KR" sz="1400" smtClean="0">
                                            <a:latin typeface="Cambria Math" panose="02040503050406030204" pitchFamily="18" charset="0"/>
                                          </a:rPr>
                                          <m:t>)</m:t>
                                        </m:r>
                                      </m:num>
                                      <m:den>
                                        <m:r>
                                          <a:rPr lang="en-US" altLang="ko-KR" sz="1400" smtClean="0">
                                            <a:latin typeface="Cambria Math" panose="02040503050406030204" pitchFamily="18" charset="0"/>
                                          </a:rPr>
                                          <m:t>h</m:t>
                                        </m:r>
                                      </m:den>
                                    </m:f>
                                  </m:e>
                                </m:func>
                              </m:oMath>
                            </m:oMathPara>
                          </a14:m>
                          <a:endParaRPr lang="ko-KR" altLang="en-US" sz="1400" dirty="0"/>
                        </a:p>
                      </a:txBody>
                      <a:tcPr/>
                    </a:tc>
                    <a:extLst>
                      <a:ext uri="{0D108BD9-81ED-4DB2-BD59-A6C34878D82A}">
                        <a16:rowId xmlns:a16="http://schemas.microsoft.com/office/drawing/2014/main" val="1349850590"/>
                      </a:ext>
                    </a:extLst>
                  </a:tr>
                  <a:tr h="641513">
                    <a:tc>
                      <a:txBody>
                        <a:bodyPr/>
                        <a:lstStyle/>
                        <a:p>
                          <a:pPr algn="l" latinLnBrk="1"/>
                          <a14:m>
                            <m:oMathPara xmlns:m="http://schemas.openxmlformats.org/officeDocument/2006/math">
                              <m:oMathParaPr>
                                <m:jc m:val="left"/>
                              </m:oMathParaPr>
                              <m:oMath xmlns:m="http://schemas.openxmlformats.org/officeDocument/2006/math">
                                <m:r>
                                  <a:rPr lang="en-US" altLang="ko-KR" sz="1400" smtClean="0">
                                    <a:latin typeface="Cambria Math" panose="02040503050406030204" pitchFamily="18" charset="0"/>
                                  </a:rPr>
                                  <m:t>=</m:t>
                                </m:r>
                                <m:func>
                                  <m:funcPr>
                                    <m:ctrlPr>
                                      <a:rPr lang="en-US" altLang="ko-KR" sz="1400" i="1" smtClean="0">
                                        <a:latin typeface="Cambria Math" panose="02040503050406030204" pitchFamily="18" charset="0"/>
                                      </a:rPr>
                                    </m:ctrlPr>
                                  </m:funcPr>
                                  <m:fName>
                                    <m:limLow>
                                      <m:limLowPr>
                                        <m:ctrlPr>
                                          <a:rPr lang="en-US" altLang="ko-KR" sz="1400" i="1" smtClean="0">
                                            <a:latin typeface="Cambria Math" panose="02040503050406030204" pitchFamily="18" charset="0"/>
                                          </a:rPr>
                                        </m:ctrlPr>
                                      </m:limLowPr>
                                      <m:e>
                                        <m:r>
                                          <a:rPr lang="en-US" altLang="ko-KR" sz="1400" smtClean="0">
                                            <a:latin typeface="Cambria Math" panose="02040503050406030204" pitchFamily="18" charset="0"/>
                                          </a:rPr>
                                          <m:t>𝑙𝑖𝑚</m:t>
                                        </m:r>
                                      </m:e>
                                      <m:lim>
                                        <m:r>
                                          <a:rPr lang="en-US" altLang="ko-KR" sz="1400" smtClean="0">
                                            <a:latin typeface="Cambria Math" panose="02040503050406030204" pitchFamily="18" charset="0"/>
                                          </a:rPr>
                                          <m:t>h</m:t>
                                        </m:r>
                                        <m:r>
                                          <a:rPr lang="en-US" altLang="ko-KR" sz="1400" smtClean="0">
                                            <a:latin typeface="Cambria Math" panose="02040503050406030204" pitchFamily="18" charset="0"/>
                                          </a:rPr>
                                          <m:t>→0</m:t>
                                        </m:r>
                                      </m:lim>
                                    </m:limLow>
                                  </m:fName>
                                  <m:e>
                                    <m:f>
                                      <m:fPr>
                                        <m:ctrlPr>
                                          <a:rPr lang="en-US" altLang="ko-KR" sz="1400" i="1" smtClean="0">
                                            <a:latin typeface="Cambria Math" panose="02040503050406030204" pitchFamily="18" charset="0"/>
                                          </a:rPr>
                                        </m:ctrlPr>
                                      </m:fPr>
                                      <m:num>
                                        <m:sSup>
                                          <m:sSupPr>
                                            <m:ctrlPr>
                                              <a:rPr lang="en-US" altLang="ko-KR" sz="1400" i="1" smtClean="0">
                                                <a:latin typeface="Cambria Math" panose="02040503050406030204" pitchFamily="18" charset="0"/>
                                              </a:rPr>
                                            </m:ctrlPr>
                                          </m:sSupPr>
                                          <m:e>
                                            <m:d>
                                              <m:dPr>
                                                <m:ctrlPr>
                                                  <a:rPr lang="en-US" altLang="ko-KR" sz="1400" i="1" smtClean="0">
                                                    <a:latin typeface="Cambria Math" panose="02040503050406030204" pitchFamily="18" charset="0"/>
                                                  </a:rPr>
                                                </m:ctrlPr>
                                              </m:dPr>
                                              <m:e>
                                                <m:r>
                                                  <a:rPr lang="en-US" altLang="ko-KR" sz="1400" smtClean="0">
                                                    <a:latin typeface="Cambria Math" panose="02040503050406030204" pitchFamily="18" charset="0"/>
                                                  </a:rPr>
                                                  <m:t>𝑥</m:t>
                                                </m:r>
                                                <m:r>
                                                  <a:rPr lang="en-US" altLang="ko-KR" sz="1400" smtClean="0">
                                                    <a:latin typeface="Cambria Math" panose="02040503050406030204" pitchFamily="18" charset="0"/>
                                                  </a:rPr>
                                                  <m:t>+</m:t>
                                                </m:r>
                                                <m:r>
                                                  <a:rPr lang="en-US" altLang="ko-KR" sz="1400" smtClean="0">
                                                    <a:latin typeface="Cambria Math" panose="02040503050406030204" pitchFamily="18" charset="0"/>
                                                  </a:rPr>
                                                  <m:t>h</m:t>
                                                </m:r>
                                              </m:e>
                                            </m:d>
                                          </m:e>
                                          <m:sup>
                                            <m:r>
                                              <a:rPr lang="en-US" altLang="ko-KR" sz="1400" smtClean="0">
                                                <a:latin typeface="Cambria Math" panose="02040503050406030204" pitchFamily="18" charset="0"/>
                                              </a:rPr>
                                              <m:t>𝑛</m:t>
                                            </m:r>
                                          </m:sup>
                                        </m:sSup>
                                        <m:r>
                                          <a:rPr lang="en-US" altLang="ko-KR" sz="1400" smtClean="0">
                                            <a:latin typeface="Cambria Math" panose="02040503050406030204" pitchFamily="18" charset="0"/>
                                          </a:rPr>
                                          <m:t>−</m:t>
                                        </m:r>
                                        <m:sSup>
                                          <m:sSupPr>
                                            <m:ctrlPr>
                                              <a:rPr lang="en-US" altLang="ko-KR" sz="1400" i="1" smtClean="0">
                                                <a:latin typeface="Cambria Math" panose="02040503050406030204" pitchFamily="18" charset="0"/>
                                              </a:rPr>
                                            </m:ctrlPr>
                                          </m:sSupPr>
                                          <m:e>
                                            <m:r>
                                              <a:rPr lang="en-US" altLang="ko-KR" sz="1400" smtClean="0">
                                                <a:latin typeface="Cambria Math" panose="02040503050406030204" pitchFamily="18" charset="0"/>
                                              </a:rPr>
                                              <m:t>𝑥</m:t>
                                            </m:r>
                                          </m:e>
                                          <m:sup>
                                            <m:r>
                                              <a:rPr lang="en-US" altLang="ko-KR" sz="1400" smtClean="0">
                                                <a:latin typeface="Cambria Math" panose="02040503050406030204" pitchFamily="18" charset="0"/>
                                              </a:rPr>
                                              <m:t>𝑛</m:t>
                                            </m:r>
                                          </m:sup>
                                        </m:sSup>
                                      </m:num>
                                      <m:den>
                                        <m:r>
                                          <a:rPr lang="en-US" altLang="ko-KR" sz="1400" smtClean="0">
                                            <a:latin typeface="Cambria Math" panose="02040503050406030204" pitchFamily="18" charset="0"/>
                                          </a:rPr>
                                          <m:t>h</m:t>
                                        </m:r>
                                      </m:den>
                                    </m:f>
                                  </m:e>
                                </m:func>
                              </m:oMath>
                            </m:oMathPara>
                          </a14:m>
                          <a:endParaRPr lang="ko-KR" altLang="en-US" sz="1400" dirty="0"/>
                        </a:p>
                      </a:txBody>
                      <a:tcPr/>
                    </a:tc>
                    <a:extLst>
                      <a:ext uri="{0D108BD9-81ED-4DB2-BD59-A6C34878D82A}">
                        <a16:rowId xmlns:a16="http://schemas.microsoft.com/office/drawing/2014/main" val="450883624"/>
                      </a:ext>
                    </a:extLst>
                  </a:tr>
                  <a:tr h="72035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altLang="ko-KR" sz="1400" smtClean="0">
                                    <a:latin typeface="Cambria Math" panose="02040503050406030204" pitchFamily="18" charset="0"/>
                                  </a:rPr>
                                  <m:t>=</m:t>
                                </m:r>
                                <m:func>
                                  <m:funcPr>
                                    <m:ctrlPr>
                                      <a:rPr lang="en-US" altLang="ko-KR" sz="1400" i="1" smtClean="0">
                                        <a:latin typeface="Cambria Math" panose="02040503050406030204" pitchFamily="18" charset="0"/>
                                      </a:rPr>
                                    </m:ctrlPr>
                                  </m:funcPr>
                                  <m:fName>
                                    <m:limLow>
                                      <m:limLowPr>
                                        <m:ctrlPr>
                                          <a:rPr lang="en-US" altLang="ko-KR" sz="1400" i="1" smtClean="0">
                                            <a:latin typeface="Cambria Math" panose="02040503050406030204" pitchFamily="18" charset="0"/>
                                          </a:rPr>
                                        </m:ctrlPr>
                                      </m:limLowPr>
                                      <m:e>
                                        <m:r>
                                          <a:rPr lang="en-US" altLang="ko-KR" sz="1400" smtClean="0">
                                            <a:latin typeface="Cambria Math" panose="02040503050406030204" pitchFamily="18" charset="0"/>
                                          </a:rPr>
                                          <m:t>𝑙𝑖𝑚</m:t>
                                        </m:r>
                                      </m:e>
                                      <m:lim>
                                        <m:r>
                                          <a:rPr lang="en-US" altLang="ko-KR" sz="1400" smtClean="0">
                                            <a:latin typeface="Cambria Math" panose="02040503050406030204" pitchFamily="18" charset="0"/>
                                          </a:rPr>
                                          <m:t>h</m:t>
                                        </m:r>
                                        <m:r>
                                          <a:rPr lang="en-US" altLang="ko-KR" sz="1400" smtClean="0">
                                            <a:latin typeface="Cambria Math" panose="02040503050406030204" pitchFamily="18" charset="0"/>
                                          </a:rPr>
                                          <m:t>→0</m:t>
                                        </m:r>
                                      </m:lim>
                                    </m:limLow>
                                  </m:fName>
                                  <m:e>
                                    <m:f>
                                      <m:fPr>
                                        <m:ctrlPr>
                                          <a:rPr lang="en-US" altLang="ko-KR" sz="1400" i="1" smtClean="0">
                                            <a:latin typeface="Cambria Math" panose="02040503050406030204" pitchFamily="18" charset="0"/>
                                          </a:rPr>
                                        </m:ctrlPr>
                                      </m:fPr>
                                      <m:num>
                                        <m:d>
                                          <m:dPr>
                                            <m:ctrlPr>
                                              <a:rPr lang="en-US" altLang="ko-KR" sz="1400" i="1" smtClean="0">
                                                <a:latin typeface="Cambria Math" panose="02040503050406030204" pitchFamily="18" charset="0"/>
                                              </a:rPr>
                                            </m:ctrlPr>
                                          </m:dPr>
                                          <m:e>
                                            <m:r>
                                              <a:rPr lang="en-US" altLang="ko-KR" sz="1400" smtClean="0">
                                                <a:latin typeface="Cambria Math" panose="02040503050406030204" pitchFamily="18" charset="0"/>
                                              </a:rPr>
                                              <m:t>𝑥</m:t>
                                            </m:r>
                                            <m:r>
                                              <a:rPr lang="en-US" altLang="ko-KR" sz="1400" smtClean="0">
                                                <a:latin typeface="Cambria Math" panose="02040503050406030204" pitchFamily="18" charset="0"/>
                                              </a:rPr>
                                              <m:t>+</m:t>
                                            </m:r>
                                            <m:r>
                                              <a:rPr lang="en-US" altLang="ko-KR" sz="1400" smtClean="0">
                                                <a:latin typeface="Cambria Math" panose="02040503050406030204" pitchFamily="18" charset="0"/>
                                              </a:rPr>
                                              <m:t>h</m:t>
                                            </m:r>
                                            <m:r>
                                              <a:rPr lang="en-US" altLang="ko-KR" sz="1400" smtClean="0">
                                                <a:latin typeface="Cambria Math" panose="02040503050406030204" pitchFamily="18" charset="0"/>
                                              </a:rPr>
                                              <m:t>−</m:t>
                                            </m:r>
                                            <m:r>
                                              <a:rPr lang="en-US" altLang="ko-KR" sz="1400" smtClean="0">
                                                <a:latin typeface="Cambria Math" panose="02040503050406030204" pitchFamily="18" charset="0"/>
                                              </a:rPr>
                                              <m:t>𝑥</m:t>
                                            </m:r>
                                          </m:e>
                                        </m:d>
                                        <m:d>
                                          <m:dPr>
                                            <m:ctrlPr>
                                              <a:rPr lang="en-US" altLang="ko-KR" sz="1400" i="1" smtClean="0">
                                                <a:latin typeface="Cambria Math" panose="02040503050406030204" pitchFamily="18" charset="0"/>
                                              </a:rPr>
                                            </m:ctrlPr>
                                          </m:dPr>
                                          <m:e>
                                            <m:sSup>
                                              <m:sSupPr>
                                                <m:ctrlPr>
                                                  <a:rPr lang="en-US" altLang="ko-KR" sz="1400" i="1" smtClean="0">
                                                    <a:latin typeface="Cambria Math" panose="02040503050406030204" pitchFamily="18" charset="0"/>
                                                  </a:rPr>
                                                </m:ctrlPr>
                                              </m:sSupPr>
                                              <m:e>
                                                <m:d>
                                                  <m:dPr>
                                                    <m:ctrlPr>
                                                      <a:rPr lang="en-US" altLang="ko-KR" sz="1400" i="1" smtClean="0">
                                                        <a:latin typeface="Cambria Math" panose="02040503050406030204" pitchFamily="18" charset="0"/>
                                                      </a:rPr>
                                                    </m:ctrlPr>
                                                  </m:dPr>
                                                  <m:e>
                                                    <m:r>
                                                      <a:rPr lang="en-US" altLang="ko-KR" sz="1400" smtClean="0">
                                                        <a:latin typeface="Cambria Math" panose="02040503050406030204" pitchFamily="18" charset="0"/>
                                                      </a:rPr>
                                                      <m:t>𝑥</m:t>
                                                    </m:r>
                                                    <m:r>
                                                      <a:rPr lang="en-US" altLang="ko-KR" sz="1400" smtClean="0">
                                                        <a:latin typeface="Cambria Math" panose="02040503050406030204" pitchFamily="18" charset="0"/>
                                                      </a:rPr>
                                                      <m:t>+</m:t>
                                                    </m:r>
                                                    <m:r>
                                                      <a:rPr lang="en-US" altLang="ko-KR" sz="1400" smtClean="0">
                                                        <a:latin typeface="Cambria Math" panose="02040503050406030204" pitchFamily="18" charset="0"/>
                                                      </a:rPr>
                                                      <m:t>h</m:t>
                                                    </m:r>
                                                  </m:e>
                                                </m:d>
                                              </m:e>
                                              <m:sup>
                                                <m:r>
                                                  <a:rPr lang="en-US" altLang="ko-KR" sz="1400" smtClean="0">
                                                    <a:latin typeface="Cambria Math" panose="02040503050406030204" pitchFamily="18" charset="0"/>
                                                  </a:rPr>
                                                  <m:t>𝑛</m:t>
                                                </m:r>
                                                <m:r>
                                                  <a:rPr lang="en-US" altLang="ko-KR" sz="1400" smtClean="0">
                                                    <a:latin typeface="Cambria Math" panose="02040503050406030204" pitchFamily="18" charset="0"/>
                                                  </a:rPr>
                                                  <m:t>−1</m:t>
                                                </m:r>
                                              </m:sup>
                                            </m:sSup>
                                            <m:sSup>
                                              <m:sSupPr>
                                                <m:ctrlPr>
                                                  <a:rPr lang="en-US" altLang="ko-KR" sz="1400" i="1" smtClean="0">
                                                    <a:latin typeface="Cambria Math" panose="02040503050406030204" pitchFamily="18" charset="0"/>
                                                  </a:rPr>
                                                </m:ctrlPr>
                                              </m:sSupPr>
                                              <m:e>
                                                <m:r>
                                                  <a:rPr lang="en-US" altLang="ko-KR" sz="1400" smtClean="0">
                                                    <a:latin typeface="Cambria Math" panose="02040503050406030204" pitchFamily="18" charset="0"/>
                                                  </a:rPr>
                                                  <m:t>𝑥</m:t>
                                                </m:r>
                                              </m:e>
                                              <m:sup>
                                                <m:r>
                                                  <a:rPr lang="en-US" altLang="ko-KR" sz="1400" smtClean="0">
                                                    <a:latin typeface="Cambria Math" panose="02040503050406030204" pitchFamily="18" charset="0"/>
                                                  </a:rPr>
                                                  <m:t>0</m:t>
                                                </m:r>
                                              </m:sup>
                                            </m:sSup>
                                            <m:r>
                                              <a:rPr lang="en-US" altLang="ko-KR" sz="1400" smtClean="0">
                                                <a:latin typeface="Cambria Math" panose="02040503050406030204" pitchFamily="18" charset="0"/>
                                              </a:rPr>
                                              <m:t>+</m:t>
                                            </m:r>
                                            <m:sSup>
                                              <m:sSupPr>
                                                <m:ctrlPr>
                                                  <a:rPr lang="en-US" altLang="ko-KR" sz="1400" i="1" smtClean="0">
                                                    <a:latin typeface="Cambria Math" panose="02040503050406030204" pitchFamily="18" charset="0"/>
                                                  </a:rPr>
                                                </m:ctrlPr>
                                              </m:sSupPr>
                                              <m:e>
                                                <m:d>
                                                  <m:dPr>
                                                    <m:ctrlPr>
                                                      <a:rPr lang="en-US" altLang="ko-KR" sz="1400" i="1" smtClean="0">
                                                        <a:latin typeface="Cambria Math" panose="02040503050406030204" pitchFamily="18" charset="0"/>
                                                      </a:rPr>
                                                    </m:ctrlPr>
                                                  </m:dPr>
                                                  <m:e>
                                                    <m:r>
                                                      <a:rPr lang="en-US" altLang="ko-KR" sz="1400" smtClean="0">
                                                        <a:latin typeface="Cambria Math" panose="02040503050406030204" pitchFamily="18" charset="0"/>
                                                      </a:rPr>
                                                      <m:t>𝑥</m:t>
                                                    </m:r>
                                                    <m:r>
                                                      <a:rPr lang="en-US" altLang="ko-KR" sz="1400" smtClean="0">
                                                        <a:latin typeface="Cambria Math" panose="02040503050406030204" pitchFamily="18" charset="0"/>
                                                      </a:rPr>
                                                      <m:t>+</m:t>
                                                    </m:r>
                                                    <m:r>
                                                      <a:rPr lang="en-US" altLang="ko-KR" sz="1400" smtClean="0">
                                                        <a:latin typeface="Cambria Math" panose="02040503050406030204" pitchFamily="18" charset="0"/>
                                                      </a:rPr>
                                                      <m:t>h</m:t>
                                                    </m:r>
                                                  </m:e>
                                                </m:d>
                                              </m:e>
                                              <m:sup>
                                                <m:r>
                                                  <a:rPr lang="en-US" altLang="ko-KR" sz="1400" smtClean="0">
                                                    <a:latin typeface="Cambria Math" panose="02040503050406030204" pitchFamily="18" charset="0"/>
                                                  </a:rPr>
                                                  <m:t>𝑛</m:t>
                                                </m:r>
                                                <m:r>
                                                  <a:rPr lang="en-US" altLang="ko-KR" sz="1400" smtClean="0">
                                                    <a:latin typeface="Cambria Math" panose="02040503050406030204" pitchFamily="18" charset="0"/>
                                                  </a:rPr>
                                                  <m:t>−2</m:t>
                                                </m:r>
                                              </m:sup>
                                            </m:sSup>
                                            <m:sSup>
                                              <m:sSupPr>
                                                <m:ctrlPr>
                                                  <a:rPr lang="en-US" altLang="ko-KR" sz="1400" i="1" smtClean="0">
                                                    <a:latin typeface="Cambria Math" panose="02040503050406030204" pitchFamily="18" charset="0"/>
                                                  </a:rPr>
                                                </m:ctrlPr>
                                              </m:sSupPr>
                                              <m:e>
                                                <m:r>
                                                  <a:rPr lang="en-US" altLang="ko-KR" sz="1400" smtClean="0">
                                                    <a:latin typeface="Cambria Math" panose="02040503050406030204" pitchFamily="18" charset="0"/>
                                                  </a:rPr>
                                                  <m:t>𝑥</m:t>
                                                </m:r>
                                              </m:e>
                                              <m:sup>
                                                <m:r>
                                                  <a:rPr lang="en-US" altLang="ko-KR" sz="1400" smtClean="0">
                                                    <a:latin typeface="Cambria Math" panose="02040503050406030204" pitchFamily="18" charset="0"/>
                                                  </a:rPr>
                                                  <m:t>1</m:t>
                                                </m:r>
                                              </m:sup>
                                            </m:sSup>
                                            <m:r>
                                              <a:rPr lang="en-US" altLang="ko-KR" sz="1400" smtClean="0">
                                                <a:latin typeface="Cambria Math" panose="02040503050406030204" pitchFamily="18" charset="0"/>
                                              </a:rPr>
                                              <m:t>+…+</m:t>
                                            </m:r>
                                            <m:sSup>
                                              <m:sSupPr>
                                                <m:ctrlPr>
                                                  <a:rPr lang="en-US" altLang="ko-KR" sz="1400" i="1" smtClean="0">
                                                    <a:latin typeface="Cambria Math" panose="02040503050406030204" pitchFamily="18" charset="0"/>
                                                  </a:rPr>
                                                </m:ctrlPr>
                                              </m:sSupPr>
                                              <m:e>
                                                <m:d>
                                                  <m:dPr>
                                                    <m:ctrlPr>
                                                      <a:rPr lang="en-US" altLang="ko-KR" sz="1400" i="1" smtClean="0">
                                                        <a:latin typeface="Cambria Math" panose="02040503050406030204" pitchFamily="18" charset="0"/>
                                                      </a:rPr>
                                                    </m:ctrlPr>
                                                  </m:dPr>
                                                  <m:e>
                                                    <m:r>
                                                      <a:rPr lang="en-US" altLang="ko-KR" sz="1400" smtClean="0">
                                                        <a:latin typeface="Cambria Math" panose="02040503050406030204" pitchFamily="18" charset="0"/>
                                                      </a:rPr>
                                                      <m:t>𝑥</m:t>
                                                    </m:r>
                                                    <m:r>
                                                      <a:rPr lang="en-US" altLang="ko-KR" sz="1400" smtClean="0">
                                                        <a:latin typeface="Cambria Math" panose="02040503050406030204" pitchFamily="18" charset="0"/>
                                                      </a:rPr>
                                                      <m:t>+</m:t>
                                                    </m:r>
                                                    <m:r>
                                                      <a:rPr lang="en-US" altLang="ko-KR" sz="1400" smtClean="0">
                                                        <a:latin typeface="Cambria Math" panose="02040503050406030204" pitchFamily="18" charset="0"/>
                                                      </a:rPr>
                                                      <m:t>h</m:t>
                                                    </m:r>
                                                  </m:e>
                                                </m:d>
                                              </m:e>
                                              <m:sup>
                                                <m:r>
                                                  <a:rPr lang="en-US" altLang="ko-KR" sz="1400" smtClean="0">
                                                    <a:latin typeface="Cambria Math" panose="02040503050406030204" pitchFamily="18" charset="0"/>
                                                  </a:rPr>
                                                  <m:t>0</m:t>
                                                </m:r>
                                              </m:sup>
                                            </m:sSup>
                                            <m:sSup>
                                              <m:sSupPr>
                                                <m:ctrlPr>
                                                  <a:rPr lang="en-US" altLang="ko-KR" sz="1400" i="1" smtClean="0">
                                                    <a:latin typeface="Cambria Math" panose="02040503050406030204" pitchFamily="18" charset="0"/>
                                                  </a:rPr>
                                                </m:ctrlPr>
                                              </m:sSupPr>
                                              <m:e>
                                                <m:r>
                                                  <a:rPr lang="en-US" altLang="ko-KR" sz="1400" smtClean="0">
                                                    <a:latin typeface="Cambria Math" panose="02040503050406030204" pitchFamily="18" charset="0"/>
                                                  </a:rPr>
                                                  <m:t>𝑥</m:t>
                                                </m:r>
                                              </m:e>
                                              <m:sup>
                                                <m:r>
                                                  <a:rPr lang="en-US" altLang="ko-KR" sz="1400" smtClean="0">
                                                    <a:latin typeface="Cambria Math" panose="02040503050406030204" pitchFamily="18" charset="0"/>
                                                  </a:rPr>
                                                  <m:t>𝑛</m:t>
                                                </m:r>
                                                <m:r>
                                                  <a:rPr lang="en-US" altLang="ko-KR" sz="1400" smtClean="0">
                                                    <a:latin typeface="Cambria Math" panose="02040503050406030204" pitchFamily="18" charset="0"/>
                                                  </a:rPr>
                                                  <m:t>−1</m:t>
                                                </m:r>
                                              </m:sup>
                                            </m:sSup>
                                          </m:e>
                                        </m:d>
                                      </m:num>
                                      <m:den>
                                        <m:r>
                                          <a:rPr lang="en-US" altLang="ko-KR" sz="1400" smtClean="0">
                                            <a:latin typeface="Cambria Math" panose="02040503050406030204" pitchFamily="18" charset="0"/>
                                          </a:rPr>
                                          <m:t>h</m:t>
                                        </m:r>
                                      </m:den>
                                    </m:f>
                                  </m:e>
                                </m:func>
                              </m:oMath>
                            </m:oMathPara>
                          </a14:m>
                          <a:endParaRPr lang="ko-KR" altLang="en-US" sz="1400" dirty="0"/>
                        </a:p>
                      </a:txBody>
                      <a:tcPr/>
                    </a:tc>
                    <a:extLst>
                      <a:ext uri="{0D108BD9-81ED-4DB2-BD59-A6C34878D82A}">
                        <a16:rowId xmlns:a16="http://schemas.microsoft.com/office/drawing/2014/main" val="549591821"/>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altLang="ko-KR" sz="1400" smtClean="0">
                                    <a:latin typeface="Cambria Math" panose="02040503050406030204" pitchFamily="18" charset="0"/>
                                  </a:rPr>
                                  <m:t>=</m:t>
                                </m:r>
                                <m:func>
                                  <m:funcPr>
                                    <m:ctrlPr>
                                      <a:rPr lang="en-US" altLang="ko-KR" sz="1400" i="1" smtClean="0">
                                        <a:latin typeface="Cambria Math" panose="02040503050406030204" pitchFamily="18" charset="0"/>
                                      </a:rPr>
                                    </m:ctrlPr>
                                  </m:funcPr>
                                  <m:fName>
                                    <m:limLow>
                                      <m:limLowPr>
                                        <m:ctrlPr>
                                          <a:rPr lang="en-US" altLang="ko-KR" sz="1400" i="1" smtClean="0">
                                            <a:latin typeface="Cambria Math" panose="02040503050406030204" pitchFamily="18" charset="0"/>
                                          </a:rPr>
                                        </m:ctrlPr>
                                      </m:limLowPr>
                                      <m:e>
                                        <m:r>
                                          <a:rPr lang="en-US" altLang="ko-KR" sz="1400" smtClean="0">
                                            <a:latin typeface="Cambria Math" panose="02040503050406030204" pitchFamily="18" charset="0"/>
                                          </a:rPr>
                                          <m:t>𝑙𝑖𝑚</m:t>
                                        </m:r>
                                      </m:e>
                                      <m:lim>
                                        <m:r>
                                          <a:rPr lang="en-US" altLang="ko-KR" sz="1400" smtClean="0">
                                            <a:latin typeface="Cambria Math" panose="02040503050406030204" pitchFamily="18" charset="0"/>
                                          </a:rPr>
                                          <m:t>h</m:t>
                                        </m:r>
                                        <m:r>
                                          <a:rPr lang="en-US" altLang="ko-KR" sz="1400" smtClean="0">
                                            <a:latin typeface="Cambria Math" panose="02040503050406030204" pitchFamily="18" charset="0"/>
                                          </a:rPr>
                                          <m:t>→0</m:t>
                                        </m:r>
                                      </m:lim>
                                    </m:limLow>
                                  </m:fName>
                                  <m:e>
                                    <m:d>
                                      <m:dPr>
                                        <m:ctrlPr>
                                          <a:rPr lang="en-US" altLang="ko-KR" sz="1400" i="1" smtClean="0">
                                            <a:latin typeface="Cambria Math" panose="02040503050406030204" pitchFamily="18" charset="0"/>
                                          </a:rPr>
                                        </m:ctrlPr>
                                      </m:dPr>
                                      <m:e>
                                        <m:sSup>
                                          <m:sSupPr>
                                            <m:ctrlPr>
                                              <a:rPr lang="en-US" altLang="ko-KR" sz="1400" i="1" smtClean="0">
                                                <a:latin typeface="Cambria Math" panose="02040503050406030204" pitchFamily="18" charset="0"/>
                                              </a:rPr>
                                            </m:ctrlPr>
                                          </m:sSupPr>
                                          <m:e>
                                            <m:d>
                                              <m:dPr>
                                                <m:ctrlPr>
                                                  <a:rPr lang="en-US" altLang="ko-KR" sz="1400" i="1" smtClean="0">
                                                    <a:latin typeface="Cambria Math" panose="02040503050406030204" pitchFamily="18" charset="0"/>
                                                  </a:rPr>
                                                </m:ctrlPr>
                                              </m:dPr>
                                              <m:e>
                                                <m:r>
                                                  <a:rPr lang="en-US" altLang="ko-KR" sz="1400" smtClean="0">
                                                    <a:latin typeface="Cambria Math" panose="02040503050406030204" pitchFamily="18" charset="0"/>
                                                  </a:rPr>
                                                  <m:t>𝑥</m:t>
                                                </m:r>
                                                <m:r>
                                                  <a:rPr lang="en-US" altLang="ko-KR" sz="1400" smtClean="0">
                                                    <a:latin typeface="Cambria Math" panose="02040503050406030204" pitchFamily="18" charset="0"/>
                                                  </a:rPr>
                                                  <m:t>+</m:t>
                                                </m:r>
                                                <m:r>
                                                  <a:rPr lang="en-US" altLang="ko-KR" sz="1400" smtClean="0">
                                                    <a:latin typeface="Cambria Math" panose="02040503050406030204" pitchFamily="18" charset="0"/>
                                                  </a:rPr>
                                                  <m:t>h</m:t>
                                                </m:r>
                                              </m:e>
                                            </m:d>
                                          </m:e>
                                          <m:sup>
                                            <m:r>
                                              <a:rPr lang="en-US" altLang="ko-KR" sz="1400" smtClean="0">
                                                <a:latin typeface="Cambria Math" panose="02040503050406030204" pitchFamily="18" charset="0"/>
                                              </a:rPr>
                                              <m:t>𝑛</m:t>
                                            </m:r>
                                            <m:r>
                                              <a:rPr lang="en-US" altLang="ko-KR" sz="1400" smtClean="0">
                                                <a:latin typeface="Cambria Math" panose="02040503050406030204" pitchFamily="18" charset="0"/>
                                              </a:rPr>
                                              <m:t>−1</m:t>
                                            </m:r>
                                          </m:sup>
                                        </m:sSup>
                                        <m:sSup>
                                          <m:sSupPr>
                                            <m:ctrlPr>
                                              <a:rPr lang="en-US" altLang="ko-KR" sz="1400" i="1" smtClean="0">
                                                <a:latin typeface="Cambria Math" panose="02040503050406030204" pitchFamily="18" charset="0"/>
                                              </a:rPr>
                                            </m:ctrlPr>
                                          </m:sSupPr>
                                          <m:e>
                                            <m:r>
                                              <a:rPr lang="en-US" altLang="ko-KR" sz="1400" smtClean="0">
                                                <a:latin typeface="Cambria Math" panose="02040503050406030204" pitchFamily="18" charset="0"/>
                                              </a:rPr>
                                              <m:t>𝑥</m:t>
                                            </m:r>
                                          </m:e>
                                          <m:sup>
                                            <m:r>
                                              <a:rPr lang="en-US" altLang="ko-KR" sz="1400" smtClean="0">
                                                <a:latin typeface="Cambria Math" panose="02040503050406030204" pitchFamily="18" charset="0"/>
                                              </a:rPr>
                                              <m:t>0</m:t>
                                            </m:r>
                                          </m:sup>
                                        </m:sSup>
                                        <m:r>
                                          <a:rPr lang="en-US" altLang="ko-KR" sz="1400" smtClean="0">
                                            <a:latin typeface="Cambria Math" panose="02040503050406030204" pitchFamily="18" charset="0"/>
                                          </a:rPr>
                                          <m:t>+</m:t>
                                        </m:r>
                                        <m:sSup>
                                          <m:sSupPr>
                                            <m:ctrlPr>
                                              <a:rPr lang="en-US" altLang="ko-KR" sz="1400" i="1" smtClean="0">
                                                <a:latin typeface="Cambria Math" panose="02040503050406030204" pitchFamily="18" charset="0"/>
                                              </a:rPr>
                                            </m:ctrlPr>
                                          </m:sSupPr>
                                          <m:e>
                                            <m:d>
                                              <m:dPr>
                                                <m:ctrlPr>
                                                  <a:rPr lang="en-US" altLang="ko-KR" sz="1400" i="1" smtClean="0">
                                                    <a:latin typeface="Cambria Math" panose="02040503050406030204" pitchFamily="18" charset="0"/>
                                                  </a:rPr>
                                                </m:ctrlPr>
                                              </m:dPr>
                                              <m:e>
                                                <m:r>
                                                  <a:rPr lang="en-US" altLang="ko-KR" sz="1400" smtClean="0">
                                                    <a:latin typeface="Cambria Math" panose="02040503050406030204" pitchFamily="18" charset="0"/>
                                                  </a:rPr>
                                                  <m:t>𝑥</m:t>
                                                </m:r>
                                                <m:r>
                                                  <a:rPr lang="en-US" altLang="ko-KR" sz="1400" smtClean="0">
                                                    <a:latin typeface="Cambria Math" panose="02040503050406030204" pitchFamily="18" charset="0"/>
                                                  </a:rPr>
                                                  <m:t>+</m:t>
                                                </m:r>
                                                <m:r>
                                                  <a:rPr lang="en-US" altLang="ko-KR" sz="1400" smtClean="0">
                                                    <a:latin typeface="Cambria Math" panose="02040503050406030204" pitchFamily="18" charset="0"/>
                                                  </a:rPr>
                                                  <m:t>h</m:t>
                                                </m:r>
                                              </m:e>
                                            </m:d>
                                          </m:e>
                                          <m:sup>
                                            <m:r>
                                              <a:rPr lang="en-US" altLang="ko-KR" sz="1400" smtClean="0">
                                                <a:latin typeface="Cambria Math" panose="02040503050406030204" pitchFamily="18" charset="0"/>
                                              </a:rPr>
                                              <m:t>𝑛</m:t>
                                            </m:r>
                                            <m:r>
                                              <a:rPr lang="en-US" altLang="ko-KR" sz="1400" smtClean="0">
                                                <a:latin typeface="Cambria Math" panose="02040503050406030204" pitchFamily="18" charset="0"/>
                                              </a:rPr>
                                              <m:t>−2</m:t>
                                            </m:r>
                                          </m:sup>
                                        </m:sSup>
                                        <m:sSup>
                                          <m:sSupPr>
                                            <m:ctrlPr>
                                              <a:rPr lang="en-US" altLang="ko-KR" sz="1400" i="1" smtClean="0">
                                                <a:latin typeface="Cambria Math" panose="02040503050406030204" pitchFamily="18" charset="0"/>
                                              </a:rPr>
                                            </m:ctrlPr>
                                          </m:sSupPr>
                                          <m:e>
                                            <m:r>
                                              <a:rPr lang="en-US" altLang="ko-KR" sz="1400" smtClean="0">
                                                <a:latin typeface="Cambria Math" panose="02040503050406030204" pitchFamily="18" charset="0"/>
                                              </a:rPr>
                                              <m:t>𝑥</m:t>
                                            </m:r>
                                          </m:e>
                                          <m:sup>
                                            <m:r>
                                              <a:rPr lang="en-US" altLang="ko-KR" sz="1400" smtClean="0">
                                                <a:latin typeface="Cambria Math" panose="02040503050406030204" pitchFamily="18" charset="0"/>
                                              </a:rPr>
                                              <m:t>1</m:t>
                                            </m:r>
                                          </m:sup>
                                        </m:sSup>
                                        <m:r>
                                          <a:rPr lang="en-US" altLang="ko-KR" sz="1400" smtClean="0">
                                            <a:latin typeface="Cambria Math" panose="02040503050406030204" pitchFamily="18" charset="0"/>
                                          </a:rPr>
                                          <m:t>+…+</m:t>
                                        </m:r>
                                        <m:sSup>
                                          <m:sSupPr>
                                            <m:ctrlPr>
                                              <a:rPr lang="en-US" altLang="ko-KR" sz="1400" i="1" smtClean="0">
                                                <a:latin typeface="Cambria Math" panose="02040503050406030204" pitchFamily="18" charset="0"/>
                                              </a:rPr>
                                            </m:ctrlPr>
                                          </m:sSupPr>
                                          <m:e>
                                            <m:d>
                                              <m:dPr>
                                                <m:ctrlPr>
                                                  <a:rPr lang="en-US" altLang="ko-KR" sz="1400" i="1" smtClean="0">
                                                    <a:latin typeface="Cambria Math" panose="02040503050406030204" pitchFamily="18" charset="0"/>
                                                  </a:rPr>
                                                </m:ctrlPr>
                                              </m:dPr>
                                              <m:e>
                                                <m:r>
                                                  <a:rPr lang="en-US" altLang="ko-KR" sz="1400" smtClean="0">
                                                    <a:latin typeface="Cambria Math" panose="02040503050406030204" pitchFamily="18" charset="0"/>
                                                  </a:rPr>
                                                  <m:t>𝑥</m:t>
                                                </m:r>
                                                <m:r>
                                                  <a:rPr lang="en-US" altLang="ko-KR" sz="1400" smtClean="0">
                                                    <a:latin typeface="Cambria Math" panose="02040503050406030204" pitchFamily="18" charset="0"/>
                                                  </a:rPr>
                                                  <m:t>+</m:t>
                                                </m:r>
                                                <m:r>
                                                  <a:rPr lang="en-US" altLang="ko-KR" sz="1400" smtClean="0">
                                                    <a:latin typeface="Cambria Math" panose="02040503050406030204" pitchFamily="18" charset="0"/>
                                                  </a:rPr>
                                                  <m:t>h</m:t>
                                                </m:r>
                                              </m:e>
                                            </m:d>
                                          </m:e>
                                          <m:sup>
                                            <m:r>
                                              <a:rPr lang="en-US" altLang="ko-KR" sz="1400" smtClean="0">
                                                <a:latin typeface="Cambria Math" panose="02040503050406030204" pitchFamily="18" charset="0"/>
                                              </a:rPr>
                                              <m:t>0</m:t>
                                            </m:r>
                                          </m:sup>
                                        </m:sSup>
                                        <m:sSup>
                                          <m:sSupPr>
                                            <m:ctrlPr>
                                              <a:rPr lang="en-US" altLang="ko-KR" sz="1400" i="1" smtClean="0">
                                                <a:latin typeface="Cambria Math" panose="02040503050406030204" pitchFamily="18" charset="0"/>
                                              </a:rPr>
                                            </m:ctrlPr>
                                          </m:sSupPr>
                                          <m:e>
                                            <m:r>
                                              <a:rPr lang="en-US" altLang="ko-KR" sz="1400" smtClean="0">
                                                <a:latin typeface="Cambria Math" panose="02040503050406030204" pitchFamily="18" charset="0"/>
                                              </a:rPr>
                                              <m:t>𝑥</m:t>
                                            </m:r>
                                          </m:e>
                                          <m:sup>
                                            <m:r>
                                              <a:rPr lang="en-US" altLang="ko-KR" sz="1400" smtClean="0">
                                                <a:latin typeface="Cambria Math" panose="02040503050406030204" pitchFamily="18" charset="0"/>
                                              </a:rPr>
                                              <m:t>𝑛</m:t>
                                            </m:r>
                                            <m:r>
                                              <a:rPr lang="en-US" altLang="ko-KR" sz="1400" smtClean="0">
                                                <a:latin typeface="Cambria Math" panose="02040503050406030204" pitchFamily="18" charset="0"/>
                                              </a:rPr>
                                              <m:t>−1</m:t>
                                            </m:r>
                                          </m:sup>
                                        </m:sSup>
                                      </m:e>
                                    </m:d>
                                  </m:e>
                                </m:func>
                              </m:oMath>
                            </m:oMathPara>
                          </a14:m>
                          <a:endParaRPr lang="ko-KR" altLang="en-US" sz="1400" dirty="0"/>
                        </a:p>
                      </a:txBody>
                      <a:tcPr/>
                    </a:tc>
                    <a:extLst>
                      <a:ext uri="{0D108BD9-81ED-4DB2-BD59-A6C34878D82A}">
                        <a16:rowId xmlns:a16="http://schemas.microsoft.com/office/drawing/2014/main" val="2571924127"/>
                      </a:ext>
                    </a:extLst>
                  </a:tr>
                  <a:tr h="549223">
                    <a:tc>
                      <a:txBody>
                        <a:bodyPr/>
                        <a:lstStyle/>
                        <a:p>
                          <a:pPr algn="l" latinLnBrk="1"/>
                          <a14:m>
                            <m:oMathPara xmlns:m="http://schemas.openxmlformats.org/officeDocument/2006/math">
                              <m:oMathParaPr>
                                <m:jc m:val="left"/>
                              </m:oMathParaPr>
                              <m:oMath xmlns:m="http://schemas.openxmlformats.org/officeDocument/2006/math">
                                <m:r>
                                  <a:rPr lang="en-US" altLang="ko-KR" sz="1400" smtClean="0">
                                    <a:latin typeface="Cambria Math" panose="02040503050406030204" pitchFamily="18" charset="0"/>
                                  </a:rPr>
                                  <m:t>=</m:t>
                                </m:r>
                                <m:sSup>
                                  <m:sSupPr>
                                    <m:ctrlPr>
                                      <a:rPr lang="en-US" altLang="ko-KR" sz="1400" i="1" smtClean="0">
                                        <a:latin typeface="Cambria Math" panose="02040503050406030204" pitchFamily="18" charset="0"/>
                                      </a:rPr>
                                    </m:ctrlPr>
                                  </m:sSupPr>
                                  <m:e>
                                    <m:r>
                                      <a:rPr lang="en-US" altLang="ko-KR" sz="1400" smtClean="0">
                                        <a:latin typeface="Cambria Math" panose="02040503050406030204" pitchFamily="18" charset="0"/>
                                      </a:rPr>
                                      <m:t>𝑥</m:t>
                                    </m:r>
                                  </m:e>
                                  <m:sup>
                                    <m:r>
                                      <a:rPr lang="en-US" altLang="ko-KR" sz="1400" smtClean="0">
                                        <a:latin typeface="Cambria Math" panose="02040503050406030204" pitchFamily="18" charset="0"/>
                                      </a:rPr>
                                      <m:t>𝑛</m:t>
                                    </m:r>
                                    <m:r>
                                      <a:rPr lang="en-US" altLang="ko-KR" sz="1400" smtClean="0">
                                        <a:latin typeface="Cambria Math" panose="02040503050406030204" pitchFamily="18" charset="0"/>
                                      </a:rPr>
                                      <m:t>−1</m:t>
                                    </m:r>
                                  </m:sup>
                                </m:sSup>
                                <m:sSup>
                                  <m:sSupPr>
                                    <m:ctrlPr>
                                      <a:rPr lang="en-US" altLang="ko-KR" sz="1400" i="1" smtClean="0">
                                        <a:latin typeface="Cambria Math" panose="02040503050406030204" pitchFamily="18" charset="0"/>
                                      </a:rPr>
                                    </m:ctrlPr>
                                  </m:sSupPr>
                                  <m:e>
                                    <m:r>
                                      <a:rPr lang="en-US" altLang="ko-KR" sz="1400" smtClean="0">
                                        <a:latin typeface="Cambria Math" panose="02040503050406030204" pitchFamily="18" charset="0"/>
                                      </a:rPr>
                                      <m:t>𝑥</m:t>
                                    </m:r>
                                  </m:e>
                                  <m:sup>
                                    <m:r>
                                      <a:rPr lang="en-US" altLang="ko-KR" sz="1400" smtClean="0">
                                        <a:latin typeface="Cambria Math" panose="02040503050406030204" pitchFamily="18" charset="0"/>
                                      </a:rPr>
                                      <m:t>0</m:t>
                                    </m:r>
                                  </m:sup>
                                </m:sSup>
                                <m:r>
                                  <a:rPr lang="en-US" altLang="ko-KR" sz="1400" smtClean="0">
                                    <a:latin typeface="Cambria Math" panose="02040503050406030204" pitchFamily="18" charset="0"/>
                                  </a:rPr>
                                  <m:t>+</m:t>
                                </m:r>
                                <m:sSup>
                                  <m:sSupPr>
                                    <m:ctrlPr>
                                      <a:rPr lang="en-US" altLang="ko-KR" sz="1400" i="1" smtClean="0">
                                        <a:latin typeface="Cambria Math" panose="02040503050406030204" pitchFamily="18" charset="0"/>
                                      </a:rPr>
                                    </m:ctrlPr>
                                  </m:sSupPr>
                                  <m:e>
                                    <m:r>
                                      <a:rPr lang="en-US" altLang="ko-KR" sz="1400" smtClean="0">
                                        <a:latin typeface="Cambria Math" panose="02040503050406030204" pitchFamily="18" charset="0"/>
                                      </a:rPr>
                                      <m:t>𝑥</m:t>
                                    </m:r>
                                  </m:e>
                                  <m:sup>
                                    <m:r>
                                      <a:rPr lang="en-US" altLang="ko-KR" sz="1400" smtClean="0">
                                        <a:latin typeface="Cambria Math" panose="02040503050406030204" pitchFamily="18" charset="0"/>
                                      </a:rPr>
                                      <m:t>𝑛</m:t>
                                    </m:r>
                                    <m:r>
                                      <a:rPr lang="en-US" altLang="ko-KR" sz="1400" smtClean="0">
                                        <a:latin typeface="Cambria Math" panose="02040503050406030204" pitchFamily="18" charset="0"/>
                                      </a:rPr>
                                      <m:t>−2</m:t>
                                    </m:r>
                                  </m:sup>
                                </m:sSup>
                                <m:sSup>
                                  <m:sSupPr>
                                    <m:ctrlPr>
                                      <a:rPr lang="en-US" altLang="ko-KR" sz="1400" i="1" smtClean="0">
                                        <a:latin typeface="Cambria Math" panose="02040503050406030204" pitchFamily="18" charset="0"/>
                                      </a:rPr>
                                    </m:ctrlPr>
                                  </m:sSupPr>
                                  <m:e>
                                    <m:r>
                                      <a:rPr lang="en-US" altLang="ko-KR" sz="1400" smtClean="0">
                                        <a:latin typeface="Cambria Math" panose="02040503050406030204" pitchFamily="18" charset="0"/>
                                      </a:rPr>
                                      <m:t>𝑥</m:t>
                                    </m:r>
                                  </m:e>
                                  <m:sup>
                                    <m:r>
                                      <a:rPr lang="en-US" altLang="ko-KR" sz="1400" smtClean="0">
                                        <a:latin typeface="Cambria Math" panose="02040503050406030204" pitchFamily="18" charset="0"/>
                                      </a:rPr>
                                      <m:t>1</m:t>
                                    </m:r>
                                  </m:sup>
                                </m:sSup>
                                <m:r>
                                  <a:rPr lang="en-US" altLang="ko-KR" sz="1400" smtClean="0">
                                    <a:latin typeface="Cambria Math" panose="02040503050406030204" pitchFamily="18" charset="0"/>
                                  </a:rPr>
                                  <m:t>+…+</m:t>
                                </m:r>
                                <m:sSup>
                                  <m:sSupPr>
                                    <m:ctrlPr>
                                      <a:rPr lang="en-US" altLang="ko-KR" sz="1400" i="1" smtClean="0">
                                        <a:latin typeface="Cambria Math" panose="02040503050406030204" pitchFamily="18" charset="0"/>
                                      </a:rPr>
                                    </m:ctrlPr>
                                  </m:sSupPr>
                                  <m:e>
                                    <m:r>
                                      <a:rPr lang="en-US" altLang="ko-KR" sz="1400" smtClean="0">
                                        <a:latin typeface="Cambria Math" panose="02040503050406030204" pitchFamily="18" charset="0"/>
                                      </a:rPr>
                                      <m:t>𝑥</m:t>
                                    </m:r>
                                  </m:e>
                                  <m:sup>
                                    <m:r>
                                      <a:rPr lang="en-US" altLang="ko-KR" sz="1400" smtClean="0">
                                        <a:latin typeface="Cambria Math" panose="02040503050406030204" pitchFamily="18" charset="0"/>
                                      </a:rPr>
                                      <m:t>0</m:t>
                                    </m:r>
                                  </m:sup>
                                </m:sSup>
                                <m:sSup>
                                  <m:sSupPr>
                                    <m:ctrlPr>
                                      <a:rPr lang="en-US" altLang="ko-KR" sz="1400" i="1" smtClean="0">
                                        <a:latin typeface="Cambria Math" panose="02040503050406030204" pitchFamily="18" charset="0"/>
                                      </a:rPr>
                                    </m:ctrlPr>
                                  </m:sSupPr>
                                  <m:e>
                                    <m:r>
                                      <a:rPr lang="en-US" altLang="ko-KR" sz="1400" smtClean="0">
                                        <a:latin typeface="Cambria Math" panose="02040503050406030204" pitchFamily="18" charset="0"/>
                                      </a:rPr>
                                      <m:t>𝑥</m:t>
                                    </m:r>
                                  </m:e>
                                  <m:sup>
                                    <m:r>
                                      <a:rPr lang="en-US" altLang="ko-KR" sz="1400" smtClean="0">
                                        <a:latin typeface="Cambria Math" panose="02040503050406030204" pitchFamily="18" charset="0"/>
                                      </a:rPr>
                                      <m:t>𝑛</m:t>
                                    </m:r>
                                    <m:r>
                                      <a:rPr lang="en-US" altLang="ko-KR" sz="1400" smtClean="0">
                                        <a:latin typeface="Cambria Math" panose="02040503050406030204" pitchFamily="18" charset="0"/>
                                      </a:rPr>
                                      <m:t>−1</m:t>
                                    </m:r>
                                  </m:sup>
                                </m:sSup>
                              </m:oMath>
                            </m:oMathPara>
                          </a14:m>
                          <a:endParaRPr lang="ko-KR" altLang="en-US" sz="1400" dirty="0"/>
                        </a:p>
                      </a:txBody>
                      <a:tcPr/>
                    </a:tc>
                    <a:extLst>
                      <a:ext uri="{0D108BD9-81ED-4DB2-BD59-A6C34878D82A}">
                        <a16:rowId xmlns:a16="http://schemas.microsoft.com/office/drawing/2014/main" val="2867915854"/>
                      </a:ext>
                    </a:extLst>
                  </a:tr>
                  <a:tr h="54527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tc>
                    <a:extLst>
                      <a:ext uri="{0D108BD9-81ED-4DB2-BD59-A6C34878D82A}">
                        <a16:rowId xmlns:a16="http://schemas.microsoft.com/office/drawing/2014/main" val="2333410646"/>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tc>
                    <a:extLst>
                      <a:ext uri="{0D108BD9-81ED-4DB2-BD59-A6C34878D82A}">
                        <a16:rowId xmlns:a16="http://schemas.microsoft.com/office/drawing/2014/main" val="3053326746"/>
                      </a:ext>
                    </a:extLst>
                  </a:tr>
                </a:tbl>
              </a:graphicData>
            </a:graphic>
          </p:graphicFrame>
        </mc:Choice>
        <mc:Fallback xmlns="">
          <p:graphicFrame>
            <p:nvGraphicFramePr>
              <p:cNvPr id="7" name="표 6"/>
              <p:cNvGraphicFramePr>
                <a:graphicFrameLocks noGrp="1"/>
              </p:cNvGraphicFramePr>
              <p:nvPr>
                <p:extLst>
                  <p:ext uri="{D42A27DB-BD31-4B8C-83A1-F6EECF244321}">
                    <p14:modId xmlns:p14="http://schemas.microsoft.com/office/powerpoint/2010/main" val="2598672684"/>
                  </p:ext>
                </p:extLst>
              </p:nvPr>
            </p:nvGraphicFramePr>
            <p:xfrm>
              <a:off x="930342" y="2531450"/>
              <a:ext cx="5853636" cy="4196323"/>
            </p:xfrm>
            <a:graphic>
              <a:graphicData uri="http://schemas.openxmlformats.org/drawingml/2006/table">
                <a:tbl>
                  <a:tblPr firstRow="1" bandRow="1">
                    <a:tableStyleId>{2D5ABB26-0587-4C30-8999-92F81FD0307C}</a:tableStyleId>
                  </a:tblPr>
                  <a:tblGrid>
                    <a:gridCol w="5853636">
                      <a:extLst>
                        <a:ext uri="{9D8B030D-6E8A-4147-A177-3AD203B41FA5}">
                          <a16:colId xmlns:a16="http://schemas.microsoft.com/office/drawing/2014/main" val="4069948701"/>
                        </a:ext>
                      </a:extLst>
                    </a:gridCol>
                  </a:tblGrid>
                  <a:tr h="641513">
                    <a:tc>
                      <a:txBody>
                        <a:bodyPr/>
                        <a:lstStyle/>
                        <a:p>
                          <a:endParaRPr lang="ko-KR"/>
                        </a:p>
                      </a:txBody>
                      <a:tcPr>
                        <a:blipFill>
                          <a:blip r:embed="rId3"/>
                          <a:stretch>
                            <a:fillRect b="-556190"/>
                          </a:stretch>
                        </a:blipFill>
                      </a:tcPr>
                    </a:tc>
                    <a:extLst>
                      <a:ext uri="{0D108BD9-81ED-4DB2-BD59-A6C34878D82A}">
                        <a16:rowId xmlns:a16="http://schemas.microsoft.com/office/drawing/2014/main" val="1349850590"/>
                      </a:ext>
                    </a:extLst>
                  </a:tr>
                  <a:tr h="641513">
                    <a:tc>
                      <a:txBody>
                        <a:bodyPr/>
                        <a:lstStyle/>
                        <a:p>
                          <a:endParaRPr lang="ko-KR"/>
                        </a:p>
                      </a:txBody>
                      <a:tcPr>
                        <a:blipFill>
                          <a:blip r:embed="rId3"/>
                          <a:stretch>
                            <a:fillRect t="-99057" b="-450943"/>
                          </a:stretch>
                        </a:blipFill>
                      </a:tcPr>
                    </a:tc>
                    <a:extLst>
                      <a:ext uri="{0D108BD9-81ED-4DB2-BD59-A6C34878D82A}">
                        <a16:rowId xmlns:a16="http://schemas.microsoft.com/office/drawing/2014/main" val="450883624"/>
                      </a:ext>
                    </a:extLst>
                  </a:tr>
                  <a:tr h="720358">
                    <a:tc>
                      <a:txBody>
                        <a:bodyPr/>
                        <a:lstStyle/>
                        <a:p>
                          <a:endParaRPr lang="ko-KR"/>
                        </a:p>
                      </a:txBody>
                      <a:tcPr>
                        <a:blipFill>
                          <a:blip r:embed="rId3"/>
                          <a:stretch>
                            <a:fillRect t="-178814" b="-305085"/>
                          </a:stretch>
                        </a:blipFill>
                      </a:tcPr>
                    </a:tc>
                    <a:extLst>
                      <a:ext uri="{0D108BD9-81ED-4DB2-BD59-A6C34878D82A}">
                        <a16:rowId xmlns:a16="http://schemas.microsoft.com/office/drawing/2014/main" val="549591821"/>
                      </a:ext>
                    </a:extLst>
                  </a:tr>
                  <a:tr h="549223">
                    <a:tc>
                      <a:txBody>
                        <a:bodyPr/>
                        <a:lstStyle/>
                        <a:p>
                          <a:endParaRPr lang="ko-KR"/>
                        </a:p>
                      </a:txBody>
                      <a:tcPr>
                        <a:blipFill>
                          <a:blip r:embed="rId3"/>
                          <a:stretch>
                            <a:fillRect t="-365556" b="-300000"/>
                          </a:stretch>
                        </a:blipFill>
                      </a:tcPr>
                    </a:tc>
                    <a:extLst>
                      <a:ext uri="{0D108BD9-81ED-4DB2-BD59-A6C34878D82A}">
                        <a16:rowId xmlns:a16="http://schemas.microsoft.com/office/drawing/2014/main" val="2571924127"/>
                      </a:ext>
                    </a:extLst>
                  </a:tr>
                  <a:tr h="549223">
                    <a:tc>
                      <a:txBody>
                        <a:bodyPr/>
                        <a:lstStyle/>
                        <a:p>
                          <a:endParaRPr lang="ko-KR"/>
                        </a:p>
                      </a:txBody>
                      <a:tcPr>
                        <a:blipFill>
                          <a:blip r:embed="rId3"/>
                          <a:stretch>
                            <a:fillRect t="-465556" b="-200000"/>
                          </a:stretch>
                        </a:blipFill>
                      </a:tcPr>
                    </a:tc>
                    <a:extLst>
                      <a:ext uri="{0D108BD9-81ED-4DB2-BD59-A6C34878D82A}">
                        <a16:rowId xmlns:a16="http://schemas.microsoft.com/office/drawing/2014/main" val="2867915854"/>
                      </a:ext>
                    </a:extLst>
                  </a:tr>
                  <a:tr h="54527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tc>
                    <a:extLst>
                      <a:ext uri="{0D108BD9-81ED-4DB2-BD59-A6C34878D82A}">
                        <a16:rowId xmlns:a16="http://schemas.microsoft.com/office/drawing/2014/main" val="2333410646"/>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tc>
                    <a:extLst>
                      <a:ext uri="{0D108BD9-81ED-4DB2-BD59-A6C34878D82A}">
                        <a16:rowId xmlns:a16="http://schemas.microsoft.com/office/drawing/2014/main" val="3053326746"/>
                      </a:ext>
                    </a:extLst>
                  </a:tr>
                </a:tbl>
              </a:graphicData>
            </a:graphic>
          </p:graphicFrame>
        </mc:Fallback>
      </mc:AlternateContent>
      <mc:AlternateContent xmlns:mc="http://schemas.openxmlformats.org/markup-compatibility/2006" xmlns:a14="http://schemas.microsoft.com/office/drawing/2010/main">
        <mc:Choice Requires="a14">
          <p:sp>
            <p:nvSpPr>
              <p:cNvPr id="11" name="직사각형 10"/>
              <p:cNvSpPr/>
              <p:nvPr/>
            </p:nvSpPr>
            <p:spPr>
              <a:xfrm>
                <a:off x="4181593" y="2943860"/>
                <a:ext cx="4704558" cy="276999"/>
              </a:xfrm>
              <a:prstGeom prst="rect">
                <a:avLst/>
              </a:prstGeom>
            </p:spPr>
            <p:txBody>
              <a:bodyPr wrap="none">
                <a:spAutoFit/>
              </a:bodyPr>
              <a:lstStyle/>
              <a:p>
                <a14:m>
                  <m:oMath xmlns:m="http://schemas.openxmlformats.org/officeDocument/2006/math">
                    <m:r>
                      <m:rPr>
                        <m:nor/>
                      </m:rPr>
                      <a:rPr lang="en-US" altLang="ko-KR" sz="1200" dirty="0" smtClean="0">
                        <a:latin typeface="Arial Narrow" panose="020B0606020202030204" pitchFamily="34" charset="0"/>
                      </a:rPr>
                      <m:t>By</m:t>
                    </m:r>
                    <m:r>
                      <m:rPr>
                        <m:nor/>
                      </m:rPr>
                      <a:rPr lang="en-US" altLang="ko-KR" sz="1200" dirty="0" smtClean="0">
                        <a:latin typeface="Arial Narrow" panose="020B0606020202030204" pitchFamily="34" charset="0"/>
                      </a:rPr>
                      <m:t> </m:t>
                    </m:r>
                    <m:r>
                      <m:rPr>
                        <m:nor/>
                      </m:rPr>
                      <a:rPr lang="en-US" altLang="ko-KR" sz="1200" dirty="0" smtClean="0">
                        <a:latin typeface="Arial Narrow" panose="020B0606020202030204" pitchFamily="34" charset="0"/>
                      </a:rPr>
                      <m:t>factorization</m:t>
                    </m:r>
                    <m:r>
                      <m:rPr>
                        <m:nor/>
                      </m:rPr>
                      <a:rPr lang="en-US" altLang="ko-KR" sz="1200" dirty="0" smtClean="0">
                        <a:latin typeface="Arial Narrow" panose="020B0606020202030204" pitchFamily="34" charset="0"/>
                      </a:rPr>
                      <m:t> </m:t>
                    </m:r>
                    <m:r>
                      <m:rPr>
                        <m:nor/>
                      </m:rPr>
                      <a:rPr lang="en-US" altLang="ko-KR" sz="1200" dirty="0" smtClean="0">
                        <a:latin typeface="Arial Narrow" panose="020B0606020202030204" pitchFamily="34" charset="0"/>
                      </a:rPr>
                      <m:t>of</m:t>
                    </m:r>
                    <m:r>
                      <a:rPr lang="en-US" altLang="ko-KR" sz="1200" b="0" i="1" dirty="0" smtClean="0">
                        <a:latin typeface="Cambria Math" panose="02040503050406030204" pitchFamily="18" charset="0"/>
                      </a:rPr>
                      <m:t> </m:t>
                    </m:r>
                    <m:sSup>
                      <m:sSupPr>
                        <m:ctrlPr>
                          <a:rPr lang="en-US" altLang="ko-KR" sz="1200" i="1" smtClean="0">
                            <a:latin typeface="Cambria Math" panose="02040503050406030204" pitchFamily="18" charset="0"/>
                          </a:rPr>
                        </m:ctrlPr>
                      </m:sSupPr>
                      <m:e>
                        <m:r>
                          <a:rPr lang="en-US" altLang="ko-KR" sz="1200" b="0" i="1" smtClean="0">
                            <a:latin typeface="Cambria Math" panose="02040503050406030204" pitchFamily="18" charset="0"/>
                          </a:rPr>
                          <m:t>𝑎</m:t>
                        </m:r>
                      </m:e>
                      <m:sup>
                        <m:r>
                          <a:rPr lang="en-US" altLang="ko-KR" sz="1200" b="0" i="1" smtClean="0">
                            <a:latin typeface="Cambria Math" panose="02040503050406030204" pitchFamily="18" charset="0"/>
                          </a:rPr>
                          <m:t>𝑛</m:t>
                        </m:r>
                      </m:sup>
                    </m:sSup>
                    <m:r>
                      <a:rPr lang="en-US" altLang="ko-KR" sz="1200" b="0" i="1" smtClean="0">
                        <a:latin typeface="Cambria Math" panose="02040503050406030204" pitchFamily="18" charset="0"/>
                      </a:rPr>
                      <m:t>−</m:t>
                    </m:r>
                    <m:sSup>
                      <m:sSupPr>
                        <m:ctrlPr>
                          <a:rPr lang="en-US" altLang="ko-KR" sz="1200" i="1" smtClean="0">
                            <a:latin typeface="Cambria Math" panose="02040503050406030204" pitchFamily="18" charset="0"/>
                          </a:rPr>
                        </m:ctrlPr>
                      </m:sSupPr>
                      <m:e>
                        <m:r>
                          <a:rPr lang="en-US" altLang="ko-KR" sz="1200" b="0" i="1" smtClean="0">
                            <a:latin typeface="Cambria Math" panose="02040503050406030204" pitchFamily="18" charset="0"/>
                          </a:rPr>
                          <m:t>𝑏</m:t>
                        </m:r>
                      </m:e>
                      <m:sup>
                        <m:r>
                          <a:rPr lang="en-US" altLang="ko-KR" sz="1200" b="0" i="1" smtClean="0">
                            <a:latin typeface="Cambria Math" panose="02040503050406030204" pitchFamily="18" charset="0"/>
                          </a:rPr>
                          <m:t>𝑛</m:t>
                        </m:r>
                      </m:sup>
                    </m:sSup>
                    <m:r>
                      <a:rPr lang="en-US" altLang="ko-KR" sz="1200" b="0" i="1" smtClean="0">
                        <a:latin typeface="Cambria Math" panose="02040503050406030204" pitchFamily="18" charset="0"/>
                      </a:rPr>
                      <m:t>=</m:t>
                    </m:r>
                    <m:d>
                      <m:dPr>
                        <m:ctrlPr>
                          <a:rPr lang="en-US" altLang="ko-KR" sz="1200" b="0" i="1" smtClean="0">
                            <a:latin typeface="Cambria Math" panose="02040503050406030204" pitchFamily="18" charset="0"/>
                          </a:rPr>
                        </m:ctrlPr>
                      </m:dPr>
                      <m:e>
                        <m:r>
                          <a:rPr lang="en-US" altLang="ko-KR" sz="1200" b="0" i="1" smtClean="0">
                            <a:latin typeface="Cambria Math" panose="02040503050406030204" pitchFamily="18" charset="0"/>
                          </a:rPr>
                          <m:t>𝑎</m:t>
                        </m:r>
                        <m:r>
                          <a:rPr lang="en-US" altLang="ko-KR" sz="1200" b="0" i="1" smtClean="0">
                            <a:latin typeface="Cambria Math" panose="02040503050406030204" pitchFamily="18" charset="0"/>
                          </a:rPr>
                          <m:t>−</m:t>
                        </m:r>
                        <m:r>
                          <a:rPr lang="en-US" altLang="ko-KR" sz="1200" b="0" i="1" smtClean="0">
                            <a:latin typeface="Cambria Math" panose="02040503050406030204" pitchFamily="18" charset="0"/>
                          </a:rPr>
                          <m:t>𝑏</m:t>
                        </m:r>
                      </m:e>
                    </m:d>
                    <m:d>
                      <m:dPr>
                        <m:ctrlPr>
                          <a:rPr lang="en-US" altLang="ko-KR" sz="1200" b="0" i="1" smtClean="0">
                            <a:latin typeface="Cambria Math" panose="02040503050406030204" pitchFamily="18" charset="0"/>
                          </a:rPr>
                        </m:ctrlPr>
                      </m:dPr>
                      <m:e>
                        <m:sSup>
                          <m:sSupPr>
                            <m:ctrlPr>
                              <a:rPr lang="en-US" altLang="ko-KR" sz="1200" b="0" i="1" smtClean="0">
                                <a:latin typeface="Cambria Math" panose="02040503050406030204" pitchFamily="18" charset="0"/>
                              </a:rPr>
                            </m:ctrlPr>
                          </m:sSupPr>
                          <m:e>
                            <m:r>
                              <a:rPr lang="en-US" altLang="ko-KR" sz="1200" b="0" i="1" smtClean="0">
                                <a:latin typeface="Cambria Math" panose="02040503050406030204" pitchFamily="18" charset="0"/>
                              </a:rPr>
                              <m:t>𝑎</m:t>
                            </m:r>
                          </m:e>
                          <m:sup>
                            <m:r>
                              <a:rPr lang="en-US" altLang="ko-KR" sz="1200" b="0" i="1" smtClean="0">
                                <a:latin typeface="Cambria Math" panose="02040503050406030204" pitchFamily="18" charset="0"/>
                              </a:rPr>
                              <m:t>𝑛</m:t>
                            </m:r>
                            <m:r>
                              <a:rPr lang="en-US" altLang="ko-KR" sz="1200" b="0" i="1" smtClean="0">
                                <a:latin typeface="Cambria Math" panose="02040503050406030204" pitchFamily="18" charset="0"/>
                              </a:rPr>
                              <m:t>−1</m:t>
                            </m:r>
                          </m:sup>
                        </m:sSup>
                        <m:sSup>
                          <m:sSupPr>
                            <m:ctrlPr>
                              <a:rPr lang="en-US" altLang="ko-KR" sz="1200" b="0" i="1" smtClean="0">
                                <a:latin typeface="Cambria Math" panose="02040503050406030204" pitchFamily="18" charset="0"/>
                              </a:rPr>
                            </m:ctrlPr>
                          </m:sSupPr>
                          <m:e>
                            <m:r>
                              <a:rPr lang="en-US" altLang="ko-KR" sz="1200" b="0" i="1" smtClean="0">
                                <a:latin typeface="Cambria Math" panose="02040503050406030204" pitchFamily="18" charset="0"/>
                              </a:rPr>
                              <m:t>𝑏</m:t>
                            </m:r>
                          </m:e>
                          <m:sup>
                            <m:r>
                              <a:rPr lang="en-US" altLang="ko-KR" sz="1200" b="0" i="1" smtClean="0">
                                <a:latin typeface="Cambria Math" panose="02040503050406030204" pitchFamily="18" charset="0"/>
                              </a:rPr>
                              <m:t>0</m:t>
                            </m:r>
                          </m:sup>
                        </m:sSup>
                        <m:r>
                          <a:rPr lang="en-US" altLang="ko-KR" sz="1200" b="0" i="1" smtClean="0">
                            <a:latin typeface="Cambria Math" panose="02040503050406030204" pitchFamily="18" charset="0"/>
                          </a:rPr>
                          <m:t>+</m:t>
                        </m:r>
                        <m:sSup>
                          <m:sSupPr>
                            <m:ctrlPr>
                              <a:rPr lang="en-US" altLang="ko-KR" sz="1200" i="1">
                                <a:latin typeface="Cambria Math" panose="02040503050406030204" pitchFamily="18" charset="0"/>
                              </a:rPr>
                            </m:ctrlPr>
                          </m:sSupPr>
                          <m:e>
                            <m:r>
                              <a:rPr lang="en-US" altLang="ko-KR" sz="1200" i="1">
                                <a:latin typeface="Cambria Math" panose="02040503050406030204" pitchFamily="18" charset="0"/>
                              </a:rPr>
                              <m:t>𝑎</m:t>
                            </m:r>
                          </m:e>
                          <m:sup>
                            <m:r>
                              <a:rPr lang="en-US" altLang="ko-KR" sz="1200" i="1">
                                <a:latin typeface="Cambria Math" panose="02040503050406030204" pitchFamily="18" charset="0"/>
                              </a:rPr>
                              <m:t>𝑛</m:t>
                            </m:r>
                            <m:r>
                              <a:rPr lang="en-US" altLang="ko-KR" sz="1200" i="1">
                                <a:latin typeface="Cambria Math" panose="02040503050406030204" pitchFamily="18" charset="0"/>
                              </a:rPr>
                              <m:t>−2</m:t>
                            </m:r>
                          </m:sup>
                        </m:sSup>
                        <m:sSup>
                          <m:sSupPr>
                            <m:ctrlPr>
                              <a:rPr lang="en-US" altLang="ko-KR" sz="1200" i="1">
                                <a:latin typeface="Cambria Math" panose="02040503050406030204" pitchFamily="18" charset="0"/>
                              </a:rPr>
                            </m:ctrlPr>
                          </m:sSupPr>
                          <m:e>
                            <m:r>
                              <a:rPr lang="en-US" altLang="ko-KR" sz="1200" i="1">
                                <a:latin typeface="Cambria Math" panose="02040503050406030204" pitchFamily="18" charset="0"/>
                              </a:rPr>
                              <m:t>𝑏</m:t>
                            </m:r>
                          </m:e>
                          <m:sup>
                            <m:r>
                              <a:rPr lang="en-US" altLang="ko-KR" sz="1200" b="0" i="1" smtClean="0">
                                <a:latin typeface="Cambria Math" panose="02040503050406030204" pitchFamily="18" charset="0"/>
                              </a:rPr>
                              <m:t>1</m:t>
                            </m:r>
                          </m:sup>
                        </m:sSup>
                        <m:r>
                          <a:rPr lang="en-US" altLang="ko-KR" sz="1200" b="0" i="1" smtClean="0">
                            <a:latin typeface="Cambria Math" panose="02040503050406030204" pitchFamily="18" charset="0"/>
                          </a:rPr>
                          <m:t>+…+</m:t>
                        </m:r>
                        <m:sSup>
                          <m:sSupPr>
                            <m:ctrlPr>
                              <a:rPr lang="en-US" altLang="ko-KR" sz="1200" i="1">
                                <a:latin typeface="Cambria Math" panose="02040503050406030204" pitchFamily="18" charset="0"/>
                              </a:rPr>
                            </m:ctrlPr>
                          </m:sSupPr>
                          <m:e>
                            <m:r>
                              <a:rPr lang="en-US" altLang="ko-KR" sz="1200" i="1">
                                <a:latin typeface="Cambria Math" panose="02040503050406030204" pitchFamily="18" charset="0"/>
                              </a:rPr>
                              <m:t>𝑎</m:t>
                            </m:r>
                          </m:e>
                          <m:sup>
                            <m:r>
                              <a:rPr lang="en-US" altLang="ko-KR" sz="1200" b="0" i="1" smtClean="0">
                                <a:latin typeface="Cambria Math" panose="02040503050406030204" pitchFamily="18" charset="0"/>
                              </a:rPr>
                              <m:t>0</m:t>
                            </m:r>
                          </m:sup>
                        </m:sSup>
                        <m:sSup>
                          <m:sSupPr>
                            <m:ctrlPr>
                              <a:rPr lang="en-US" altLang="ko-KR" sz="1200" i="1">
                                <a:latin typeface="Cambria Math" panose="02040503050406030204" pitchFamily="18" charset="0"/>
                              </a:rPr>
                            </m:ctrlPr>
                          </m:sSupPr>
                          <m:e>
                            <m:r>
                              <a:rPr lang="en-US" altLang="ko-KR" sz="1200" i="1">
                                <a:latin typeface="Cambria Math" panose="02040503050406030204" pitchFamily="18" charset="0"/>
                              </a:rPr>
                              <m:t>𝑏</m:t>
                            </m:r>
                          </m:e>
                          <m:sup>
                            <m:r>
                              <a:rPr lang="en-US" altLang="ko-KR" sz="1200" b="0" i="1" smtClean="0">
                                <a:latin typeface="Cambria Math" panose="02040503050406030204" pitchFamily="18" charset="0"/>
                              </a:rPr>
                              <m:t>𝑛</m:t>
                            </m:r>
                            <m:r>
                              <a:rPr lang="en-US" altLang="ko-KR" sz="1200" b="0" i="1" smtClean="0">
                                <a:latin typeface="Cambria Math" panose="02040503050406030204" pitchFamily="18" charset="0"/>
                              </a:rPr>
                              <m:t>−1</m:t>
                            </m:r>
                          </m:sup>
                        </m:sSup>
                      </m:e>
                    </m:d>
                  </m:oMath>
                </a14:m>
                <a:r>
                  <a:rPr lang="en-US" altLang="ko-KR" sz="1200" dirty="0">
                    <a:latin typeface="Arial Narrow" panose="020B0606020202030204" pitchFamily="34" charset="0"/>
                  </a:rPr>
                  <a:t> </a:t>
                </a:r>
                <a:endParaRPr lang="ko-KR" altLang="en-US" sz="1200" dirty="0">
                  <a:latin typeface="Arial Narrow" panose="020B0606020202030204" pitchFamily="34" charset="0"/>
                </a:endParaRPr>
              </a:p>
            </p:txBody>
          </p:sp>
        </mc:Choice>
        <mc:Fallback xmlns="">
          <p:sp>
            <p:nvSpPr>
              <p:cNvPr id="11" name="직사각형 10"/>
              <p:cNvSpPr>
                <a:spLocks noRot="1" noChangeAspect="1" noMove="1" noResize="1" noEditPoints="1" noAdjustHandles="1" noChangeArrowheads="1" noChangeShapeType="1" noTextEdit="1"/>
              </p:cNvSpPr>
              <p:nvPr/>
            </p:nvSpPr>
            <p:spPr>
              <a:xfrm>
                <a:off x="4181593" y="2943860"/>
                <a:ext cx="4704558" cy="276999"/>
              </a:xfrm>
              <a:prstGeom prst="rect">
                <a:avLst/>
              </a:prstGeom>
              <a:blipFill>
                <a:blip r:embed="rId4"/>
                <a:stretch>
                  <a:fillRect b="-6667"/>
                </a:stretch>
              </a:blipFill>
            </p:spPr>
            <p:txBody>
              <a:bodyPr/>
              <a:lstStyle/>
              <a:p>
                <a:r>
                  <a:rPr lang="ko-KR" altLang="en-US">
                    <a:noFill/>
                  </a:rPr>
                  <a:t> </a:t>
                </a:r>
              </a:p>
            </p:txBody>
          </p:sp>
        </mc:Fallback>
      </mc:AlternateContent>
      <p:sp>
        <p:nvSpPr>
          <p:cNvPr id="13" name="원호 12"/>
          <p:cNvSpPr/>
          <p:nvPr/>
        </p:nvSpPr>
        <p:spPr>
          <a:xfrm>
            <a:off x="2219537" y="3362575"/>
            <a:ext cx="914400" cy="914400"/>
          </a:xfrm>
          <a:prstGeom prst="arc">
            <a:avLst/>
          </a:prstGeom>
          <a:ln w="9525">
            <a:solidFill>
              <a:srgbClr val="C00000"/>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sp>
        <p:nvSpPr>
          <p:cNvPr id="14" name="모서리가 둥근 직사각형 13"/>
          <p:cNvSpPr/>
          <p:nvPr/>
        </p:nvSpPr>
        <p:spPr>
          <a:xfrm>
            <a:off x="4181592" y="2943860"/>
            <a:ext cx="4615537" cy="276999"/>
          </a:xfrm>
          <a:prstGeom prst="roundRect">
            <a:avLst/>
          </a:prstGeom>
          <a:noFill/>
          <a:ln>
            <a:solidFill>
              <a:srgbClr val="C0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자유형 15"/>
          <p:cNvSpPr/>
          <p:nvPr/>
        </p:nvSpPr>
        <p:spPr>
          <a:xfrm>
            <a:off x="3021875" y="3062396"/>
            <a:ext cx="1149076" cy="429741"/>
          </a:xfrm>
          <a:custGeom>
            <a:avLst/>
            <a:gdLst>
              <a:gd name="connsiteX0" fmla="*/ 1227909 w 1227909"/>
              <a:gd name="connsiteY0" fmla="*/ 20438 h 429741"/>
              <a:gd name="connsiteX1" fmla="*/ 679269 w 1227909"/>
              <a:gd name="connsiteY1" fmla="*/ 46564 h 429741"/>
              <a:gd name="connsiteX2" fmla="*/ 0 w 1227909"/>
              <a:gd name="connsiteY2" fmla="*/ 429741 h 429741"/>
            </a:gdLst>
            <a:ahLst/>
            <a:cxnLst>
              <a:cxn ang="0">
                <a:pos x="connsiteX0" y="connsiteY0"/>
              </a:cxn>
              <a:cxn ang="0">
                <a:pos x="connsiteX1" y="connsiteY1"/>
              </a:cxn>
              <a:cxn ang="0">
                <a:pos x="connsiteX2" y="connsiteY2"/>
              </a:cxn>
            </a:cxnLst>
            <a:rect l="l" t="t" r="r" b="b"/>
            <a:pathLst>
              <a:path w="1227909" h="429741">
                <a:moveTo>
                  <a:pt x="1227909" y="20438"/>
                </a:moveTo>
                <a:cubicBezTo>
                  <a:pt x="1055914" y="-608"/>
                  <a:pt x="883920" y="-21653"/>
                  <a:pt x="679269" y="46564"/>
                </a:cubicBezTo>
                <a:cubicBezTo>
                  <a:pt x="474618" y="114781"/>
                  <a:pt x="237309" y="272261"/>
                  <a:pt x="0" y="429741"/>
                </a:cubicBezTo>
              </a:path>
            </a:pathLst>
          </a:custGeom>
          <a:noFill/>
          <a:ln w="9525">
            <a:solidFill>
              <a:srgbClr val="C00000"/>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mc:AlternateContent xmlns:mc="http://schemas.openxmlformats.org/markup-compatibility/2006" xmlns:a14="http://schemas.microsoft.com/office/drawing/2010/main">
        <mc:Choice Requires="a14">
          <p:sp>
            <p:nvSpPr>
              <p:cNvPr id="17" name="직사각형 16"/>
              <p:cNvSpPr/>
              <p:nvPr/>
            </p:nvSpPr>
            <p:spPr>
              <a:xfrm>
                <a:off x="828187" y="1464397"/>
                <a:ext cx="4066562" cy="400110"/>
              </a:xfrm>
              <a:prstGeom prst="rect">
                <a:avLst/>
              </a:prstGeom>
            </p:spPr>
            <p:txBody>
              <a:bodyPr wrap="none">
                <a:spAutoFit/>
              </a:bodyPr>
              <a:lstStyle/>
              <a:p>
                <a:r>
                  <a:rPr lang="ko-KR" altLang="en-US" sz="2000" dirty="0"/>
                  <a:t>①</a:t>
                </a:r>
                <a14:m>
                  <m:oMath xmlns:m="http://schemas.openxmlformats.org/officeDocument/2006/math">
                    <m:sSup>
                      <m:sSupPr>
                        <m:ctrlPr>
                          <a:rPr lang="en-US" altLang="ko-KR" sz="2000" i="1">
                            <a:latin typeface="Cambria Math" panose="02040503050406030204" pitchFamily="18" charset="0"/>
                          </a:rPr>
                        </m:ctrlPr>
                      </m:sSupPr>
                      <m:e>
                        <m:r>
                          <a:rPr lang="en-US" altLang="ko-KR" sz="2000" i="1">
                            <a:latin typeface="Cambria Math" panose="02040503050406030204" pitchFamily="18" charset="0"/>
                          </a:rPr>
                          <m:t>𝑓</m:t>
                        </m:r>
                      </m:e>
                      <m:sup>
                        <m:r>
                          <a:rPr lang="en-US" altLang="ko-KR" sz="2000" i="1">
                            <a:latin typeface="Cambria Math" panose="02040503050406030204" pitchFamily="18" charset="0"/>
                          </a:rPr>
                          <m:t>′</m:t>
                        </m:r>
                      </m:sup>
                    </m:sSup>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sSup>
                      <m:sSupPr>
                        <m:ctrlPr>
                          <a:rPr lang="en-US" altLang="ko-KR" sz="2000" i="1">
                            <a:latin typeface="Cambria Math" panose="02040503050406030204" pitchFamily="18" charset="0"/>
                          </a:rPr>
                        </m:ctrlPr>
                      </m:sSupPr>
                      <m:e>
                        <m:r>
                          <a:rPr lang="en-US" altLang="ko-KR" sz="2000" i="1">
                            <a:latin typeface="Cambria Math" panose="02040503050406030204" pitchFamily="18" charset="0"/>
                          </a:rPr>
                          <m:t>𝑛𝑥</m:t>
                        </m:r>
                      </m:e>
                      <m:sup>
                        <m:r>
                          <a:rPr lang="en-US" altLang="ko-KR" sz="2000" i="1">
                            <a:latin typeface="Cambria Math" panose="02040503050406030204" pitchFamily="18" charset="0"/>
                          </a:rPr>
                          <m:t>𝑛</m:t>
                        </m:r>
                        <m:r>
                          <a:rPr lang="en-US" altLang="ko-KR" sz="2000" i="1">
                            <a:latin typeface="Cambria Math" panose="02040503050406030204" pitchFamily="18" charset="0"/>
                          </a:rPr>
                          <m:t>−1</m:t>
                        </m:r>
                      </m:sup>
                    </m:sSup>
                    <m:r>
                      <a:rPr lang="en-US" altLang="ko-KR" sz="2000" i="1">
                        <a:latin typeface="Cambria Math" panose="02040503050406030204" pitchFamily="18" charset="0"/>
                      </a:rPr>
                      <m:t>,  </m:t>
                    </m:r>
                    <m:r>
                      <a:rPr lang="en-US" altLang="ko-KR" sz="2000" i="1">
                        <a:latin typeface="Cambria Math" panose="02040503050406030204" pitchFamily="18" charset="0"/>
                      </a:rPr>
                      <m:t>𝑔𝑖𝑣𝑒𝑛</m:t>
                    </m:r>
                    <m:r>
                      <a:rPr lang="en-US" altLang="ko-KR" sz="2000" i="1">
                        <a:latin typeface="Cambria Math" panose="02040503050406030204" pitchFamily="18" charset="0"/>
                      </a:rPr>
                      <m:t> </m:t>
                    </m:r>
                    <m:r>
                      <a:rPr lang="en-US" altLang="ko-KR" sz="2000" i="1">
                        <a:latin typeface="Cambria Math" panose="02040503050406030204" pitchFamily="18" charset="0"/>
                      </a:rPr>
                      <m:t>𝑓</m:t>
                    </m:r>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sSup>
                      <m:sSupPr>
                        <m:ctrlPr>
                          <a:rPr lang="en-US" altLang="ko-KR" sz="2000" i="1">
                            <a:latin typeface="Cambria Math" panose="02040503050406030204" pitchFamily="18" charset="0"/>
                          </a:rPr>
                        </m:ctrlPr>
                      </m:sSupPr>
                      <m:e>
                        <m:r>
                          <a:rPr lang="en-US" altLang="ko-KR" sz="2000" i="1">
                            <a:latin typeface="Cambria Math" panose="02040503050406030204" pitchFamily="18" charset="0"/>
                          </a:rPr>
                          <m:t>𝑥</m:t>
                        </m:r>
                      </m:e>
                      <m:sup>
                        <m:r>
                          <a:rPr lang="en-US" altLang="ko-KR" sz="2000" i="1">
                            <a:latin typeface="Cambria Math" panose="02040503050406030204" pitchFamily="18" charset="0"/>
                          </a:rPr>
                          <m:t>𝑛</m:t>
                        </m:r>
                      </m:sup>
                    </m:sSup>
                  </m:oMath>
                </a14:m>
                <a:endParaRPr lang="ko-KR" altLang="en-US" sz="2000" dirty="0"/>
              </a:p>
            </p:txBody>
          </p:sp>
        </mc:Choice>
        <mc:Fallback xmlns="">
          <p:sp>
            <p:nvSpPr>
              <p:cNvPr id="17" name="직사각형 16"/>
              <p:cNvSpPr>
                <a:spLocks noRot="1" noChangeAspect="1" noMove="1" noResize="1" noEditPoints="1" noAdjustHandles="1" noChangeArrowheads="1" noChangeShapeType="1" noTextEdit="1"/>
              </p:cNvSpPr>
              <p:nvPr/>
            </p:nvSpPr>
            <p:spPr>
              <a:xfrm>
                <a:off x="828187" y="1464397"/>
                <a:ext cx="4066562" cy="400110"/>
              </a:xfrm>
              <a:prstGeom prst="rect">
                <a:avLst/>
              </a:prstGeom>
              <a:blipFill>
                <a:blip r:embed="rId5"/>
                <a:stretch>
                  <a:fillRect l="-1649" t="-10606" b="-22727"/>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25001556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p:sp>
        <p:nvSpPr>
          <p:cNvPr id="3" name="직사각형 2"/>
          <p:cNvSpPr/>
          <p:nvPr/>
        </p:nvSpPr>
        <p:spPr>
          <a:xfrm>
            <a:off x="2676737" y="3244334"/>
            <a:ext cx="184731" cy="369332"/>
          </a:xfrm>
          <a:prstGeom prst="rect">
            <a:avLst/>
          </a:prstGeom>
        </p:spPr>
        <p:txBody>
          <a:bodyPr wrap="none">
            <a:spAutoFit/>
          </a:bodyPr>
          <a:lstStyle/>
          <a:p>
            <a:endParaRPr lang="ko-KR" altLang="en-US" dirty="0"/>
          </a:p>
        </p:txBody>
      </p:sp>
      <p:sp>
        <p:nvSpPr>
          <p:cNvPr id="9" name="직사각형 8">
            <a:extLst>
              <a:ext uri="{FF2B5EF4-FFF2-40B4-BE49-F238E27FC236}">
                <a16:creationId xmlns:a16="http://schemas.microsoft.com/office/drawing/2014/main" id="{C7C7178E-B73C-405C-98AA-12B1241AB1A3}"/>
              </a:ext>
            </a:extLst>
          </p:cNvPr>
          <p:cNvSpPr/>
          <p:nvPr/>
        </p:nvSpPr>
        <p:spPr>
          <a:xfrm>
            <a:off x="328771" y="1139130"/>
            <a:ext cx="8412893" cy="969496"/>
          </a:xfrm>
          <a:prstGeom prst="rect">
            <a:avLst/>
          </a:prstGeom>
        </p:spPr>
        <p:txBody>
          <a:bodyPr wrap="square">
            <a:spAutoFit/>
          </a:bodyPr>
          <a:lstStyle/>
          <a:p>
            <a:pPr marL="284400" indent="-284400">
              <a:lnSpc>
                <a:spcPct val="150000"/>
              </a:lnSpc>
              <a:buFont typeface="Arial" panose="020B0604020202020204" pitchFamily="34" charset="0"/>
              <a:buChar char="•"/>
            </a:pPr>
            <a:endParaRPr lang="en-US" altLang="ko-KR" sz="2000" dirty="0">
              <a:solidFill>
                <a:srgbClr val="222222"/>
              </a:solidFill>
              <a:latin typeface="Arial Narrow" panose="020B0606020202030204" pitchFamily="34" charset="0"/>
            </a:endParaRPr>
          </a:p>
          <a:p>
            <a:pPr marL="742950" lvl="1" indent="-285750">
              <a:lnSpc>
                <a:spcPct val="150000"/>
              </a:lnSpc>
              <a:buFont typeface="Arial" panose="020B0604020202020204" pitchFamily="34" charset="0"/>
              <a:buChar char="•"/>
            </a:pPr>
            <a:endParaRPr lang="en-US" altLang="ko-KR" dirty="0">
              <a:solidFill>
                <a:srgbClr val="222222"/>
              </a:solidFill>
              <a:latin typeface="Arial Narrow" panose="020B0606020202030204" pitchFamily="34" charset="0"/>
            </a:endParaRPr>
          </a:p>
        </p:txBody>
      </p:sp>
      <mc:AlternateContent xmlns:mc="http://schemas.openxmlformats.org/markup-compatibility/2006" xmlns:a14="http://schemas.microsoft.com/office/drawing/2010/main">
        <mc:Choice Requires="a14">
          <p:graphicFrame>
            <p:nvGraphicFramePr>
              <p:cNvPr id="7" name="표 6"/>
              <p:cNvGraphicFramePr>
                <a:graphicFrameLocks noGrp="1"/>
              </p:cNvGraphicFramePr>
              <p:nvPr/>
            </p:nvGraphicFramePr>
            <p:xfrm>
              <a:off x="930342" y="2531450"/>
              <a:ext cx="5853636" cy="4200276"/>
            </p:xfrm>
            <a:graphic>
              <a:graphicData uri="http://schemas.openxmlformats.org/drawingml/2006/table">
                <a:tbl>
                  <a:tblPr firstRow="1" bandRow="1">
                    <a:tableStyleId>{2D5ABB26-0587-4C30-8999-92F81FD0307C}</a:tableStyleId>
                  </a:tblPr>
                  <a:tblGrid>
                    <a:gridCol w="5853636">
                      <a:extLst>
                        <a:ext uri="{9D8B030D-6E8A-4147-A177-3AD203B41FA5}">
                          <a16:colId xmlns:a16="http://schemas.microsoft.com/office/drawing/2014/main" val="4069948701"/>
                        </a:ext>
                      </a:extLst>
                    </a:gridCol>
                  </a:tblGrid>
                  <a:tr h="641513">
                    <a:tc>
                      <a:txBody>
                        <a:bodyPr/>
                        <a:lstStyle/>
                        <a:p>
                          <a:pPr algn="l" latinLnBrk="1"/>
                          <a14:m>
                            <m:oMathPara xmlns:m="http://schemas.openxmlformats.org/officeDocument/2006/math">
                              <m:oMathParaPr>
                                <m:jc m:val="left"/>
                              </m:oMathParaPr>
                              <m:oMath xmlns:m="http://schemas.openxmlformats.org/officeDocument/2006/math">
                                <m:sSup>
                                  <m:sSupPr>
                                    <m:ctrlPr>
                                      <a:rPr lang="en-US" altLang="ko-KR" sz="1400" i="1" smtClean="0">
                                        <a:latin typeface="Cambria Math" panose="02040503050406030204" pitchFamily="18" charset="0"/>
                                      </a:rPr>
                                    </m:ctrlPr>
                                  </m:sSupPr>
                                  <m:e>
                                    <m:r>
                                      <a:rPr lang="en-US" altLang="ko-KR" sz="1400">
                                        <a:latin typeface="Cambria Math" panose="02040503050406030204" pitchFamily="18" charset="0"/>
                                      </a:rPr>
                                      <m:t>𝑓</m:t>
                                    </m:r>
                                  </m:e>
                                  <m:sup>
                                    <m:r>
                                      <a:rPr lang="en-US" altLang="ko-KR" sz="1400">
                                        <a:latin typeface="Cambria Math" panose="02040503050406030204" pitchFamily="18" charset="0"/>
                                      </a:rPr>
                                      <m:t>′</m:t>
                                    </m:r>
                                  </m:sup>
                                </m:sSup>
                                <m:d>
                                  <m:dPr>
                                    <m:ctrlPr>
                                      <a:rPr lang="en-US" altLang="ko-KR" sz="1400" i="1">
                                        <a:latin typeface="Cambria Math" panose="02040503050406030204" pitchFamily="18" charset="0"/>
                                      </a:rPr>
                                    </m:ctrlPr>
                                  </m:dPr>
                                  <m:e>
                                    <m:r>
                                      <a:rPr lang="en-US" altLang="ko-KR" sz="1400">
                                        <a:latin typeface="Cambria Math" panose="02040503050406030204" pitchFamily="18" charset="0"/>
                                      </a:rPr>
                                      <m:t>𝑥</m:t>
                                    </m:r>
                                  </m:e>
                                </m:d>
                                <m:r>
                                  <a:rPr lang="en-US" altLang="ko-KR" sz="1400">
                                    <a:latin typeface="Cambria Math" panose="02040503050406030204" pitchFamily="18" charset="0"/>
                                  </a:rPr>
                                  <m:t>=</m:t>
                                </m:r>
                                <m:func>
                                  <m:funcPr>
                                    <m:ctrlPr>
                                      <a:rPr lang="en-US" altLang="ko-KR" sz="1400" i="1" smtClean="0">
                                        <a:latin typeface="Cambria Math" panose="02040503050406030204" pitchFamily="18" charset="0"/>
                                      </a:rPr>
                                    </m:ctrlPr>
                                  </m:funcPr>
                                  <m:fName>
                                    <m:limLow>
                                      <m:limLowPr>
                                        <m:ctrlPr>
                                          <a:rPr lang="en-US" altLang="ko-KR" sz="1400" i="1" smtClean="0">
                                            <a:latin typeface="Cambria Math" panose="02040503050406030204" pitchFamily="18" charset="0"/>
                                          </a:rPr>
                                        </m:ctrlPr>
                                      </m:limLowPr>
                                      <m:e>
                                        <m:r>
                                          <a:rPr lang="en-US" altLang="ko-KR" sz="1400" smtClean="0">
                                            <a:latin typeface="Cambria Math" panose="02040503050406030204" pitchFamily="18" charset="0"/>
                                          </a:rPr>
                                          <m:t>𝑙𝑖𝑚</m:t>
                                        </m:r>
                                      </m:e>
                                      <m:lim>
                                        <m:r>
                                          <a:rPr lang="en-US" altLang="ko-KR" sz="1400" smtClean="0">
                                            <a:latin typeface="Cambria Math" panose="02040503050406030204" pitchFamily="18" charset="0"/>
                                          </a:rPr>
                                          <m:t>h</m:t>
                                        </m:r>
                                        <m:r>
                                          <a:rPr lang="en-US" altLang="ko-KR" sz="1400" smtClean="0">
                                            <a:latin typeface="Cambria Math" panose="02040503050406030204" pitchFamily="18" charset="0"/>
                                          </a:rPr>
                                          <m:t>→0</m:t>
                                        </m:r>
                                      </m:lim>
                                    </m:limLow>
                                  </m:fName>
                                  <m:e>
                                    <m:f>
                                      <m:fPr>
                                        <m:ctrlPr>
                                          <a:rPr lang="en-US" altLang="ko-KR" sz="1400" i="1" smtClean="0">
                                            <a:latin typeface="Cambria Math" panose="02040503050406030204" pitchFamily="18" charset="0"/>
                                          </a:rPr>
                                        </m:ctrlPr>
                                      </m:fPr>
                                      <m:num>
                                        <m:r>
                                          <a:rPr lang="en-US" altLang="ko-KR" sz="1400" smtClean="0">
                                            <a:latin typeface="Cambria Math" panose="02040503050406030204" pitchFamily="18" charset="0"/>
                                          </a:rPr>
                                          <m:t>𝑓</m:t>
                                        </m:r>
                                        <m:d>
                                          <m:dPr>
                                            <m:ctrlPr>
                                              <a:rPr lang="en-US" altLang="ko-KR" sz="1400" i="1" smtClean="0">
                                                <a:latin typeface="Cambria Math" panose="02040503050406030204" pitchFamily="18" charset="0"/>
                                              </a:rPr>
                                            </m:ctrlPr>
                                          </m:dPr>
                                          <m:e>
                                            <m:r>
                                              <a:rPr lang="en-US" altLang="ko-KR" sz="1400" smtClean="0">
                                                <a:latin typeface="Cambria Math" panose="02040503050406030204" pitchFamily="18" charset="0"/>
                                              </a:rPr>
                                              <m:t>𝑥</m:t>
                                            </m:r>
                                            <m:r>
                                              <a:rPr lang="en-US" altLang="ko-KR" sz="1400" smtClean="0">
                                                <a:latin typeface="Cambria Math" panose="02040503050406030204" pitchFamily="18" charset="0"/>
                                              </a:rPr>
                                              <m:t>+</m:t>
                                            </m:r>
                                            <m:r>
                                              <a:rPr lang="en-US" altLang="ko-KR" sz="1400" smtClean="0">
                                                <a:latin typeface="Cambria Math" panose="02040503050406030204" pitchFamily="18" charset="0"/>
                                              </a:rPr>
                                              <m:t>h</m:t>
                                            </m:r>
                                          </m:e>
                                        </m:d>
                                        <m:r>
                                          <a:rPr lang="en-US" altLang="ko-KR" sz="1400" smtClean="0">
                                            <a:latin typeface="Cambria Math" panose="02040503050406030204" pitchFamily="18" charset="0"/>
                                          </a:rPr>
                                          <m:t>−</m:t>
                                        </m:r>
                                        <m:r>
                                          <a:rPr lang="en-US" altLang="ko-KR" sz="1400" smtClean="0">
                                            <a:latin typeface="Cambria Math" panose="02040503050406030204" pitchFamily="18" charset="0"/>
                                          </a:rPr>
                                          <m:t>𝑓</m:t>
                                        </m:r>
                                        <m:r>
                                          <a:rPr lang="en-US" altLang="ko-KR" sz="1400" smtClean="0">
                                            <a:latin typeface="Cambria Math" panose="02040503050406030204" pitchFamily="18" charset="0"/>
                                          </a:rPr>
                                          <m:t>(</m:t>
                                        </m:r>
                                        <m:r>
                                          <a:rPr lang="en-US" altLang="ko-KR" sz="1400" smtClean="0">
                                            <a:latin typeface="Cambria Math" panose="02040503050406030204" pitchFamily="18" charset="0"/>
                                          </a:rPr>
                                          <m:t>𝑥</m:t>
                                        </m:r>
                                        <m:r>
                                          <a:rPr lang="en-US" altLang="ko-KR" sz="1400" smtClean="0">
                                            <a:latin typeface="Cambria Math" panose="02040503050406030204" pitchFamily="18" charset="0"/>
                                          </a:rPr>
                                          <m:t>)</m:t>
                                        </m:r>
                                      </m:num>
                                      <m:den>
                                        <m:r>
                                          <a:rPr lang="en-US" altLang="ko-KR" sz="1400" smtClean="0">
                                            <a:latin typeface="Cambria Math" panose="02040503050406030204" pitchFamily="18" charset="0"/>
                                          </a:rPr>
                                          <m:t>h</m:t>
                                        </m:r>
                                      </m:den>
                                    </m:f>
                                  </m:e>
                                </m:func>
                              </m:oMath>
                            </m:oMathPara>
                          </a14:m>
                          <a:endParaRPr lang="ko-KR" altLang="en-US" sz="1400" dirty="0"/>
                        </a:p>
                      </a:txBody>
                      <a:tcPr/>
                    </a:tc>
                    <a:extLst>
                      <a:ext uri="{0D108BD9-81ED-4DB2-BD59-A6C34878D82A}">
                        <a16:rowId xmlns:a16="http://schemas.microsoft.com/office/drawing/2014/main" val="1349850590"/>
                      </a:ext>
                    </a:extLst>
                  </a:tr>
                  <a:tr h="641513">
                    <a:tc>
                      <a:txBody>
                        <a:bodyPr/>
                        <a:lstStyle/>
                        <a:p>
                          <a:pPr algn="l" latinLnBrk="1"/>
                          <a14:m>
                            <m:oMathPara xmlns:m="http://schemas.openxmlformats.org/officeDocument/2006/math">
                              <m:oMathParaPr>
                                <m:jc m:val="left"/>
                              </m:oMathParaPr>
                              <m:oMath xmlns:m="http://schemas.openxmlformats.org/officeDocument/2006/math">
                                <m:r>
                                  <a:rPr lang="en-US" altLang="ko-KR" sz="1400" smtClean="0">
                                    <a:latin typeface="Cambria Math" panose="02040503050406030204" pitchFamily="18" charset="0"/>
                                  </a:rPr>
                                  <m:t>=</m:t>
                                </m:r>
                                <m:func>
                                  <m:funcPr>
                                    <m:ctrlPr>
                                      <a:rPr lang="en-US" altLang="ko-KR" sz="1400" i="1" smtClean="0">
                                        <a:latin typeface="Cambria Math" panose="02040503050406030204" pitchFamily="18" charset="0"/>
                                      </a:rPr>
                                    </m:ctrlPr>
                                  </m:funcPr>
                                  <m:fName>
                                    <m:limLow>
                                      <m:limLowPr>
                                        <m:ctrlPr>
                                          <a:rPr lang="en-US" altLang="ko-KR" sz="1400" i="1" smtClean="0">
                                            <a:latin typeface="Cambria Math" panose="02040503050406030204" pitchFamily="18" charset="0"/>
                                          </a:rPr>
                                        </m:ctrlPr>
                                      </m:limLowPr>
                                      <m:e>
                                        <m:r>
                                          <a:rPr lang="en-US" altLang="ko-KR" sz="1400" smtClean="0">
                                            <a:latin typeface="Cambria Math" panose="02040503050406030204" pitchFamily="18" charset="0"/>
                                          </a:rPr>
                                          <m:t>𝑙𝑖𝑚</m:t>
                                        </m:r>
                                      </m:e>
                                      <m:lim>
                                        <m:r>
                                          <a:rPr lang="en-US" altLang="ko-KR" sz="1400" smtClean="0">
                                            <a:latin typeface="Cambria Math" panose="02040503050406030204" pitchFamily="18" charset="0"/>
                                          </a:rPr>
                                          <m:t>h</m:t>
                                        </m:r>
                                        <m:r>
                                          <a:rPr lang="en-US" altLang="ko-KR" sz="1400" smtClean="0">
                                            <a:latin typeface="Cambria Math" panose="02040503050406030204" pitchFamily="18" charset="0"/>
                                          </a:rPr>
                                          <m:t>→0</m:t>
                                        </m:r>
                                      </m:lim>
                                    </m:limLow>
                                  </m:fName>
                                  <m:e>
                                    <m:f>
                                      <m:fPr>
                                        <m:ctrlPr>
                                          <a:rPr lang="en-US" altLang="ko-KR" sz="1400" i="1" smtClean="0">
                                            <a:latin typeface="Cambria Math" panose="02040503050406030204" pitchFamily="18" charset="0"/>
                                          </a:rPr>
                                        </m:ctrlPr>
                                      </m:fPr>
                                      <m:num>
                                        <m:sSup>
                                          <m:sSupPr>
                                            <m:ctrlPr>
                                              <a:rPr lang="en-US" altLang="ko-KR" sz="1400" i="1" smtClean="0">
                                                <a:latin typeface="Cambria Math" panose="02040503050406030204" pitchFamily="18" charset="0"/>
                                              </a:rPr>
                                            </m:ctrlPr>
                                          </m:sSupPr>
                                          <m:e>
                                            <m:d>
                                              <m:dPr>
                                                <m:ctrlPr>
                                                  <a:rPr lang="en-US" altLang="ko-KR" sz="1400" i="1" smtClean="0">
                                                    <a:latin typeface="Cambria Math" panose="02040503050406030204" pitchFamily="18" charset="0"/>
                                                  </a:rPr>
                                                </m:ctrlPr>
                                              </m:dPr>
                                              <m:e>
                                                <m:r>
                                                  <a:rPr lang="en-US" altLang="ko-KR" sz="1400" smtClean="0">
                                                    <a:latin typeface="Cambria Math" panose="02040503050406030204" pitchFamily="18" charset="0"/>
                                                  </a:rPr>
                                                  <m:t>𝑥</m:t>
                                                </m:r>
                                                <m:r>
                                                  <a:rPr lang="en-US" altLang="ko-KR" sz="1400" smtClean="0">
                                                    <a:latin typeface="Cambria Math" panose="02040503050406030204" pitchFamily="18" charset="0"/>
                                                  </a:rPr>
                                                  <m:t>+</m:t>
                                                </m:r>
                                                <m:r>
                                                  <a:rPr lang="en-US" altLang="ko-KR" sz="1400" smtClean="0">
                                                    <a:latin typeface="Cambria Math" panose="02040503050406030204" pitchFamily="18" charset="0"/>
                                                  </a:rPr>
                                                  <m:t>h</m:t>
                                                </m:r>
                                              </m:e>
                                            </m:d>
                                          </m:e>
                                          <m:sup>
                                            <m:r>
                                              <a:rPr lang="en-US" altLang="ko-KR" sz="1400" smtClean="0">
                                                <a:latin typeface="Cambria Math" panose="02040503050406030204" pitchFamily="18" charset="0"/>
                                              </a:rPr>
                                              <m:t>𝑛</m:t>
                                            </m:r>
                                          </m:sup>
                                        </m:sSup>
                                        <m:r>
                                          <a:rPr lang="en-US" altLang="ko-KR" sz="1400" smtClean="0">
                                            <a:latin typeface="Cambria Math" panose="02040503050406030204" pitchFamily="18" charset="0"/>
                                          </a:rPr>
                                          <m:t>−</m:t>
                                        </m:r>
                                        <m:sSup>
                                          <m:sSupPr>
                                            <m:ctrlPr>
                                              <a:rPr lang="en-US" altLang="ko-KR" sz="1400" i="1" smtClean="0">
                                                <a:latin typeface="Cambria Math" panose="02040503050406030204" pitchFamily="18" charset="0"/>
                                              </a:rPr>
                                            </m:ctrlPr>
                                          </m:sSupPr>
                                          <m:e>
                                            <m:r>
                                              <a:rPr lang="en-US" altLang="ko-KR" sz="1400" smtClean="0">
                                                <a:latin typeface="Cambria Math" panose="02040503050406030204" pitchFamily="18" charset="0"/>
                                              </a:rPr>
                                              <m:t>𝑥</m:t>
                                            </m:r>
                                          </m:e>
                                          <m:sup>
                                            <m:r>
                                              <a:rPr lang="en-US" altLang="ko-KR" sz="1400" smtClean="0">
                                                <a:latin typeface="Cambria Math" panose="02040503050406030204" pitchFamily="18" charset="0"/>
                                              </a:rPr>
                                              <m:t>𝑛</m:t>
                                            </m:r>
                                          </m:sup>
                                        </m:sSup>
                                      </m:num>
                                      <m:den>
                                        <m:r>
                                          <a:rPr lang="en-US" altLang="ko-KR" sz="1400" smtClean="0">
                                            <a:latin typeface="Cambria Math" panose="02040503050406030204" pitchFamily="18" charset="0"/>
                                          </a:rPr>
                                          <m:t>h</m:t>
                                        </m:r>
                                      </m:den>
                                    </m:f>
                                  </m:e>
                                </m:func>
                              </m:oMath>
                            </m:oMathPara>
                          </a14:m>
                          <a:endParaRPr lang="ko-KR" altLang="en-US" sz="1400" dirty="0"/>
                        </a:p>
                      </a:txBody>
                      <a:tcPr/>
                    </a:tc>
                    <a:extLst>
                      <a:ext uri="{0D108BD9-81ED-4DB2-BD59-A6C34878D82A}">
                        <a16:rowId xmlns:a16="http://schemas.microsoft.com/office/drawing/2014/main" val="450883624"/>
                      </a:ext>
                    </a:extLst>
                  </a:tr>
                  <a:tr h="72035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altLang="ko-KR" sz="1400" smtClean="0">
                                    <a:latin typeface="Cambria Math" panose="02040503050406030204" pitchFamily="18" charset="0"/>
                                  </a:rPr>
                                  <m:t>=</m:t>
                                </m:r>
                                <m:func>
                                  <m:funcPr>
                                    <m:ctrlPr>
                                      <a:rPr lang="en-US" altLang="ko-KR" sz="1400" i="1" smtClean="0">
                                        <a:latin typeface="Cambria Math" panose="02040503050406030204" pitchFamily="18" charset="0"/>
                                      </a:rPr>
                                    </m:ctrlPr>
                                  </m:funcPr>
                                  <m:fName>
                                    <m:limLow>
                                      <m:limLowPr>
                                        <m:ctrlPr>
                                          <a:rPr lang="en-US" altLang="ko-KR" sz="1400" i="1" smtClean="0">
                                            <a:latin typeface="Cambria Math" panose="02040503050406030204" pitchFamily="18" charset="0"/>
                                          </a:rPr>
                                        </m:ctrlPr>
                                      </m:limLowPr>
                                      <m:e>
                                        <m:r>
                                          <a:rPr lang="en-US" altLang="ko-KR" sz="1400" smtClean="0">
                                            <a:latin typeface="Cambria Math" panose="02040503050406030204" pitchFamily="18" charset="0"/>
                                          </a:rPr>
                                          <m:t>𝑙𝑖𝑚</m:t>
                                        </m:r>
                                      </m:e>
                                      <m:lim>
                                        <m:r>
                                          <a:rPr lang="en-US" altLang="ko-KR" sz="1400" smtClean="0">
                                            <a:latin typeface="Cambria Math" panose="02040503050406030204" pitchFamily="18" charset="0"/>
                                          </a:rPr>
                                          <m:t>h</m:t>
                                        </m:r>
                                        <m:r>
                                          <a:rPr lang="en-US" altLang="ko-KR" sz="1400" smtClean="0">
                                            <a:latin typeface="Cambria Math" panose="02040503050406030204" pitchFamily="18" charset="0"/>
                                          </a:rPr>
                                          <m:t>→0</m:t>
                                        </m:r>
                                      </m:lim>
                                    </m:limLow>
                                  </m:fName>
                                  <m:e>
                                    <m:f>
                                      <m:fPr>
                                        <m:ctrlPr>
                                          <a:rPr lang="en-US" altLang="ko-KR" sz="1400" i="1" smtClean="0">
                                            <a:latin typeface="Cambria Math" panose="02040503050406030204" pitchFamily="18" charset="0"/>
                                          </a:rPr>
                                        </m:ctrlPr>
                                      </m:fPr>
                                      <m:num>
                                        <m:d>
                                          <m:dPr>
                                            <m:ctrlPr>
                                              <a:rPr lang="en-US" altLang="ko-KR" sz="1400" i="1" smtClean="0">
                                                <a:latin typeface="Cambria Math" panose="02040503050406030204" pitchFamily="18" charset="0"/>
                                              </a:rPr>
                                            </m:ctrlPr>
                                          </m:dPr>
                                          <m:e>
                                            <m:r>
                                              <a:rPr lang="en-US" altLang="ko-KR" sz="1400" smtClean="0">
                                                <a:latin typeface="Cambria Math" panose="02040503050406030204" pitchFamily="18" charset="0"/>
                                              </a:rPr>
                                              <m:t>𝑥</m:t>
                                            </m:r>
                                            <m:r>
                                              <a:rPr lang="en-US" altLang="ko-KR" sz="1400" smtClean="0">
                                                <a:latin typeface="Cambria Math" panose="02040503050406030204" pitchFamily="18" charset="0"/>
                                              </a:rPr>
                                              <m:t>+</m:t>
                                            </m:r>
                                            <m:r>
                                              <a:rPr lang="en-US" altLang="ko-KR" sz="1400" smtClean="0">
                                                <a:latin typeface="Cambria Math" panose="02040503050406030204" pitchFamily="18" charset="0"/>
                                              </a:rPr>
                                              <m:t>h</m:t>
                                            </m:r>
                                            <m:r>
                                              <a:rPr lang="en-US" altLang="ko-KR" sz="1400" smtClean="0">
                                                <a:latin typeface="Cambria Math" panose="02040503050406030204" pitchFamily="18" charset="0"/>
                                              </a:rPr>
                                              <m:t>−</m:t>
                                            </m:r>
                                            <m:r>
                                              <a:rPr lang="en-US" altLang="ko-KR" sz="1400" smtClean="0">
                                                <a:latin typeface="Cambria Math" panose="02040503050406030204" pitchFamily="18" charset="0"/>
                                              </a:rPr>
                                              <m:t>𝑥</m:t>
                                            </m:r>
                                          </m:e>
                                        </m:d>
                                        <m:d>
                                          <m:dPr>
                                            <m:ctrlPr>
                                              <a:rPr lang="en-US" altLang="ko-KR" sz="1400" i="1" smtClean="0">
                                                <a:latin typeface="Cambria Math" panose="02040503050406030204" pitchFamily="18" charset="0"/>
                                              </a:rPr>
                                            </m:ctrlPr>
                                          </m:dPr>
                                          <m:e>
                                            <m:sSup>
                                              <m:sSupPr>
                                                <m:ctrlPr>
                                                  <a:rPr lang="en-US" altLang="ko-KR" sz="1400" i="1" smtClean="0">
                                                    <a:latin typeface="Cambria Math" panose="02040503050406030204" pitchFamily="18" charset="0"/>
                                                  </a:rPr>
                                                </m:ctrlPr>
                                              </m:sSupPr>
                                              <m:e>
                                                <m:d>
                                                  <m:dPr>
                                                    <m:ctrlPr>
                                                      <a:rPr lang="en-US" altLang="ko-KR" sz="1400" i="1" smtClean="0">
                                                        <a:latin typeface="Cambria Math" panose="02040503050406030204" pitchFamily="18" charset="0"/>
                                                      </a:rPr>
                                                    </m:ctrlPr>
                                                  </m:dPr>
                                                  <m:e>
                                                    <m:r>
                                                      <a:rPr lang="en-US" altLang="ko-KR" sz="1400" smtClean="0">
                                                        <a:latin typeface="Cambria Math" panose="02040503050406030204" pitchFamily="18" charset="0"/>
                                                      </a:rPr>
                                                      <m:t>𝑥</m:t>
                                                    </m:r>
                                                    <m:r>
                                                      <a:rPr lang="en-US" altLang="ko-KR" sz="1400" smtClean="0">
                                                        <a:latin typeface="Cambria Math" panose="02040503050406030204" pitchFamily="18" charset="0"/>
                                                      </a:rPr>
                                                      <m:t>+</m:t>
                                                    </m:r>
                                                    <m:r>
                                                      <a:rPr lang="en-US" altLang="ko-KR" sz="1400" smtClean="0">
                                                        <a:latin typeface="Cambria Math" panose="02040503050406030204" pitchFamily="18" charset="0"/>
                                                      </a:rPr>
                                                      <m:t>h</m:t>
                                                    </m:r>
                                                  </m:e>
                                                </m:d>
                                              </m:e>
                                              <m:sup>
                                                <m:r>
                                                  <a:rPr lang="en-US" altLang="ko-KR" sz="1400" smtClean="0">
                                                    <a:latin typeface="Cambria Math" panose="02040503050406030204" pitchFamily="18" charset="0"/>
                                                  </a:rPr>
                                                  <m:t>𝑛</m:t>
                                                </m:r>
                                                <m:r>
                                                  <a:rPr lang="en-US" altLang="ko-KR" sz="1400" smtClean="0">
                                                    <a:latin typeface="Cambria Math" panose="02040503050406030204" pitchFamily="18" charset="0"/>
                                                  </a:rPr>
                                                  <m:t>−1</m:t>
                                                </m:r>
                                              </m:sup>
                                            </m:sSup>
                                            <m:sSup>
                                              <m:sSupPr>
                                                <m:ctrlPr>
                                                  <a:rPr lang="en-US" altLang="ko-KR" sz="1400" i="1" smtClean="0">
                                                    <a:latin typeface="Cambria Math" panose="02040503050406030204" pitchFamily="18" charset="0"/>
                                                  </a:rPr>
                                                </m:ctrlPr>
                                              </m:sSupPr>
                                              <m:e>
                                                <m:r>
                                                  <a:rPr lang="en-US" altLang="ko-KR" sz="1400" smtClean="0">
                                                    <a:latin typeface="Cambria Math" panose="02040503050406030204" pitchFamily="18" charset="0"/>
                                                  </a:rPr>
                                                  <m:t>𝑥</m:t>
                                                </m:r>
                                              </m:e>
                                              <m:sup>
                                                <m:r>
                                                  <a:rPr lang="en-US" altLang="ko-KR" sz="1400" smtClean="0">
                                                    <a:latin typeface="Cambria Math" panose="02040503050406030204" pitchFamily="18" charset="0"/>
                                                  </a:rPr>
                                                  <m:t>0</m:t>
                                                </m:r>
                                              </m:sup>
                                            </m:sSup>
                                            <m:r>
                                              <a:rPr lang="en-US" altLang="ko-KR" sz="1400" smtClean="0">
                                                <a:latin typeface="Cambria Math" panose="02040503050406030204" pitchFamily="18" charset="0"/>
                                              </a:rPr>
                                              <m:t>+</m:t>
                                            </m:r>
                                            <m:sSup>
                                              <m:sSupPr>
                                                <m:ctrlPr>
                                                  <a:rPr lang="en-US" altLang="ko-KR" sz="1400" i="1" smtClean="0">
                                                    <a:latin typeface="Cambria Math" panose="02040503050406030204" pitchFamily="18" charset="0"/>
                                                  </a:rPr>
                                                </m:ctrlPr>
                                              </m:sSupPr>
                                              <m:e>
                                                <m:d>
                                                  <m:dPr>
                                                    <m:ctrlPr>
                                                      <a:rPr lang="en-US" altLang="ko-KR" sz="1400" i="1" smtClean="0">
                                                        <a:latin typeface="Cambria Math" panose="02040503050406030204" pitchFamily="18" charset="0"/>
                                                      </a:rPr>
                                                    </m:ctrlPr>
                                                  </m:dPr>
                                                  <m:e>
                                                    <m:r>
                                                      <a:rPr lang="en-US" altLang="ko-KR" sz="1400" smtClean="0">
                                                        <a:latin typeface="Cambria Math" panose="02040503050406030204" pitchFamily="18" charset="0"/>
                                                      </a:rPr>
                                                      <m:t>𝑥</m:t>
                                                    </m:r>
                                                    <m:r>
                                                      <a:rPr lang="en-US" altLang="ko-KR" sz="1400" smtClean="0">
                                                        <a:latin typeface="Cambria Math" panose="02040503050406030204" pitchFamily="18" charset="0"/>
                                                      </a:rPr>
                                                      <m:t>+</m:t>
                                                    </m:r>
                                                    <m:r>
                                                      <a:rPr lang="en-US" altLang="ko-KR" sz="1400" smtClean="0">
                                                        <a:latin typeface="Cambria Math" panose="02040503050406030204" pitchFamily="18" charset="0"/>
                                                      </a:rPr>
                                                      <m:t>h</m:t>
                                                    </m:r>
                                                  </m:e>
                                                </m:d>
                                              </m:e>
                                              <m:sup>
                                                <m:r>
                                                  <a:rPr lang="en-US" altLang="ko-KR" sz="1400" smtClean="0">
                                                    <a:latin typeface="Cambria Math" panose="02040503050406030204" pitchFamily="18" charset="0"/>
                                                  </a:rPr>
                                                  <m:t>𝑛</m:t>
                                                </m:r>
                                                <m:r>
                                                  <a:rPr lang="en-US" altLang="ko-KR" sz="1400" smtClean="0">
                                                    <a:latin typeface="Cambria Math" panose="02040503050406030204" pitchFamily="18" charset="0"/>
                                                  </a:rPr>
                                                  <m:t>−2</m:t>
                                                </m:r>
                                              </m:sup>
                                            </m:sSup>
                                            <m:sSup>
                                              <m:sSupPr>
                                                <m:ctrlPr>
                                                  <a:rPr lang="en-US" altLang="ko-KR" sz="1400" i="1" smtClean="0">
                                                    <a:latin typeface="Cambria Math" panose="02040503050406030204" pitchFamily="18" charset="0"/>
                                                  </a:rPr>
                                                </m:ctrlPr>
                                              </m:sSupPr>
                                              <m:e>
                                                <m:r>
                                                  <a:rPr lang="en-US" altLang="ko-KR" sz="1400" smtClean="0">
                                                    <a:latin typeface="Cambria Math" panose="02040503050406030204" pitchFamily="18" charset="0"/>
                                                  </a:rPr>
                                                  <m:t>𝑥</m:t>
                                                </m:r>
                                              </m:e>
                                              <m:sup>
                                                <m:r>
                                                  <a:rPr lang="en-US" altLang="ko-KR" sz="1400" smtClean="0">
                                                    <a:latin typeface="Cambria Math" panose="02040503050406030204" pitchFamily="18" charset="0"/>
                                                  </a:rPr>
                                                  <m:t>1</m:t>
                                                </m:r>
                                              </m:sup>
                                            </m:sSup>
                                            <m:r>
                                              <a:rPr lang="en-US" altLang="ko-KR" sz="1400" smtClean="0">
                                                <a:latin typeface="Cambria Math" panose="02040503050406030204" pitchFamily="18" charset="0"/>
                                              </a:rPr>
                                              <m:t>+…+</m:t>
                                            </m:r>
                                            <m:sSup>
                                              <m:sSupPr>
                                                <m:ctrlPr>
                                                  <a:rPr lang="en-US" altLang="ko-KR" sz="1400" i="1" smtClean="0">
                                                    <a:latin typeface="Cambria Math" panose="02040503050406030204" pitchFamily="18" charset="0"/>
                                                  </a:rPr>
                                                </m:ctrlPr>
                                              </m:sSupPr>
                                              <m:e>
                                                <m:d>
                                                  <m:dPr>
                                                    <m:ctrlPr>
                                                      <a:rPr lang="en-US" altLang="ko-KR" sz="1400" i="1" smtClean="0">
                                                        <a:latin typeface="Cambria Math" panose="02040503050406030204" pitchFamily="18" charset="0"/>
                                                      </a:rPr>
                                                    </m:ctrlPr>
                                                  </m:dPr>
                                                  <m:e>
                                                    <m:r>
                                                      <a:rPr lang="en-US" altLang="ko-KR" sz="1400" smtClean="0">
                                                        <a:latin typeface="Cambria Math" panose="02040503050406030204" pitchFamily="18" charset="0"/>
                                                      </a:rPr>
                                                      <m:t>𝑥</m:t>
                                                    </m:r>
                                                    <m:r>
                                                      <a:rPr lang="en-US" altLang="ko-KR" sz="1400" smtClean="0">
                                                        <a:latin typeface="Cambria Math" panose="02040503050406030204" pitchFamily="18" charset="0"/>
                                                      </a:rPr>
                                                      <m:t>+</m:t>
                                                    </m:r>
                                                    <m:r>
                                                      <a:rPr lang="en-US" altLang="ko-KR" sz="1400" smtClean="0">
                                                        <a:latin typeface="Cambria Math" panose="02040503050406030204" pitchFamily="18" charset="0"/>
                                                      </a:rPr>
                                                      <m:t>h</m:t>
                                                    </m:r>
                                                  </m:e>
                                                </m:d>
                                              </m:e>
                                              <m:sup>
                                                <m:r>
                                                  <a:rPr lang="en-US" altLang="ko-KR" sz="1400" smtClean="0">
                                                    <a:latin typeface="Cambria Math" panose="02040503050406030204" pitchFamily="18" charset="0"/>
                                                  </a:rPr>
                                                  <m:t>0</m:t>
                                                </m:r>
                                              </m:sup>
                                            </m:sSup>
                                            <m:sSup>
                                              <m:sSupPr>
                                                <m:ctrlPr>
                                                  <a:rPr lang="en-US" altLang="ko-KR" sz="1400" i="1" smtClean="0">
                                                    <a:latin typeface="Cambria Math" panose="02040503050406030204" pitchFamily="18" charset="0"/>
                                                  </a:rPr>
                                                </m:ctrlPr>
                                              </m:sSupPr>
                                              <m:e>
                                                <m:r>
                                                  <a:rPr lang="en-US" altLang="ko-KR" sz="1400" smtClean="0">
                                                    <a:latin typeface="Cambria Math" panose="02040503050406030204" pitchFamily="18" charset="0"/>
                                                  </a:rPr>
                                                  <m:t>𝑥</m:t>
                                                </m:r>
                                              </m:e>
                                              <m:sup>
                                                <m:r>
                                                  <a:rPr lang="en-US" altLang="ko-KR" sz="1400" smtClean="0">
                                                    <a:latin typeface="Cambria Math" panose="02040503050406030204" pitchFamily="18" charset="0"/>
                                                  </a:rPr>
                                                  <m:t>𝑛</m:t>
                                                </m:r>
                                                <m:r>
                                                  <a:rPr lang="en-US" altLang="ko-KR" sz="1400" smtClean="0">
                                                    <a:latin typeface="Cambria Math" panose="02040503050406030204" pitchFamily="18" charset="0"/>
                                                  </a:rPr>
                                                  <m:t>−1</m:t>
                                                </m:r>
                                              </m:sup>
                                            </m:sSup>
                                          </m:e>
                                        </m:d>
                                      </m:num>
                                      <m:den>
                                        <m:r>
                                          <a:rPr lang="en-US" altLang="ko-KR" sz="1400" smtClean="0">
                                            <a:latin typeface="Cambria Math" panose="02040503050406030204" pitchFamily="18" charset="0"/>
                                          </a:rPr>
                                          <m:t>h</m:t>
                                        </m:r>
                                      </m:den>
                                    </m:f>
                                  </m:e>
                                </m:func>
                              </m:oMath>
                            </m:oMathPara>
                          </a14:m>
                          <a:endParaRPr lang="ko-KR" altLang="en-US" sz="1400" dirty="0"/>
                        </a:p>
                      </a:txBody>
                      <a:tcPr/>
                    </a:tc>
                    <a:extLst>
                      <a:ext uri="{0D108BD9-81ED-4DB2-BD59-A6C34878D82A}">
                        <a16:rowId xmlns:a16="http://schemas.microsoft.com/office/drawing/2014/main" val="549591821"/>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altLang="ko-KR" sz="1400" smtClean="0">
                                    <a:latin typeface="Cambria Math" panose="02040503050406030204" pitchFamily="18" charset="0"/>
                                  </a:rPr>
                                  <m:t>=</m:t>
                                </m:r>
                                <m:func>
                                  <m:funcPr>
                                    <m:ctrlPr>
                                      <a:rPr lang="en-US" altLang="ko-KR" sz="1400" i="1" smtClean="0">
                                        <a:latin typeface="Cambria Math" panose="02040503050406030204" pitchFamily="18" charset="0"/>
                                      </a:rPr>
                                    </m:ctrlPr>
                                  </m:funcPr>
                                  <m:fName>
                                    <m:limLow>
                                      <m:limLowPr>
                                        <m:ctrlPr>
                                          <a:rPr lang="en-US" altLang="ko-KR" sz="1400" i="1" smtClean="0">
                                            <a:latin typeface="Cambria Math" panose="02040503050406030204" pitchFamily="18" charset="0"/>
                                          </a:rPr>
                                        </m:ctrlPr>
                                      </m:limLowPr>
                                      <m:e>
                                        <m:r>
                                          <a:rPr lang="en-US" altLang="ko-KR" sz="1400" smtClean="0">
                                            <a:latin typeface="Cambria Math" panose="02040503050406030204" pitchFamily="18" charset="0"/>
                                          </a:rPr>
                                          <m:t>𝑙𝑖𝑚</m:t>
                                        </m:r>
                                      </m:e>
                                      <m:lim>
                                        <m:r>
                                          <a:rPr lang="en-US" altLang="ko-KR" sz="1400" smtClean="0">
                                            <a:latin typeface="Cambria Math" panose="02040503050406030204" pitchFamily="18" charset="0"/>
                                          </a:rPr>
                                          <m:t>h</m:t>
                                        </m:r>
                                        <m:r>
                                          <a:rPr lang="en-US" altLang="ko-KR" sz="1400" smtClean="0">
                                            <a:latin typeface="Cambria Math" panose="02040503050406030204" pitchFamily="18" charset="0"/>
                                          </a:rPr>
                                          <m:t>→0</m:t>
                                        </m:r>
                                      </m:lim>
                                    </m:limLow>
                                  </m:fName>
                                  <m:e>
                                    <m:d>
                                      <m:dPr>
                                        <m:ctrlPr>
                                          <a:rPr lang="en-US" altLang="ko-KR" sz="1400" i="1" smtClean="0">
                                            <a:latin typeface="Cambria Math" panose="02040503050406030204" pitchFamily="18" charset="0"/>
                                          </a:rPr>
                                        </m:ctrlPr>
                                      </m:dPr>
                                      <m:e>
                                        <m:sSup>
                                          <m:sSupPr>
                                            <m:ctrlPr>
                                              <a:rPr lang="en-US" altLang="ko-KR" sz="1400" i="1" smtClean="0">
                                                <a:latin typeface="Cambria Math" panose="02040503050406030204" pitchFamily="18" charset="0"/>
                                              </a:rPr>
                                            </m:ctrlPr>
                                          </m:sSupPr>
                                          <m:e>
                                            <m:d>
                                              <m:dPr>
                                                <m:ctrlPr>
                                                  <a:rPr lang="en-US" altLang="ko-KR" sz="1400" i="1" smtClean="0">
                                                    <a:latin typeface="Cambria Math" panose="02040503050406030204" pitchFamily="18" charset="0"/>
                                                  </a:rPr>
                                                </m:ctrlPr>
                                              </m:dPr>
                                              <m:e>
                                                <m:r>
                                                  <a:rPr lang="en-US" altLang="ko-KR" sz="1400" smtClean="0">
                                                    <a:latin typeface="Cambria Math" panose="02040503050406030204" pitchFamily="18" charset="0"/>
                                                  </a:rPr>
                                                  <m:t>𝑥</m:t>
                                                </m:r>
                                                <m:r>
                                                  <a:rPr lang="en-US" altLang="ko-KR" sz="1400" smtClean="0">
                                                    <a:latin typeface="Cambria Math" panose="02040503050406030204" pitchFamily="18" charset="0"/>
                                                  </a:rPr>
                                                  <m:t>+</m:t>
                                                </m:r>
                                                <m:r>
                                                  <a:rPr lang="en-US" altLang="ko-KR" sz="1400" smtClean="0">
                                                    <a:latin typeface="Cambria Math" panose="02040503050406030204" pitchFamily="18" charset="0"/>
                                                  </a:rPr>
                                                  <m:t>h</m:t>
                                                </m:r>
                                              </m:e>
                                            </m:d>
                                          </m:e>
                                          <m:sup>
                                            <m:r>
                                              <a:rPr lang="en-US" altLang="ko-KR" sz="1400" smtClean="0">
                                                <a:latin typeface="Cambria Math" panose="02040503050406030204" pitchFamily="18" charset="0"/>
                                              </a:rPr>
                                              <m:t>𝑛</m:t>
                                            </m:r>
                                            <m:r>
                                              <a:rPr lang="en-US" altLang="ko-KR" sz="1400" smtClean="0">
                                                <a:latin typeface="Cambria Math" panose="02040503050406030204" pitchFamily="18" charset="0"/>
                                              </a:rPr>
                                              <m:t>−1</m:t>
                                            </m:r>
                                          </m:sup>
                                        </m:sSup>
                                        <m:sSup>
                                          <m:sSupPr>
                                            <m:ctrlPr>
                                              <a:rPr lang="en-US" altLang="ko-KR" sz="1400" i="1" smtClean="0">
                                                <a:latin typeface="Cambria Math" panose="02040503050406030204" pitchFamily="18" charset="0"/>
                                              </a:rPr>
                                            </m:ctrlPr>
                                          </m:sSupPr>
                                          <m:e>
                                            <m:r>
                                              <a:rPr lang="en-US" altLang="ko-KR" sz="1400" smtClean="0">
                                                <a:latin typeface="Cambria Math" panose="02040503050406030204" pitchFamily="18" charset="0"/>
                                              </a:rPr>
                                              <m:t>𝑥</m:t>
                                            </m:r>
                                          </m:e>
                                          <m:sup>
                                            <m:r>
                                              <a:rPr lang="en-US" altLang="ko-KR" sz="1400" smtClean="0">
                                                <a:latin typeface="Cambria Math" panose="02040503050406030204" pitchFamily="18" charset="0"/>
                                              </a:rPr>
                                              <m:t>0</m:t>
                                            </m:r>
                                          </m:sup>
                                        </m:sSup>
                                        <m:r>
                                          <a:rPr lang="en-US" altLang="ko-KR" sz="1400" smtClean="0">
                                            <a:latin typeface="Cambria Math" panose="02040503050406030204" pitchFamily="18" charset="0"/>
                                          </a:rPr>
                                          <m:t>+</m:t>
                                        </m:r>
                                        <m:sSup>
                                          <m:sSupPr>
                                            <m:ctrlPr>
                                              <a:rPr lang="en-US" altLang="ko-KR" sz="1400" i="1" smtClean="0">
                                                <a:latin typeface="Cambria Math" panose="02040503050406030204" pitchFamily="18" charset="0"/>
                                              </a:rPr>
                                            </m:ctrlPr>
                                          </m:sSupPr>
                                          <m:e>
                                            <m:d>
                                              <m:dPr>
                                                <m:ctrlPr>
                                                  <a:rPr lang="en-US" altLang="ko-KR" sz="1400" i="1" smtClean="0">
                                                    <a:latin typeface="Cambria Math" panose="02040503050406030204" pitchFamily="18" charset="0"/>
                                                  </a:rPr>
                                                </m:ctrlPr>
                                              </m:dPr>
                                              <m:e>
                                                <m:r>
                                                  <a:rPr lang="en-US" altLang="ko-KR" sz="1400" smtClean="0">
                                                    <a:latin typeface="Cambria Math" panose="02040503050406030204" pitchFamily="18" charset="0"/>
                                                  </a:rPr>
                                                  <m:t>𝑥</m:t>
                                                </m:r>
                                                <m:r>
                                                  <a:rPr lang="en-US" altLang="ko-KR" sz="1400" smtClean="0">
                                                    <a:latin typeface="Cambria Math" panose="02040503050406030204" pitchFamily="18" charset="0"/>
                                                  </a:rPr>
                                                  <m:t>+</m:t>
                                                </m:r>
                                                <m:r>
                                                  <a:rPr lang="en-US" altLang="ko-KR" sz="1400" smtClean="0">
                                                    <a:latin typeface="Cambria Math" panose="02040503050406030204" pitchFamily="18" charset="0"/>
                                                  </a:rPr>
                                                  <m:t>h</m:t>
                                                </m:r>
                                              </m:e>
                                            </m:d>
                                          </m:e>
                                          <m:sup>
                                            <m:r>
                                              <a:rPr lang="en-US" altLang="ko-KR" sz="1400" smtClean="0">
                                                <a:latin typeface="Cambria Math" panose="02040503050406030204" pitchFamily="18" charset="0"/>
                                              </a:rPr>
                                              <m:t>𝑛</m:t>
                                            </m:r>
                                            <m:r>
                                              <a:rPr lang="en-US" altLang="ko-KR" sz="1400" smtClean="0">
                                                <a:latin typeface="Cambria Math" panose="02040503050406030204" pitchFamily="18" charset="0"/>
                                              </a:rPr>
                                              <m:t>−2</m:t>
                                            </m:r>
                                          </m:sup>
                                        </m:sSup>
                                        <m:sSup>
                                          <m:sSupPr>
                                            <m:ctrlPr>
                                              <a:rPr lang="en-US" altLang="ko-KR" sz="1400" i="1" smtClean="0">
                                                <a:latin typeface="Cambria Math" panose="02040503050406030204" pitchFamily="18" charset="0"/>
                                              </a:rPr>
                                            </m:ctrlPr>
                                          </m:sSupPr>
                                          <m:e>
                                            <m:r>
                                              <a:rPr lang="en-US" altLang="ko-KR" sz="1400" smtClean="0">
                                                <a:latin typeface="Cambria Math" panose="02040503050406030204" pitchFamily="18" charset="0"/>
                                              </a:rPr>
                                              <m:t>𝑥</m:t>
                                            </m:r>
                                          </m:e>
                                          <m:sup>
                                            <m:r>
                                              <a:rPr lang="en-US" altLang="ko-KR" sz="1400" smtClean="0">
                                                <a:latin typeface="Cambria Math" panose="02040503050406030204" pitchFamily="18" charset="0"/>
                                              </a:rPr>
                                              <m:t>1</m:t>
                                            </m:r>
                                          </m:sup>
                                        </m:sSup>
                                        <m:r>
                                          <a:rPr lang="en-US" altLang="ko-KR" sz="1400" smtClean="0">
                                            <a:latin typeface="Cambria Math" panose="02040503050406030204" pitchFamily="18" charset="0"/>
                                          </a:rPr>
                                          <m:t>+…+</m:t>
                                        </m:r>
                                        <m:sSup>
                                          <m:sSupPr>
                                            <m:ctrlPr>
                                              <a:rPr lang="en-US" altLang="ko-KR" sz="1400" i="1" smtClean="0">
                                                <a:latin typeface="Cambria Math" panose="02040503050406030204" pitchFamily="18" charset="0"/>
                                              </a:rPr>
                                            </m:ctrlPr>
                                          </m:sSupPr>
                                          <m:e>
                                            <m:d>
                                              <m:dPr>
                                                <m:ctrlPr>
                                                  <a:rPr lang="en-US" altLang="ko-KR" sz="1400" i="1" smtClean="0">
                                                    <a:latin typeface="Cambria Math" panose="02040503050406030204" pitchFamily="18" charset="0"/>
                                                  </a:rPr>
                                                </m:ctrlPr>
                                              </m:dPr>
                                              <m:e>
                                                <m:r>
                                                  <a:rPr lang="en-US" altLang="ko-KR" sz="1400" smtClean="0">
                                                    <a:latin typeface="Cambria Math" panose="02040503050406030204" pitchFamily="18" charset="0"/>
                                                  </a:rPr>
                                                  <m:t>𝑥</m:t>
                                                </m:r>
                                                <m:r>
                                                  <a:rPr lang="en-US" altLang="ko-KR" sz="1400" smtClean="0">
                                                    <a:latin typeface="Cambria Math" panose="02040503050406030204" pitchFamily="18" charset="0"/>
                                                  </a:rPr>
                                                  <m:t>+</m:t>
                                                </m:r>
                                                <m:r>
                                                  <a:rPr lang="en-US" altLang="ko-KR" sz="1400" smtClean="0">
                                                    <a:latin typeface="Cambria Math" panose="02040503050406030204" pitchFamily="18" charset="0"/>
                                                  </a:rPr>
                                                  <m:t>h</m:t>
                                                </m:r>
                                              </m:e>
                                            </m:d>
                                          </m:e>
                                          <m:sup>
                                            <m:r>
                                              <a:rPr lang="en-US" altLang="ko-KR" sz="1400" smtClean="0">
                                                <a:latin typeface="Cambria Math" panose="02040503050406030204" pitchFamily="18" charset="0"/>
                                              </a:rPr>
                                              <m:t>0</m:t>
                                            </m:r>
                                          </m:sup>
                                        </m:sSup>
                                        <m:sSup>
                                          <m:sSupPr>
                                            <m:ctrlPr>
                                              <a:rPr lang="en-US" altLang="ko-KR" sz="1400" i="1" smtClean="0">
                                                <a:latin typeface="Cambria Math" panose="02040503050406030204" pitchFamily="18" charset="0"/>
                                              </a:rPr>
                                            </m:ctrlPr>
                                          </m:sSupPr>
                                          <m:e>
                                            <m:r>
                                              <a:rPr lang="en-US" altLang="ko-KR" sz="1400" smtClean="0">
                                                <a:latin typeface="Cambria Math" panose="02040503050406030204" pitchFamily="18" charset="0"/>
                                              </a:rPr>
                                              <m:t>𝑥</m:t>
                                            </m:r>
                                          </m:e>
                                          <m:sup>
                                            <m:r>
                                              <a:rPr lang="en-US" altLang="ko-KR" sz="1400" smtClean="0">
                                                <a:latin typeface="Cambria Math" panose="02040503050406030204" pitchFamily="18" charset="0"/>
                                              </a:rPr>
                                              <m:t>𝑛</m:t>
                                            </m:r>
                                            <m:r>
                                              <a:rPr lang="en-US" altLang="ko-KR" sz="1400" smtClean="0">
                                                <a:latin typeface="Cambria Math" panose="02040503050406030204" pitchFamily="18" charset="0"/>
                                              </a:rPr>
                                              <m:t>−1</m:t>
                                            </m:r>
                                          </m:sup>
                                        </m:sSup>
                                      </m:e>
                                    </m:d>
                                  </m:e>
                                </m:func>
                              </m:oMath>
                            </m:oMathPara>
                          </a14:m>
                          <a:endParaRPr lang="ko-KR" altLang="en-US" sz="1400" dirty="0"/>
                        </a:p>
                      </a:txBody>
                      <a:tcPr/>
                    </a:tc>
                    <a:extLst>
                      <a:ext uri="{0D108BD9-81ED-4DB2-BD59-A6C34878D82A}">
                        <a16:rowId xmlns:a16="http://schemas.microsoft.com/office/drawing/2014/main" val="2571924127"/>
                      </a:ext>
                    </a:extLst>
                  </a:tr>
                  <a:tr h="549223">
                    <a:tc>
                      <a:txBody>
                        <a:bodyPr/>
                        <a:lstStyle/>
                        <a:p>
                          <a:pPr algn="l" latinLnBrk="1"/>
                          <a14:m>
                            <m:oMathPara xmlns:m="http://schemas.openxmlformats.org/officeDocument/2006/math">
                              <m:oMathParaPr>
                                <m:jc m:val="left"/>
                              </m:oMathParaPr>
                              <m:oMath xmlns:m="http://schemas.openxmlformats.org/officeDocument/2006/math">
                                <m:r>
                                  <a:rPr lang="en-US" altLang="ko-KR" sz="1400" smtClean="0">
                                    <a:latin typeface="Cambria Math" panose="02040503050406030204" pitchFamily="18" charset="0"/>
                                  </a:rPr>
                                  <m:t>=</m:t>
                                </m:r>
                                <m:sSup>
                                  <m:sSupPr>
                                    <m:ctrlPr>
                                      <a:rPr lang="en-US" altLang="ko-KR" sz="1400" i="1" smtClean="0">
                                        <a:latin typeface="Cambria Math" panose="02040503050406030204" pitchFamily="18" charset="0"/>
                                      </a:rPr>
                                    </m:ctrlPr>
                                  </m:sSupPr>
                                  <m:e>
                                    <m:r>
                                      <a:rPr lang="en-US" altLang="ko-KR" sz="1400" smtClean="0">
                                        <a:latin typeface="Cambria Math" panose="02040503050406030204" pitchFamily="18" charset="0"/>
                                      </a:rPr>
                                      <m:t>𝑥</m:t>
                                    </m:r>
                                  </m:e>
                                  <m:sup>
                                    <m:r>
                                      <a:rPr lang="en-US" altLang="ko-KR" sz="1400" smtClean="0">
                                        <a:latin typeface="Cambria Math" panose="02040503050406030204" pitchFamily="18" charset="0"/>
                                      </a:rPr>
                                      <m:t>𝑛</m:t>
                                    </m:r>
                                    <m:r>
                                      <a:rPr lang="en-US" altLang="ko-KR" sz="1400" smtClean="0">
                                        <a:latin typeface="Cambria Math" panose="02040503050406030204" pitchFamily="18" charset="0"/>
                                      </a:rPr>
                                      <m:t>−1</m:t>
                                    </m:r>
                                  </m:sup>
                                </m:sSup>
                                <m:sSup>
                                  <m:sSupPr>
                                    <m:ctrlPr>
                                      <a:rPr lang="en-US" altLang="ko-KR" sz="1400" i="1" smtClean="0">
                                        <a:latin typeface="Cambria Math" panose="02040503050406030204" pitchFamily="18" charset="0"/>
                                      </a:rPr>
                                    </m:ctrlPr>
                                  </m:sSupPr>
                                  <m:e>
                                    <m:r>
                                      <a:rPr lang="en-US" altLang="ko-KR" sz="1400" smtClean="0">
                                        <a:latin typeface="Cambria Math" panose="02040503050406030204" pitchFamily="18" charset="0"/>
                                      </a:rPr>
                                      <m:t>𝑥</m:t>
                                    </m:r>
                                  </m:e>
                                  <m:sup>
                                    <m:r>
                                      <a:rPr lang="en-US" altLang="ko-KR" sz="1400" smtClean="0">
                                        <a:latin typeface="Cambria Math" panose="02040503050406030204" pitchFamily="18" charset="0"/>
                                      </a:rPr>
                                      <m:t>0</m:t>
                                    </m:r>
                                  </m:sup>
                                </m:sSup>
                                <m:r>
                                  <a:rPr lang="en-US" altLang="ko-KR" sz="1400" smtClean="0">
                                    <a:latin typeface="Cambria Math" panose="02040503050406030204" pitchFamily="18" charset="0"/>
                                  </a:rPr>
                                  <m:t>+</m:t>
                                </m:r>
                                <m:sSup>
                                  <m:sSupPr>
                                    <m:ctrlPr>
                                      <a:rPr lang="en-US" altLang="ko-KR" sz="1400" i="1" smtClean="0">
                                        <a:latin typeface="Cambria Math" panose="02040503050406030204" pitchFamily="18" charset="0"/>
                                      </a:rPr>
                                    </m:ctrlPr>
                                  </m:sSupPr>
                                  <m:e>
                                    <m:r>
                                      <a:rPr lang="en-US" altLang="ko-KR" sz="1400" smtClean="0">
                                        <a:latin typeface="Cambria Math" panose="02040503050406030204" pitchFamily="18" charset="0"/>
                                      </a:rPr>
                                      <m:t>𝑥</m:t>
                                    </m:r>
                                  </m:e>
                                  <m:sup>
                                    <m:r>
                                      <a:rPr lang="en-US" altLang="ko-KR" sz="1400" smtClean="0">
                                        <a:latin typeface="Cambria Math" panose="02040503050406030204" pitchFamily="18" charset="0"/>
                                      </a:rPr>
                                      <m:t>𝑛</m:t>
                                    </m:r>
                                    <m:r>
                                      <a:rPr lang="en-US" altLang="ko-KR" sz="1400" smtClean="0">
                                        <a:latin typeface="Cambria Math" panose="02040503050406030204" pitchFamily="18" charset="0"/>
                                      </a:rPr>
                                      <m:t>−2</m:t>
                                    </m:r>
                                  </m:sup>
                                </m:sSup>
                                <m:sSup>
                                  <m:sSupPr>
                                    <m:ctrlPr>
                                      <a:rPr lang="en-US" altLang="ko-KR" sz="1400" i="1" smtClean="0">
                                        <a:latin typeface="Cambria Math" panose="02040503050406030204" pitchFamily="18" charset="0"/>
                                      </a:rPr>
                                    </m:ctrlPr>
                                  </m:sSupPr>
                                  <m:e>
                                    <m:r>
                                      <a:rPr lang="en-US" altLang="ko-KR" sz="1400" smtClean="0">
                                        <a:latin typeface="Cambria Math" panose="02040503050406030204" pitchFamily="18" charset="0"/>
                                      </a:rPr>
                                      <m:t>𝑥</m:t>
                                    </m:r>
                                  </m:e>
                                  <m:sup>
                                    <m:r>
                                      <a:rPr lang="en-US" altLang="ko-KR" sz="1400" smtClean="0">
                                        <a:latin typeface="Cambria Math" panose="02040503050406030204" pitchFamily="18" charset="0"/>
                                      </a:rPr>
                                      <m:t>1</m:t>
                                    </m:r>
                                  </m:sup>
                                </m:sSup>
                                <m:r>
                                  <a:rPr lang="en-US" altLang="ko-KR" sz="1400" smtClean="0">
                                    <a:latin typeface="Cambria Math" panose="02040503050406030204" pitchFamily="18" charset="0"/>
                                  </a:rPr>
                                  <m:t>+…+</m:t>
                                </m:r>
                                <m:sSup>
                                  <m:sSupPr>
                                    <m:ctrlPr>
                                      <a:rPr lang="en-US" altLang="ko-KR" sz="1400" i="1" smtClean="0">
                                        <a:latin typeface="Cambria Math" panose="02040503050406030204" pitchFamily="18" charset="0"/>
                                      </a:rPr>
                                    </m:ctrlPr>
                                  </m:sSupPr>
                                  <m:e>
                                    <m:r>
                                      <a:rPr lang="en-US" altLang="ko-KR" sz="1400" smtClean="0">
                                        <a:latin typeface="Cambria Math" panose="02040503050406030204" pitchFamily="18" charset="0"/>
                                      </a:rPr>
                                      <m:t>𝑥</m:t>
                                    </m:r>
                                  </m:e>
                                  <m:sup>
                                    <m:r>
                                      <a:rPr lang="en-US" altLang="ko-KR" sz="1400" smtClean="0">
                                        <a:latin typeface="Cambria Math" panose="02040503050406030204" pitchFamily="18" charset="0"/>
                                      </a:rPr>
                                      <m:t>0</m:t>
                                    </m:r>
                                  </m:sup>
                                </m:sSup>
                                <m:sSup>
                                  <m:sSupPr>
                                    <m:ctrlPr>
                                      <a:rPr lang="en-US" altLang="ko-KR" sz="1400" i="1" smtClean="0">
                                        <a:latin typeface="Cambria Math" panose="02040503050406030204" pitchFamily="18" charset="0"/>
                                      </a:rPr>
                                    </m:ctrlPr>
                                  </m:sSupPr>
                                  <m:e>
                                    <m:r>
                                      <a:rPr lang="en-US" altLang="ko-KR" sz="1400" smtClean="0">
                                        <a:latin typeface="Cambria Math" panose="02040503050406030204" pitchFamily="18" charset="0"/>
                                      </a:rPr>
                                      <m:t>𝑥</m:t>
                                    </m:r>
                                  </m:e>
                                  <m:sup>
                                    <m:r>
                                      <a:rPr lang="en-US" altLang="ko-KR" sz="1400" smtClean="0">
                                        <a:latin typeface="Cambria Math" panose="02040503050406030204" pitchFamily="18" charset="0"/>
                                      </a:rPr>
                                      <m:t>𝑛</m:t>
                                    </m:r>
                                    <m:r>
                                      <a:rPr lang="en-US" altLang="ko-KR" sz="1400" smtClean="0">
                                        <a:latin typeface="Cambria Math" panose="02040503050406030204" pitchFamily="18" charset="0"/>
                                      </a:rPr>
                                      <m:t>−1</m:t>
                                    </m:r>
                                  </m:sup>
                                </m:sSup>
                              </m:oMath>
                            </m:oMathPara>
                          </a14:m>
                          <a:endParaRPr lang="ko-KR" altLang="en-US" sz="1400" dirty="0"/>
                        </a:p>
                      </a:txBody>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altLang="ko-KR" sz="1400" smtClean="0">
                                    <a:latin typeface="Cambria Math" panose="02040503050406030204" pitchFamily="18" charset="0"/>
                                  </a:rPr>
                                  <m:t>=</m:t>
                                </m:r>
                                <m:sSup>
                                  <m:sSupPr>
                                    <m:ctrlPr>
                                      <a:rPr lang="en-US" altLang="ko-KR" sz="1400" i="1" smtClean="0">
                                        <a:latin typeface="Cambria Math" panose="02040503050406030204" pitchFamily="18" charset="0"/>
                                      </a:rPr>
                                    </m:ctrlPr>
                                  </m:sSupPr>
                                  <m:e>
                                    <m:r>
                                      <a:rPr lang="en-US" altLang="ko-KR" sz="1400" smtClean="0">
                                        <a:latin typeface="Cambria Math" panose="02040503050406030204" pitchFamily="18" charset="0"/>
                                      </a:rPr>
                                      <m:t>𝑥</m:t>
                                    </m:r>
                                  </m:e>
                                  <m:sup>
                                    <m:r>
                                      <a:rPr lang="en-US" altLang="ko-KR" sz="1400" smtClean="0">
                                        <a:latin typeface="Cambria Math" panose="02040503050406030204" pitchFamily="18" charset="0"/>
                                      </a:rPr>
                                      <m:t>𝑛</m:t>
                                    </m:r>
                                    <m:r>
                                      <a:rPr lang="en-US" altLang="ko-KR" sz="1400" smtClean="0">
                                        <a:latin typeface="Cambria Math" panose="02040503050406030204" pitchFamily="18" charset="0"/>
                                      </a:rPr>
                                      <m:t>−1</m:t>
                                    </m:r>
                                  </m:sup>
                                </m:sSup>
                                <m:r>
                                  <a:rPr lang="en-US" altLang="ko-KR" sz="1400" smtClean="0">
                                    <a:latin typeface="Cambria Math" panose="02040503050406030204" pitchFamily="18" charset="0"/>
                                  </a:rPr>
                                  <m:t>+</m:t>
                                </m:r>
                                <m:sSup>
                                  <m:sSupPr>
                                    <m:ctrlPr>
                                      <a:rPr lang="en-US" altLang="ko-KR" sz="1400" i="1" smtClean="0">
                                        <a:latin typeface="Cambria Math" panose="02040503050406030204" pitchFamily="18" charset="0"/>
                                      </a:rPr>
                                    </m:ctrlPr>
                                  </m:sSupPr>
                                  <m:e>
                                    <m:r>
                                      <a:rPr lang="en-US" altLang="ko-KR" sz="1400" smtClean="0">
                                        <a:latin typeface="Cambria Math" panose="02040503050406030204" pitchFamily="18" charset="0"/>
                                      </a:rPr>
                                      <m:t>𝑥</m:t>
                                    </m:r>
                                  </m:e>
                                  <m:sup>
                                    <m:r>
                                      <a:rPr lang="en-US" altLang="ko-KR" sz="1400" smtClean="0">
                                        <a:latin typeface="Cambria Math" panose="02040503050406030204" pitchFamily="18" charset="0"/>
                                      </a:rPr>
                                      <m:t>𝑛</m:t>
                                    </m:r>
                                    <m:r>
                                      <a:rPr lang="en-US" altLang="ko-KR" sz="1400" smtClean="0">
                                        <a:latin typeface="Cambria Math" panose="02040503050406030204" pitchFamily="18" charset="0"/>
                                      </a:rPr>
                                      <m:t>−1</m:t>
                                    </m:r>
                                  </m:sup>
                                </m:sSup>
                                <m:r>
                                  <a:rPr lang="en-US" altLang="ko-KR" sz="1400" smtClean="0">
                                    <a:latin typeface="Cambria Math" panose="02040503050406030204" pitchFamily="18" charset="0"/>
                                  </a:rPr>
                                  <m:t>+…+</m:t>
                                </m:r>
                                <m:sSup>
                                  <m:sSupPr>
                                    <m:ctrlPr>
                                      <a:rPr lang="en-US" altLang="ko-KR" sz="1400" i="1" smtClean="0">
                                        <a:latin typeface="Cambria Math" panose="02040503050406030204" pitchFamily="18" charset="0"/>
                                      </a:rPr>
                                    </m:ctrlPr>
                                  </m:sSupPr>
                                  <m:e>
                                    <m:r>
                                      <a:rPr lang="en-US" altLang="ko-KR" sz="1400" smtClean="0">
                                        <a:latin typeface="Cambria Math" panose="02040503050406030204" pitchFamily="18" charset="0"/>
                                      </a:rPr>
                                      <m:t>𝑥</m:t>
                                    </m:r>
                                  </m:e>
                                  <m:sup>
                                    <m:r>
                                      <a:rPr lang="en-US" altLang="ko-KR" sz="1400" smtClean="0">
                                        <a:latin typeface="Cambria Math" panose="02040503050406030204" pitchFamily="18" charset="0"/>
                                      </a:rPr>
                                      <m:t>𝑛</m:t>
                                    </m:r>
                                    <m:r>
                                      <a:rPr lang="en-US" altLang="ko-KR" sz="1400" smtClean="0">
                                        <a:latin typeface="Cambria Math" panose="02040503050406030204" pitchFamily="18" charset="0"/>
                                      </a:rPr>
                                      <m:t>−1</m:t>
                                    </m:r>
                                  </m:sup>
                                </m:sSup>
                              </m:oMath>
                            </m:oMathPara>
                          </a14:m>
                          <a:endParaRPr lang="ko-KR" altLang="en-US" sz="1400" dirty="0"/>
                        </a:p>
                      </a:txBody>
                      <a:tcPr/>
                    </a:tc>
                    <a:extLst>
                      <a:ext uri="{0D108BD9-81ED-4DB2-BD59-A6C34878D82A}">
                        <a16:rowId xmlns:a16="http://schemas.microsoft.com/office/drawing/2014/main" val="2333410646"/>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altLang="ko-KR" sz="1400" smtClean="0">
                                    <a:latin typeface="Cambria Math" panose="02040503050406030204" pitchFamily="18" charset="0"/>
                                  </a:rPr>
                                  <m:t>=</m:t>
                                </m:r>
                                <m:sSup>
                                  <m:sSupPr>
                                    <m:ctrlPr>
                                      <a:rPr lang="en-US" altLang="ko-KR" sz="1400" i="1" smtClean="0">
                                        <a:latin typeface="Cambria Math" panose="02040503050406030204" pitchFamily="18" charset="0"/>
                                      </a:rPr>
                                    </m:ctrlPr>
                                  </m:sSupPr>
                                  <m:e>
                                    <m:r>
                                      <a:rPr lang="en-US" altLang="ko-KR" sz="1400" smtClean="0">
                                        <a:latin typeface="Cambria Math" panose="02040503050406030204" pitchFamily="18" charset="0"/>
                                      </a:rPr>
                                      <m:t>𝑛𝑥</m:t>
                                    </m:r>
                                  </m:e>
                                  <m:sup>
                                    <m:r>
                                      <a:rPr lang="en-US" altLang="ko-KR" sz="1400" smtClean="0">
                                        <a:latin typeface="Cambria Math" panose="02040503050406030204" pitchFamily="18" charset="0"/>
                                      </a:rPr>
                                      <m:t>𝑛</m:t>
                                    </m:r>
                                    <m:r>
                                      <a:rPr lang="en-US" altLang="ko-KR" sz="1400" smtClean="0">
                                        <a:latin typeface="Cambria Math" panose="02040503050406030204" pitchFamily="18" charset="0"/>
                                      </a:rPr>
                                      <m:t>−1</m:t>
                                    </m:r>
                                  </m:sup>
                                </m:sSup>
                              </m:oMath>
                            </m:oMathPara>
                          </a14:m>
                          <a:endParaRPr lang="ko-KR" altLang="en-US" sz="1400" dirty="0"/>
                        </a:p>
                      </a:txBody>
                      <a:tcPr/>
                    </a:tc>
                    <a:extLst>
                      <a:ext uri="{0D108BD9-81ED-4DB2-BD59-A6C34878D82A}">
                        <a16:rowId xmlns:a16="http://schemas.microsoft.com/office/drawing/2014/main" val="3053326746"/>
                      </a:ext>
                    </a:extLst>
                  </a:tr>
                </a:tbl>
              </a:graphicData>
            </a:graphic>
          </p:graphicFrame>
        </mc:Choice>
        <mc:Fallback xmlns="">
          <p:graphicFrame>
            <p:nvGraphicFramePr>
              <p:cNvPr id="7" name="표 6"/>
              <p:cNvGraphicFramePr>
                <a:graphicFrameLocks noGrp="1"/>
              </p:cNvGraphicFramePr>
              <p:nvPr>
                <p:extLst>
                  <p:ext uri="{D42A27DB-BD31-4B8C-83A1-F6EECF244321}">
                    <p14:modId xmlns:p14="http://schemas.microsoft.com/office/powerpoint/2010/main" val="3878312163"/>
                  </p:ext>
                </p:extLst>
              </p:nvPr>
            </p:nvGraphicFramePr>
            <p:xfrm>
              <a:off x="930342" y="2531450"/>
              <a:ext cx="5853636" cy="4200276"/>
            </p:xfrm>
            <a:graphic>
              <a:graphicData uri="http://schemas.openxmlformats.org/drawingml/2006/table">
                <a:tbl>
                  <a:tblPr firstRow="1" bandRow="1">
                    <a:tableStyleId>{2D5ABB26-0587-4C30-8999-92F81FD0307C}</a:tableStyleId>
                  </a:tblPr>
                  <a:tblGrid>
                    <a:gridCol w="5853636">
                      <a:extLst>
                        <a:ext uri="{9D8B030D-6E8A-4147-A177-3AD203B41FA5}">
                          <a16:colId xmlns:a16="http://schemas.microsoft.com/office/drawing/2014/main" val="4069948701"/>
                        </a:ext>
                      </a:extLst>
                    </a:gridCol>
                  </a:tblGrid>
                  <a:tr h="641513">
                    <a:tc>
                      <a:txBody>
                        <a:bodyPr/>
                        <a:lstStyle/>
                        <a:p>
                          <a:endParaRPr lang="ko-KR"/>
                        </a:p>
                      </a:txBody>
                      <a:tcPr>
                        <a:blipFill>
                          <a:blip r:embed="rId3"/>
                          <a:stretch>
                            <a:fillRect b="-557143"/>
                          </a:stretch>
                        </a:blipFill>
                      </a:tcPr>
                    </a:tc>
                    <a:extLst>
                      <a:ext uri="{0D108BD9-81ED-4DB2-BD59-A6C34878D82A}">
                        <a16:rowId xmlns:a16="http://schemas.microsoft.com/office/drawing/2014/main" val="1349850590"/>
                      </a:ext>
                    </a:extLst>
                  </a:tr>
                  <a:tr h="641513">
                    <a:tc>
                      <a:txBody>
                        <a:bodyPr/>
                        <a:lstStyle/>
                        <a:p>
                          <a:endParaRPr lang="ko-KR"/>
                        </a:p>
                      </a:txBody>
                      <a:tcPr>
                        <a:blipFill>
                          <a:blip r:embed="rId3"/>
                          <a:stretch>
                            <a:fillRect t="-99057" b="-451887"/>
                          </a:stretch>
                        </a:blipFill>
                      </a:tcPr>
                    </a:tc>
                    <a:extLst>
                      <a:ext uri="{0D108BD9-81ED-4DB2-BD59-A6C34878D82A}">
                        <a16:rowId xmlns:a16="http://schemas.microsoft.com/office/drawing/2014/main" val="450883624"/>
                      </a:ext>
                    </a:extLst>
                  </a:tr>
                  <a:tr h="720358">
                    <a:tc>
                      <a:txBody>
                        <a:bodyPr/>
                        <a:lstStyle/>
                        <a:p>
                          <a:endParaRPr lang="ko-KR"/>
                        </a:p>
                      </a:txBody>
                      <a:tcPr>
                        <a:blipFill>
                          <a:blip r:embed="rId3"/>
                          <a:stretch>
                            <a:fillRect t="-178814" b="-305932"/>
                          </a:stretch>
                        </a:blipFill>
                      </a:tcPr>
                    </a:tc>
                    <a:extLst>
                      <a:ext uri="{0D108BD9-81ED-4DB2-BD59-A6C34878D82A}">
                        <a16:rowId xmlns:a16="http://schemas.microsoft.com/office/drawing/2014/main" val="549591821"/>
                      </a:ext>
                    </a:extLst>
                  </a:tr>
                  <a:tr h="549223">
                    <a:tc>
                      <a:txBody>
                        <a:bodyPr/>
                        <a:lstStyle/>
                        <a:p>
                          <a:endParaRPr lang="ko-KR"/>
                        </a:p>
                      </a:txBody>
                      <a:tcPr>
                        <a:blipFill>
                          <a:blip r:embed="rId3"/>
                          <a:stretch>
                            <a:fillRect t="-365556" b="-301111"/>
                          </a:stretch>
                        </a:blipFill>
                      </a:tcPr>
                    </a:tc>
                    <a:extLst>
                      <a:ext uri="{0D108BD9-81ED-4DB2-BD59-A6C34878D82A}">
                        <a16:rowId xmlns:a16="http://schemas.microsoft.com/office/drawing/2014/main" val="2571924127"/>
                      </a:ext>
                    </a:extLst>
                  </a:tr>
                  <a:tr h="549223">
                    <a:tc>
                      <a:txBody>
                        <a:bodyPr/>
                        <a:lstStyle/>
                        <a:p>
                          <a:endParaRPr lang="ko-KR"/>
                        </a:p>
                      </a:txBody>
                      <a:tcPr>
                        <a:blipFill>
                          <a:blip r:embed="rId3"/>
                          <a:stretch>
                            <a:fillRect t="-460440" b="-197802"/>
                          </a:stretch>
                        </a:blipFill>
                      </a:tcPr>
                    </a:tc>
                    <a:extLst>
                      <a:ext uri="{0D108BD9-81ED-4DB2-BD59-A6C34878D82A}">
                        <a16:rowId xmlns:a16="http://schemas.microsoft.com/office/drawing/2014/main" val="2867915854"/>
                      </a:ext>
                    </a:extLst>
                  </a:tr>
                  <a:tr h="549223">
                    <a:tc>
                      <a:txBody>
                        <a:bodyPr/>
                        <a:lstStyle/>
                        <a:p>
                          <a:endParaRPr lang="ko-KR"/>
                        </a:p>
                      </a:txBody>
                      <a:tcPr>
                        <a:blipFill>
                          <a:blip r:embed="rId3"/>
                          <a:stretch>
                            <a:fillRect t="-566667" b="-100000"/>
                          </a:stretch>
                        </a:blipFill>
                      </a:tcPr>
                    </a:tc>
                    <a:extLst>
                      <a:ext uri="{0D108BD9-81ED-4DB2-BD59-A6C34878D82A}">
                        <a16:rowId xmlns:a16="http://schemas.microsoft.com/office/drawing/2014/main" val="2333410646"/>
                      </a:ext>
                    </a:extLst>
                  </a:tr>
                  <a:tr h="549223">
                    <a:tc>
                      <a:txBody>
                        <a:bodyPr/>
                        <a:lstStyle/>
                        <a:p>
                          <a:endParaRPr lang="ko-KR"/>
                        </a:p>
                      </a:txBody>
                      <a:tcPr>
                        <a:blipFill>
                          <a:blip r:embed="rId3"/>
                          <a:stretch>
                            <a:fillRect t="-666667"/>
                          </a:stretch>
                        </a:blipFill>
                      </a:tcPr>
                    </a:tc>
                    <a:extLst>
                      <a:ext uri="{0D108BD9-81ED-4DB2-BD59-A6C34878D82A}">
                        <a16:rowId xmlns:a16="http://schemas.microsoft.com/office/drawing/2014/main" val="3053326746"/>
                      </a:ext>
                    </a:extLst>
                  </a:tr>
                </a:tbl>
              </a:graphicData>
            </a:graphic>
          </p:graphicFrame>
        </mc:Fallback>
      </mc:AlternateContent>
      <mc:AlternateContent xmlns:mc="http://schemas.openxmlformats.org/markup-compatibility/2006" xmlns:a14="http://schemas.microsoft.com/office/drawing/2010/main">
        <mc:Choice Requires="a14">
          <p:sp>
            <p:nvSpPr>
              <p:cNvPr id="11" name="직사각형 10"/>
              <p:cNvSpPr/>
              <p:nvPr/>
            </p:nvSpPr>
            <p:spPr>
              <a:xfrm>
                <a:off x="4181593" y="2943860"/>
                <a:ext cx="4704558" cy="276999"/>
              </a:xfrm>
              <a:prstGeom prst="rect">
                <a:avLst/>
              </a:prstGeom>
            </p:spPr>
            <p:txBody>
              <a:bodyPr wrap="none">
                <a:spAutoFit/>
              </a:bodyPr>
              <a:lstStyle/>
              <a:p>
                <a14:m>
                  <m:oMath xmlns:m="http://schemas.openxmlformats.org/officeDocument/2006/math">
                    <m:r>
                      <m:rPr>
                        <m:nor/>
                      </m:rPr>
                      <a:rPr lang="en-US" altLang="ko-KR" sz="1200" dirty="0" smtClean="0">
                        <a:latin typeface="Arial Narrow" panose="020B0606020202030204" pitchFamily="34" charset="0"/>
                      </a:rPr>
                      <m:t>By</m:t>
                    </m:r>
                    <m:r>
                      <m:rPr>
                        <m:nor/>
                      </m:rPr>
                      <a:rPr lang="en-US" altLang="ko-KR" sz="1200" dirty="0" smtClean="0">
                        <a:latin typeface="Arial Narrow" panose="020B0606020202030204" pitchFamily="34" charset="0"/>
                      </a:rPr>
                      <m:t> </m:t>
                    </m:r>
                    <m:r>
                      <m:rPr>
                        <m:nor/>
                      </m:rPr>
                      <a:rPr lang="en-US" altLang="ko-KR" sz="1200" dirty="0" smtClean="0">
                        <a:latin typeface="Arial Narrow" panose="020B0606020202030204" pitchFamily="34" charset="0"/>
                      </a:rPr>
                      <m:t>factorization</m:t>
                    </m:r>
                    <m:r>
                      <m:rPr>
                        <m:nor/>
                      </m:rPr>
                      <a:rPr lang="en-US" altLang="ko-KR" sz="1200" dirty="0" smtClean="0">
                        <a:latin typeface="Arial Narrow" panose="020B0606020202030204" pitchFamily="34" charset="0"/>
                      </a:rPr>
                      <m:t> </m:t>
                    </m:r>
                    <m:r>
                      <m:rPr>
                        <m:nor/>
                      </m:rPr>
                      <a:rPr lang="en-US" altLang="ko-KR" sz="1200" dirty="0" smtClean="0">
                        <a:latin typeface="Arial Narrow" panose="020B0606020202030204" pitchFamily="34" charset="0"/>
                      </a:rPr>
                      <m:t>of</m:t>
                    </m:r>
                    <m:r>
                      <a:rPr lang="en-US" altLang="ko-KR" sz="1200" b="0" i="1" dirty="0" smtClean="0">
                        <a:latin typeface="Cambria Math" panose="02040503050406030204" pitchFamily="18" charset="0"/>
                      </a:rPr>
                      <m:t> </m:t>
                    </m:r>
                    <m:sSup>
                      <m:sSupPr>
                        <m:ctrlPr>
                          <a:rPr lang="en-US" altLang="ko-KR" sz="1200" i="1" smtClean="0">
                            <a:latin typeface="Cambria Math" panose="02040503050406030204" pitchFamily="18" charset="0"/>
                          </a:rPr>
                        </m:ctrlPr>
                      </m:sSupPr>
                      <m:e>
                        <m:r>
                          <a:rPr lang="en-US" altLang="ko-KR" sz="1200" b="0" i="1" smtClean="0">
                            <a:latin typeface="Cambria Math" panose="02040503050406030204" pitchFamily="18" charset="0"/>
                          </a:rPr>
                          <m:t>𝑎</m:t>
                        </m:r>
                      </m:e>
                      <m:sup>
                        <m:r>
                          <a:rPr lang="en-US" altLang="ko-KR" sz="1200" b="0" i="1" smtClean="0">
                            <a:latin typeface="Cambria Math" panose="02040503050406030204" pitchFamily="18" charset="0"/>
                          </a:rPr>
                          <m:t>𝑛</m:t>
                        </m:r>
                      </m:sup>
                    </m:sSup>
                    <m:r>
                      <a:rPr lang="en-US" altLang="ko-KR" sz="1200" b="0" i="1" smtClean="0">
                        <a:latin typeface="Cambria Math" panose="02040503050406030204" pitchFamily="18" charset="0"/>
                      </a:rPr>
                      <m:t>−</m:t>
                    </m:r>
                    <m:sSup>
                      <m:sSupPr>
                        <m:ctrlPr>
                          <a:rPr lang="en-US" altLang="ko-KR" sz="1200" i="1" smtClean="0">
                            <a:latin typeface="Cambria Math" panose="02040503050406030204" pitchFamily="18" charset="0"/>
                          </a:rPr>
                        </m:ctrlPr>
                      </m:sSupPr>
                      <m:e>
                        <m:r>
                          <a:rPr lang="en-US" altLang="ko-KR" sz="1200" b="0" i="1" smtClean="0">
                            <a:latin typeface="Cambria Math" panose="02040503050406030204" pitchFamily="18" charset="0"/>
                          </a:rPr>
                          <m:t>𝑏</m:t>
                        </m:r>
                      </m:e>
                      <m:sup>
                        <m:r>
                          <a:rPr lang="en-US" altLang="ko-KR" sz="1200" b="0" i="1" smtClean="0">
                            <a:latin typeface="Cambria Math" panose="02040503050406030204" pitchFamily="18" charset="0"/>
                          </a:rPr>
                          <m:t>𝑛</m:t>
                        </m:r>
                      </m:sup>
                    </m:sSup>
                    <m:r>
                      <a:rPr lang="en-US" altLang="ko-KR" sz="1200" b="0" i="1" smtClean="0">
                        <a:latin typeface="Cambria Math" panose="02040503050406030204" pitchFamily="18" charset="0"/>
                      </a:rPr>
                      <m:t>=</m:t>
                    </m:r>
                    <m:d>
                      <m:dPr>
                        <m:ctrlPr>
                          <a:rPr lang="en-US" altLang="ko-KR" sz="1200" b="0" i="1" smtClean="0">
                            <a:latin typeface="Cambria Math" panose="02040503050406030204" pitchFamily="18" charset="0"/>
                          </a:rPr>
                        </m:ctrlPr>
                      </m:dPr>
                      <m:e>
                        <m:r>
                          <a:rPr lang="en-US" altLang="ko-KR" sz="1200" b="0" i="1" smtClean="0">
                            <a:latin typeface="Cambria Math" panose="02040503050406030204" pitchFamily="18" charset="0"/>
                          </a:rPr>
                          <m:t>𝑎</m:t>
                        </m:r>
                        <m:r>
                          <a:rPr lang="en-US" altLang="ko-KR" sz="1200" b="0" i="1" smtClean="0">
                            <a:latin typeface="Cambria Math" panose="02040503050406030204" pitchFamily="18" charset="0"/>
                          </a:rPr>
                          <m:t>−</m:t>
                        </m:r>
                        <m:r>
                          <a:rPr lang="en-US" altLang="ko-KR" sz="1200" b="0" i="1" smtClean="0">
                            <a:latin typeface="Cambria Math" panose="02040503050406030204" pitchFamily="18" charset="0"/>
                          </a:rPr>
                          <m:t>𝑏</m:t>
                        </m:r>
                      </m:e>
                    </m:d>
                    <m:d>
                      <m:dPr>
                        <m:ctrlPr>
                          <a:rPr lang="en-US" altLang="ko-KR" sz="1200" b="0" i="1" smtClean="0">
                            <a:latin typeface="Cambria Math" panose="02040503050406030204" pitchFamily="18" charset="0"/>
                          </a:rPr>
                        </m:ctrlPr>
                      </m:dPr>
                      <m:e>
                        <m:sSup>
                          <m:sSupPr>
                            <m:ctrlPr>
                              <a:rPr lang="en-US" altLang="ko-KR" sz="1200" b="0" i="1" smtClean="0">
                                <a:latin typeface="Cambria Math" panose="02040503050406030204" pitchFamily="18" charset="0"/>
                              </a:rPr>
                            </m:ctrlPr>
                          </m:sSupPr>
                          <m:e>
                            <m:r>
                              <a:rPr lang="en-US" altLang="ko-KR" sz="1200" b="0" i="1" smtClean="0">
                                <a:latin typeface="Cambria Math" panose="02040503050406030204" pitchFamily="18" charset="0"/>
                              </a:rPr>
                              <m:t>𝑎</m:t>
                            </m:r>
                          </m:e>
                          <m:sup>
                            <m:r>
                              <a:rPr lang="en-US" altLang="ko-KR" sz="1200" b="0" i="1" smtClean="0">
                                <a:latin typeface="Cambria Math" panose="02040503050406030204" pitchFamily="18" charset="0"/>
                              </a:rPr>
                              <m:t>𝑛</m:t>
                            </m:r>
                            <m:r>
                              <a:rPr lang="en-US" altLang="ko-KR" sz="1200" b="0" i="1" smtClean="0">
                                <a:latin typeface="Cambria Math" panose="02040503050406030204" pitchFamily="18" charset="0"/>
                              </a:rPr>
                              <m:t>−1</m:t>
                            </m:r>
                          </m:sup>
                        </m:sSup>
                        <m:sSup>
                          <m:sSupPr>
                            <m:ctrlPr>
                              <a:rPr lang="en-US" altLang="ko-KR" sz="1200" b="0" i="1" smtClean="0">
                                <a:latin typeface="Cambria Math" panose="02040503050406030204" pitchFamily="18" charset="0"/>
                              </a:rPr>
                            </m:ctrlPr>
                          </m:sSupPr>
                          <m:e>
                            <m:r>
                              <a:rPr lang="en-US" altLang="ko-KR" sz="1200" b="0" i="1" smtClean="0">
                                <a:latin typeface="Cambria Math" panose="02040503050406030204" pitchFamily="18" charset="0"/>
                              </a:rPr>
                              <m:t>𝑏</m:t>
                            </m:r>
                          </m:e>
                          <m:sup>
                            <m:r>
                              <a:rPr lang="en-US" altLang="ko-KR" sz="1200" b="0" i="1" smtClean="0">
                                <a:latin typeface="Cambria Math" panose="02040503050406030204" pitchFamily="18" charset="0"/>
                              </a:rPr>
                              <m:t>0</m:t>
                            </m:r>
                          </m:sup>
                        </m:sSup>
                        <m:r>
                          <a:rPr lang="en-US" altLang="ko-KR" sz="1200" b="0" i="1" smtClean="0">
                            <a:latin typeface="Cambria Math" panose="02040503050406030204" pitchFamily="18" charset="0"/>
                          </a:rPr>
                          <m:t>+</m:t>
                        </m:r>
                        <m:sSup>
                          <m:sSupPr>
                            <m:ctrlPr>
                              <a:rPr lang="en-US" altLang="ko-KR" sz="1200" i="1">
                                <a:latin typeface="Cambria Math" panose="02040503050406030204" pitchFamily="18" charset="0"/>
                              </a:rPr>
                            </m:ctrlPr>
                          </m:sSupPr>
                          <m:e>
                            <m:r>
                              <a:rPr lang="en-US" altLang="ko-KR" sz="1200" i="1">
                                <a:latin typeface="Cambria Math" panose="02040503050406030204" pitchFamily="18" charset="0"/>
                              </a:rPr>
                              <m:t>𝑎</m:t>
                            </m:r>
                          </m:e>
                          <m:sup>
                            <m:r>
                              <a:rPr lang="en-US" altLang="ko-KR" sz="1200" i="1">
                                <a:latin typeface="Cambria Math" panose="02040503050406030204" pitchFamily="18" charset="0"/>
                              </a:rPr>
                              <m:t>𝑛</m:t>
                            </m:r>
                            <m:r>
                              <a:rPr lang="en-US" altLang="ko-KR" sz="1200" i="1">
                                <a:latin typeface="Cambria Math" panose="02040503050406030204" pitchFamily="18" charset="0"/>
                              </a:rPr>
                              <m:t>−2</m:t>
                            </m:r>
                          </m:sup>
                        </m:sSup>
                        <m:sSup>
                          <m:sSupPr>
                            <m:ctrlPr>
                              <a:rPr lang="en-US" altLang="ko-KR" sz="1200" i="1">
                                <a:latin typeface="Cambria Math" panose="02040503050406030204" pitchFamily="18" charset="0"/>
                              </a:rPr>
                            </m:ctrlPr>
                          </m:sSupPr>
                          <m:e>
                            <m:r>
                              <a:rPr lang="en-US" altLang="ko-KR" sz="1200" i="1">
                                <a:latin typeface="Cambria Math" panose="02040503050406030204" pitchFamily="18" charset="0"/>
                              </a:rPr>
                              <m:t>𝑏</m:t>
                            </m:r>
                          </m:e>
                          <m:sup>
                            <m:r>
                              <a:rPr lang="en-US" altLang="ko-KR" sz="1200" b="0" i="1" smtClean="0">
                                <a:latin typeface="Cambria Math" panose="02040503050406030204" pitchFamily="18" charset="0"/>
                              </a:rPr>
                              <m:t>1</m:t>
                            </m:r>
                          </m:sup>
                        </m:sSup>
                        <m:r>
                          <a:rPr lang="en-US" altLang="ko-KR" sz="1200" b="0" i="1" smtClean="0">
                            <a:latin typeface="Cambria Math" panose="02040503050406030204" pitchFamily="18" charset="0"/>
                          </a:rPr>
                          <m:t>+…+</m:t>
                        </m:r>
                        <m:sSup>
                          <m:sSupPr>
                            <m:ctrlPr>
                              <a:rPr lang="en-US" altLang="ko-KR" sz="1200" i="1">
                                <a:latin typeface="Cambria Math" panose="02040503050406030204" pitchFamily="18" charset="0"/>
                              </a:rPr>
                            </m:ctrlPr>
                          </m:sSupPr>
                          <m:e>
                            <m:r>
                              <a:rPr lang="en-US" altLang="ko-KR" sz="1200" i="1">
                                <a:latin typeface="Cambria Math" panose="02040503050406030204" pitchFamily="18" charset="0"/>
                              </a:rPr>
                              <m:t>𝑎</m:t>
                            </m:r>
                          </m:e>
                          <m:sup>
                            <m:r>
                              <a:rPr lang="en-US" altLang="ko-KR" sz="1200" b="0" i="1" smtClean="0">
                                <a:latin typeface="Cambria Math" panose="02040503050406030204" pitchFamily="18" charset="0"/>
                              </a:rPr>
                              <m:t>0</m:t>
                            </m:r>
                          </m:sup>
                        </m:sSup>
                        <m:sSup>
                          <m:sSupPr>
                            <m:ctrlPr>
                              <a:rPr lang="en-US" altLang="ko-KR" sz="1200" i="1">
                                <a:latin typeface="Cambria Math" panose="02040503050406030204" pitchFamily="18" charset="0"/>
                              </a:rPr>
                            </m:ctrlPr>
                          </m:sSupPr>
                          <m:e>
                            <m:r>
                              <a:rPr lang="en-US" altLang="ko-KR" sz="1200" i="1">
                                <a:latin typeface="Cambria Math" panose="02040503050406030204" pitchFamily="18" charset="0"/>
                              </a:rPr>
                              <m:t>𝑏</m:t>
                            </m:r>
                          </m:e>
                          <m:sup>
                            <m:r>
                              <a:rPr lang="en-US" altLang="ko-KR" sz="1200" b="0" i="1" smtClean="0">
                                <a:latin typeface="Cambria Math" panose="02040503050406030204" pitchFamily="18" charset="0"/>
                              </a:rPr>
                              <m:t>𝑛</m:t>
                            </m:r>
                            <m:r>
                              <a:rPr lang="en-US" altLang="ko-KR" sz="1200" b="0" i="1" smtClean="0">
                                <a:latin typeface="Cambria Math" panose="02040503050406030204" pitchFamily="18" charset="0"/>
                              </a:rPr>
                              <m:t>−1</m:t>
                            </m:r>
                          </m:sup>
                        </m:sSup>
                      </m:e>
                    </m:d>
                  </m:oMath>
                </a14:m>
                <a:r>
                  <a:rPr lang="en-US" altLang="ko-KR" sz="1200" dirty="0">
                    <a:latin typeface="Arial Narrow" panose="020B0606020202030204" pitchFamily="34" charset="0"/>
                  </a:rPr>
                  <a:t> </a:t>
                </a:r>
                <a:endParaRPr lang="ko-KR" altLang="en-US" sz="1200" dirty="0">
                  <a:latin typeface="Arial Narrow" panose="020B0606020202030204" pitchFamily="34" charset="0"/>
                </a:endParaRPr>
              </a:p>
            </p:txBody>
          </p:sp>
        </mc:Choice>
        <mc:Fallback xmlns="">
          <p:sp>
            <p:nvSpPr>
              <p:cNvPr id="11" name="직사각형 10"/>
              <p:cNvSpPr>
                <a:spLocks noRot="1" noChangeAspect="1" noMove="1" noResize="1" noEditPoints="1" noAdjustHandles="1" noChangeArrowheads="1" noChangeShapeType="1" noTextEdit="1"/>
              </p:cNvSpPr>
              <p:nvPr/>
            </p:nvSpPr>
            <p:spPr>
              <a:xfrm>
                <a:off x="4181593" y="2943860"/>
                <a:ext cx="4704558" cy="276999"/>
              </a:xfrm>
              <a:prstGeom prst="rect">
                <a:avLst/>
              </a:prstGeom>
              <a:blipFill>
                <a:blip r:embed="rId4"/>
                <a:stretch>
                  <a:fillRect b="-6667"/>
                </a:stretch>
              </a:blipFill>
            </p:spPr>
            <p:txBody>
              <a:bodyPr/>
              <a:lstStyle/>
              <a:p>
                <a:r>
                  <a:rPr lang="ko-KR" altLang="en-US">
                    <a:noFill/>
                  </a:rPr>
                  <a:t> </a:t>
                </a:r>
              </a:p>
            </p:txBody>
          </p:sp>
        </mc:Fallback>
      </mc:AlternateContent>
      <p:sp>
        <p:nvSpPr>
          <p:cNvPr id="13" name="원호 12"/>
          <p:cNvSpPr/>
          <p:nvPr/>
        </p:nvSpPr>
        <p:spPr>
          <a:xfrm>
            <a:off x="2219537" y="3362575"/>
            <a:ext cx="914400" cy="914400"/>
          </a:xfrm>
          <a:prstGeom prst="arc">
            <a:avLst/>
          </a:prstGeom>
          <a:ln w="9525">
            <a:solidFill>
              <a:srgbClr val="C00000"/>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sp>
        <p:nvSpPr>
          <p:cNvPr id="14" name="모서리가 둥근 직사각형 13"/>
          <p:cNvSpPr/>
          <p:nvPr/>
        </p:nvSpPr>
        <p:spPr>
          <a:xfrm>
            <a:off x="4181592" y="2943860"/>
            <a:ext cx="4615537" cy="276999"/>
          </a:xfrm>
          <a:prstGeom prst="roundRect">
            <a:avLst/>
          </a:prstGeom>
          <a:noFill/>
          <a:ln>
            <a:solidFill>
              <a:srgbClr val="C0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자유형 15"/>
          <p:cNvSpPr/>
          <p:nvPr/>
        </p:nvSpPr>
        <p:spPr>
          <a:xfrm>
            <a:off x="3021875" y="3062396"/>
            <a:ext cx="1149076" cy="429741"/>
          </a:xfrm>
          <a:custGeom>
            <a:avLst/>
            <a:gdLst>
              <a:gd name="connsiteX0" fmla="*/ 1227909 w 1227909"/>
              <a:gd name="connsiteY0" fmla="*/ 20438 h 429741"/>
              <a:gd name="connsiteX1" fmla="*/ 679269 w 1227909"/>
              <a:gd name="connsiteY1" fmla="*/ 46564 h 429741"/>
              <a:gd name="connsiteX2" fmla="*/ 0 w 1227909"/>
              <a:gd name="connsiteY2" fmla="*/ 429741 h 429741"/>
            </a:gdLst>
            <a:ahLst/>
            <a:cxnLst>
              <a:cxn ang="0">
                <a:pos x="connsiteX0" y="connsiteY0"/>
              </a:cxn>
              <a:cxn ang="0">
                <a:pos x="connsiteX1" y="connsiteY1"/>
              </a:cxn>
              <a:cxn ang="0">
                <a:pos x="connsiteX2" y="connsiteY2"/>
              </a:cxn>
            </a:cxnLst>
            <a:rect l="l" t="t" r="r" b="b"/>
            <a:pathLst>
              <a:path w="1227909" h="429741">
                <a:moveTo>
                  <a:pt x="1227909" y="20438"/>
                </a:moveTo>
                <a:cubicBezTo>
                  <a:pt x="1055914" y="-608"/>
                  <a:pt x="883920" y="-21653"/>
                  <a:pt x="679269" y="46564"/>
                </a:cubicBezTo>
                <a:cubicBezTo>
                  <a:pt x="474618" y="114781"/>
                  <a:pt x="237309" y="272261"/>
                  <a:pt x="0" y="429741"/>
                </a:cubicBezTo>
              </a:path>
            </a:pathLst>
          </a:custGeom>
          <a:noFill/>
          <a:ln w="9525">
            <a:solidFill>
              <a:srgbClr val="C00000"/>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mc:AlternateContent xmlns:mc="http://schemas.openxmlformats.org/markup-compatibility/2006" xmlns:a14="http://schemas.microsoft.com/office/drawing/2010/main">
        <mc:Choice Requires="a14">
          <p:sp>
            <p:nvSpPr>
              <p:cNvPr id="17" name="직사각형 16"/>
              <p:cNvSpPr/>
              <p:nvPr/>
            </p:nvSpPr>
            <p:spPr>
              <a:xfrm>
                <a:off x="828187" y="1464397"/>
                <a:ext cx="4066562" cy="400110"/>
              </a:xfrm>
              <a:prstGeom prst="rect">
                <a:avLst/>
              </a:prstGeom>
            </p:spPr>
            <p:txBody>
              <a:bodyPr wrap="none">
                <a:spAutoFit/>
              </a:bodyPr>
              <a:lstStyle/>
              <a:p>
                <a:r>
                  <a:rPr lang="ko-KR" altLang="en-US" sz="2000" dirty="0"/>
                  <a:t>①</a:t>
                </a:r>
                <a14:m>
                  <m:oMath xmlns:m="http://schemas.openxmlformats.org/officeDocument/2006/math">
                    <m:sSup>
                      <m:sSupPr>
                        <m:ctrlPr>
                          <a:rPr lang="en-US" altLang="ko-KR" sz="2000" i="1">
                            <a:latin typeface="Cambria Math" panose="02040503050406030204" pitchFamily="18" charset="0"/>
                          </a:rPr>
                        </m:ctrlPr>
                      </m:sSupPr>
                      <m:e>
                        <m:r>
                          <a:rPr lang="en-US" altLang="ko-KR" sz="2000" i="1">
                            <a:latin typeface="Cambria Math" panose="02040503050406030204" pitchFamily="18" charset="0"/>
                          </a:rPr>
                          <m:t>𝑓</m:t>
                        </m:r>
                      </m:e>
                      <m:sup>
                        <m:r>
                          <a:rPr lang="en-US" altLang="ko-KR" sz="2000" i="1">
                            <a:latin typeface="Cambria Math" panose="02040503050406030204" pitchFamily="18" charset="0"/>
                          </a:rPr>
                          <m:t>′</m:t>
                        </m:r>
                      </m:sup>
                    </m:sSup>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sSup>
                      <m:sSupPr>
                        <m:ctrlPr>
                          <a:rPr lang="en-US" altLang="ko-KR" sz="2000" i="1">
                            <a:latin typeface="Cambria Math" panose="02040503050406030204" pitchFamily="18" charset="0"/>
                          </a:rPr>
                        </m:ctrlPr>
                      </m:sSupPr>
                      <m:e>
                        <m:r>
                          <a:rPr lang="en-US" altLang="ko-KR" sz="2000" i="1">
                            <a:latin typeface="Cambria Math" panose="02040503050406030204" pitchFamily="18" charset="0"/>
                          </a:rPr>
                          <m:t>𝑛𝑥</m:t>
                        </m:r>
                      </m:e>
                      <m:sup>
                        <m:r>
                          <a:rPr lang="en-US" altLang="ko-KR" sz="2000" i="1">
                            <a:latin typeface="Cambria Math" panose="02040503050406030204" pitchFamily="18" charset="0"/>
                          </a:rPr>
                          <m:t>𝑛</m:t>
                        </m:r>
                        <m:r>
                          <a:rPr lang="en-US" altLang="ko-KR" sz="2000" i="1">
                            <a:latin typeface="Cambria Math" panose="02040503050406030204" pitchFamily="18" charset="0"/>
                          </a:rPr>
                          <m:t>−1</m:t>
                        </m:r>
                      </m:sup>
                    </m:sSup>
                    <m:r>
                      <a:rPr lang="en-US" altLang="ko-KR" sz="2000" i="1">
                        <a:latin typeface="Cambria Math" panose="02040503050406030204" pitchFamily="18" charset="0"/>
                      </a:rPr>
                      <m:t>,  </m:t>
                    </m:r>
                    <m:r>
                      <a:rPr lang="en-US" altLang="ko-KR" sz="2000" i="1">
                        <a:latin typeface="Cambria Math" panose="02040503050406030204" pitchFamily="18" charset="0"/>
                      </a:rPr>
                      <m:t>𝑔𝑖𝑣𝑒𝑛</m:t>
                    </m:r>
                    <m:r>
                      <a:rPr lang="en-US" altLang="ko-KR" sz="2000" i="1">
                        <a:latin typeface="Cambria Math" panose="02040503050406030204" pitchFamily="18" charset="0"/>
                      </a:rPr>
                      <m:t> </m:t>
                    </m:r>
                    <m:r>
                      <a:rPr lang="en-US" altLang="ko-KR" sz="2000" i="1">
                        <a:latin typeface="Cambria Math" panose="02040503050406030204" pitchFamily="18" charset="0"/>
                      </a:rPr>
                      <m:t>𝑓</m:t>
                    </m:r>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sSup>
                      <m:sSupPr>
                        <m:ctrlPr>
                          <a:rPr lang="en-US" altLang="ko-KR" sz="2000" i="1">
                            <a:latin typeface="Cambria Math" panose="02040503050406030204" pitchFamily="18" charset="0"/>
                          </a:rPr>
                        </m:ctrlPr>
                      </m:sSupPr>
                      <m:e>
                        <m:r>
                          <a:rPr lang="en-US" altLang="ko-KR" sz="2000" i="1">
                            <a:latin typeface="Cambria Math" panose="02040503050406030204" pitchFamily="18" charset="0"/>
                          </a:rPr>
                          <m:t>𝑥</m:t>
                        </m:r>
                      </m:e>
                      <m:sup>
                        <m:r>
                          <a:rPr lang="en-US" altLang="ko-KR" sz="2000" i="1">
                            <a:latin typeface="Cambria Math" panose="02040503050406030204" pitchFamily="18" charset="0"/>
                          </a:rPr>
                          <m:t>𝑛</m:t>
                        </m:r>
                      </m:sup>
                    </m:sSup>
                  </m:oMath>
                </a14:m>
                <a:endParaRPr lang="ko-KR" altLang="en-US" sz="2000" dirty="0"/>
              </a:p>
            </p:txBody>
          </p:sp>
        </mc:Choice>
        <mc:Fallback xmlns="">
          <p:sp>
            <p:nvSpPr>
              <p:cNvPr id="17" name="직사각형 16"/>
              <p:cNvSpPr>
                <a:spLocks noRot="1" noChangeAspect="1" noMove="1" noResize="1" noEditPoints="1" noAdjustHandles="1" noChangeArrowheads="1" noChangeShapeType="1" noTextEdit="1"/>
              </p:cNvSpPr>
              <p:nvPr/>
            </p:nvSpPr>
            <p:spPr>
              <a:xfrm>
                <a:off x="828187" y="1464397"/>
                <a:ext cx="4066562" cy="400110"/>
              </a:xfrm>
              <a:prstGeom prst="rect">
                <a:avLst/>
              </a:prstGeom>
              <a:blipFill>
                <a:blip r:embed="rId5"/>
                <a:stretch>
                  <a:fillRect l="-1649" t="-10606" b="-22727"/>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19241311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p:graphicFrame>
        <p:nvGraphicFramePr>
          <p:cNvPr id="6" name="표 5"/>
          <p:cNvGraphicFramePr>
            <a:graphicFrameLocks noGrp="1"/>
          </p:cNvGraphicFramePr>
          <p:nvPr>
            <p:extLst>
              <p:ext uri="{D42A27DB-BD31-4B8C-83A1-F6EECF244321}">
                <p14:modId xmlns:p14="http://schemas.microsoft.com/office/powerpoint/2010/main" val="2622255026"/>
              </p:ext>
            </p:extLst>
          </p:nvPr>
        </p:nvGraphicFramePr>
        <p:xfrm>
          <a:off x="1152522" y="2435418"/>
          <a:ext cx="2018214" cy="2768495"/>
        </p:xfrm>
        <a:graphic>
          <a:graphicData uri="http://schemas.openxmlformats.org/drawingml/2006/table">
            <a:tbl>
              <a:tblPr>
                <a:tableStyleId>{5940675A-B579-460E-94D1-54222C63F5DA}</a:tableStyleId>
              </a:tblPr>
              <a:tblGrid>
                <a:gridCol w="1009107">
                  <a:extLst>
                    <a:ext uri="{9D8B030D-6E8A-4147-A177-3AD203B41FA5}">
                      <a16:colId xmlns:a16="http://schemas.microsoft.com/office/drawing/2014/main" val="1593700378"/>
                    </a:ext>
                  </a:extLst>
                </a:gridCol>
                <a:gridCol w="1009107">
                  <a:extLst>
                    <a:ext uri="{9D8B030D-6E8A-4147-A177-3AD203B41FA5}">
                      <a16:colId xmlns:a16="http://schemas.microsoft.com/office/drawing/2014/main" val="1466281437"/>
                    </a:ext>
                  </a:extLst>
                </a:gridCol>
              </a:tblGrid>
              <a:tr h="252336">
                <a:tc>
                  <a:txBody>
                    <a:bodyPr/>
                    <a:lstStyle/>
                    <a:p>
                      <a:pPr algn="r" fontAlgn="ctr"/>
                      <a:r>
                        <a:rPr lang="en-US" sz="1600" u="none" strike="noStrike" dirty="0">
                          <a:effectLst/>
                        </a:rPr>
                        <a:t>n</a:t>
                      </a:r>
                      <a:endParaRPr lang="en-US" sz="1600" b="0" i="0" u="none" strike="noStrike" dirty="0">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r" fontAlgn="ctr"/>
                      <a:r>
                        <a:rPr lang="en-US" sz="1600" u="none" strike="noStrike">
                          <a:effectLst/>
                        </a:rPr>
                        <a:t>f(n)</a:t>
                      </a:r>
                      <a:endParaRPr lang="en-US" sz="16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extLst>
                  <a:ext uri="{0D108BD9-81ED-4DB2-BD59-A6C34878D82A}">
                    <a16:rowId xmlns:a16="http://schemas.microsoft.com/office/drawing/2014/main" val="762187757"/>
                  </a:ext>
                </a:extLst>
              </a:tr>
              <a:tr h="252336">
                <a:tc>
                  <a:txBody>
                    <a:bodyPr/>
                    <a:lstStyle/>
                    <a:p>
                      <a:pPr algn="r" fontAlgn="ctr"/>
                      <a:r>
                        <a:rPr lang="en-US" altLang="ko-KR" sz="1600" u="none" strike="noStrike">
                          <a:effectLst/>
                        </a:rPr>
                        <a:t>1</a:t>
                      </a:r>
                      <a:endParaRPr lang="en-US" altLang="ko-KR" sz="16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r" fontAlgn="ctr"/>
                      <a:r>
                        <a:rPr lang="en-US" altLang="ko-KR" sz="1600" u="none" strike="noStrike">
                          <a:effectLst/>
                        </a:rPr>
                        <a:t>2</a:t>
                      </a:r>
                      <a:endParaRPr lang="en-US" altLang="ko-KR" sz="16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extLst>
                  <a:ext uri="{0D108BD9-81ED-4DB2-BD59-A6C34878D82A}">
                    <a16:rowId xmlns:a16="http://schemas.microsoft.com/office/drawing/2014/main" val="1931487088"/>
                  </a:ext>
                </a:extLst>
              </a:tr>
              <a:tr h="401680">
                <a:tc>
                  <a:txBody>
                    <a:bodyPr/>
                    <a:lstStyle/>
                    <a:p>
                      <a:pPr algn="r" fontAlgn="ctr"/>
                      <a:r>
                        <a:rPr lang="en-US" altLang="ko-KR" sz="1600" u="none" strike="noStrike">
                          <a:effectLst/>
                        </a:rPr>
                        <a:t>10</a:t>
                      </a:r>
                      <a:endParaRPr lang="en-US" altLang="ko-KR" sz="16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r" fontAlgn="ctr"/>
                      <a:r>
                        <a:rPr lang="en-US" altLang="ko-KR" sz="1600" u="none" strike="noStrike">
                          <a:effectLst/>
                        </a:rPr>
                        <a:t>2.593742</a:t>
                      </a:r>
                      <a:endParaRPr lang="en-US" altLang="ko-KR" sz="16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extLst>
                  <a:ext uri="{0D108BD9-81ED-4DB2-BD59-A6C34878D82A}">
                    <a16:rowId xmlns:a16="http://schemas.microsoft.com/office/drawing/2014/main" val="3642138833"/>
                  </a:ext>
                </a:extLst>
              </a:tr>
              <a:tr h="401680">
                <a:tc>
                  <a:txBody>
                    <a:bodyPr/>
                    <a:lstStyle/>
                    <a:p>
                      <a:pPr algn="r" fontAlgn="ctr"/>
                      <a:r>
                        <a:rPr lang="en-US" altLang="ko-KR" sz="1600" u="none" strike="noStrike">
                          <a:effectLst/>
                        </a:rPr>
                        <a:t>100</a:t>
                      </a:r>
                      <a:endParaRPr lang="en-US" altLang="ko-KR" sz="16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r" fontAlgn="ctr"/>
                      <a:r>
                        <a:rPr lang="en-US" altLang="ko-KR" sz="1600" u="none" strike="noStrike">
                          <a:effectLst/>
                        </a:rPr>
                        <a:t>2.704814</a:t>
                      </a:r>
                      <a:endParaRPr lang="en-US" altLang="ko-KR" sz="16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extLst>
                  <a:ext uri="{0D108BD9-81ED-4DB2-BD59-A6C34878D82A}">
                    <a16:rowId xmlns:a16="http://schemas.microsoft.com/office/drawing/2014/main" val="1782054721"/>
                  </a:ext>
                </a:extLst>
              </a:tr>
              <a:tr h="401680">
                <a:tc>
                  <a:txBody>
                    <a:bodyPr/>
                    <a:lstStyle/>
                    <a:p>
                      <a:pPr algn="r" fontAlgn="ctr"/>
                      <a:r>
                        <a:rPr lang="en-US" altLang="ko-KR" sz="1600" u="none" strike="noStrike">
                          <a:effectLst/>
                        </a:rPr>
                        <a:t>1000</a:t>
                      </a:r>
                      <a:endParaRPr lang="en-US" altLang="ko-KR" sz="16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r" fontAlgn="ctr"/>
                      <a:r>
                        <a:rPr lang="en-US" altLang="ko-KR" sz="1600" u="none" strike="noStrike">
                          <a:effectLst/>
                        </a:rPr>
                        <a:t>2.716924</a:t>
                      </a:r>
                      <a:endParaRPr lang="en-US" altLang="ko-KR" sz="16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extLst>
                  <a:ext uri="{0D108BD9-81ED-4DB2-BD59-A6C34878D82A}">
                    <a16:rowId xmlns:a16="http://schemas.microsoft.com/office/drawing/2014/main" val="2073580489"/>
                  </a:ext>
                </a:extLst>
              </a:tr>
              <a:tr h="401680">
                <a:tc>
                  <a:txBody>
                    <a:bodyPr/>
                    <a:lstStyle/>
                    <a:p>
                      <a:pPr algn="r" fontAlgn="ctr"/>
                      <a:r>
                        <a:rPr lang="en-US" altLang="ko-KR" sz="1600" u="none" strike="noStrike">
                          <a:effectLst/>
                        </a:rPr>
                        <a:t>10000</a:t>
                      </a:r>
                      <a:endParaRPr lang="en-US" altLang="ko-KR" sz="16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r" fontAlgn="ctr"/>
                      <a:r>
                        <a:rPr lang="en-US" altLang="ko-KR" sz="1600" u="none" strike="noStrike">
                          <a:effectLst/>
                        </a:rPr>
                        <a:t>2.718146</a:t>
                      </a:r>
                      <a:endParaRPr lang="en-US" altLang="ko-KR" sz="16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extLst>
                  <a:ext uri="{0D108BD9-81ED-4DB2-BD59-A6C34878D82A}">
                    <a16:rowId xmlns:a16="http://schemas.microsoft.com/office/drawing/2014/main" val="163557498"/>
                  </a:ext>
                </a:extLst>
              </a:tr>
              <a:tr h="401680">
                <a:tc>
                  <a:txBody>
                    <a:bodyPr/>
                    <a:lstStyle/>
                    <a:p>
                      <a:pPr algn="r" fontAlgn="ctr"/>
                      <a:r>
                        <a:rPr lang="en-US" altLang="ko-KR" sz="1600" u="none" strike="noStrike">
                          <a:effectLst/>
                        </a:rPr>
                        <a:t>100000</a:t>
                      </a:r>
                      <a:endParaRPr lang="en-US" altLang="ko-KR" sz="16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r" fontAlgn="ctr"/>
                      <a:r>
                        <a:rPr lang="en-US" altLang="ko-KR" sz="1600" u="none" strike="noStrike">
                          <a:effectLst/>
                        </a:rPr>
                        <a:t>2.718268</a:t>
                      </a:r>
                      <a:endParaRPr lang="en-US" altLang="ko-KR" sz="16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extLst>
                  <a:ext uri="{0D108BD9-81ED-4DB2-BD59-A6C34878D82A}">
                    <a16:rowId xmlns:a16="http://schemas.microsoft.com/office/drawing/2014/main" val="2256057811"/>
                  </a:ext>
                </a:extLst>
              </a:tr>
              <a:tr h="252336">
                <a:tc>
                  <a:txBody>
                    <a:bodyPr/>
                    <a:lstStyle/>
                    <a:p>
                      <a:pPr algn="r" fontAlgn="ctr"/>
                      <a:r>
                        <a:rPr lang="en-US" altLang="ko-KR" sz="1600" u="none" strike="noStrike">
                          <a:effectLst/>
                        </a:rPr>
                        <a:t>1000000</a:t>
                      </a:r>
                      <a:endParaRPr lang="en-US" altLang="ko-KR" sz="16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tc>
                  <a:txBody>
                    <a:bodyPr/>
                    <a:lstStyle/>
                    <a:p>
                      <a:pPr algn="r" fontAlgn="ctr"/>
                      <a:r>
                        <a:rPr lang="en-US" altLang="ko-KR" sz="1600" u="none" strike="noStrike" dirty="0">
                          <a:effectLst/>
                        </a:rPr>
                        <a:t>2.71828</a:t>
                      </a:r>
                      <a:endParaRPr lang="en-US" altLang="ko-KR" sz="1600" b="0" i="0" u="none" strike="noStrike" dirty="0">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tc>
                <a:extLst>
                  <a:ext uri="{0D108BD9-81ED-4DB2-BD59-A6C34878D82A}">
                    <a16:rowId xmlns:a16="http://schemas.microsoft.com/office/drawing/2014/main" val="350695633"/>
                  </a:ext>
                </a:extLst>
              </a:tr>
            </a:tbl>
          </a:graphicData>
        </a:graphic>
      </p:graphicFrame>
      <mc:AlternateContent xmlns:mc="http://schemas.openxmlformats.org/markup-compatibility/2006" xmlns:a14="http://schemas.microsoft.com/office/drawing/2010/main">
        <mc:Choice Requires="a14">
          <p:sp>
            <p:nvSpPr>
              <p:cNvPr id="18" name="TextBox 17"/>
              <p:cNvSpPr txBox="1"/>
              <p:nvPr/>
            </p:nvSpPr>
            <p:spPr>
              <a:xfrm>
                <a:off x="921633" y="1385077"/>
                <a:ext cx="4739118" cy="524567"/>
              </a:xfrm>
              <a:prstGeom prst="rect">
                <a:avLst/>
              </a:prstGeom>
              <a:noFill/>
            </p:spPr>
            <p:txBody>
              <a:bodyPr wrap="none" lIns="0" tIns="0" rIns="0" bIns="0" rtlCol="0">
                <a:spAutoFit/>
              </a:bodyPr>
              <a:lstStyle/>
              <a:p>
                <a:r>
                  <a:rPr lang="ko-KR" altLang="en-US" sz="2000" dirty="0"/>
                  <a:t>②</a:t>
                </a:r>
                <a14:m>
                  <m:oMath xmlns:m="http://schemas.openxmlformats.org/officeDocument/2006/math">
                    <m:r>
                      <a:rPr lang="en-US" altLang="ko-KR" sz="2000" b="0" i="1" smtClean="0">
                        <a:latin typeface="Cambria Math" panose="02040503050406030204" pitchFamily="18" charset="0"/>
                      </a:rPr>
                      <m:t>𝑒</m:t>
                    </m:r>
                    <m:r>
                      <a:rPr lang="en-US" altLang="ko-KR" sz="2000" b="0" i="1" smtClean="0">
                        <a:latin typeface="Cambria Math" panose="02040503050406030204" pitchFamily="18" charset="0"/>
                      </a:rPr>
                      <m:t>=</m:t>
                    </m:r>
                    <m:func>
                      <m:funcPr>
                        <m:ctrlPr>
                          <a:rPr lang="en-US" altLang="ko-KR" sz="2000" b="0" i="1" smtClean="0">
                            <a:latin typeface="Cambria Math" panose="02040503050406030204" pitchFamily="18" charset="0"/>
                          </a:rPr>
                        </m:ctrlPr>
                      </m:funcPr>
                      <m:fName>
                        <m:limLow>
                          <m:limLowPr>
                            <m:ctrlPr>
                              <a:rPr lang="en-US" altLang="ko-KR" sz="2000" b="0" i="1" smtClean="0">
                                <a:latin typeface="Cambria Math" panose="02040503050406030204" pitchFamily="18" charset="0"/>
                              </a:rPr>
                            </m:ctrlPr>
                          </m:limLowPr>
                          <m:e>
                            <m:r>
                              <a:rPr lang="en-US" altLang="ko-KR" sz="2000" b="0" i="1" smtClean="0">
                                <a:latin typeface="Cambria Math" panose="02040503050406030204" pitchFamily="18" charset="0"/>
                              </a:rPr>
                              <m:t>𝑙𝑖𝑚</m:t>
                            </m:r>
                          </m:e>
                          <m:lim>
                            <m:r>
                              <a:rPr lang="en-US" altLang="ko-KR" sz="2000" b="0" i="1" smtClean="0">
                                <a:latin typeface="Cambria Math" panose="02040503050406030204" pitchFamily="18" charset="0"/>
                              </a:rPr>
                              <m:t>𝑛</m:t>
                            </m:r>
                            <m:r>
                              <a:rPr lang="en-US" altLang="ko-KR" sz="2000" b="0" i="1" smtClean="0">
                                <a:latin typeface="Cambria Math" panose="02040503050406030204" pitchFamily="18" charset="0"/>
                              </a:rPr>
                              <m:t>→∞</m:t>
                            </m:r>
                          </m:lim>
                        </m:limLow>
                      </m:fName>
                      <m:e>
                        <m:sSup>
                          <m:sSupPr>
                            <m:ctrlPr>
                              <a:rPr lang="en-US" altLang="ko-KR" sz="2000" b="0" i="1" smtClean="0">
                                <a:latin typeface="Cambria Math" panose="02040503050406030204" pitchFamily="18" charset="0"/>
                              </a:rPr>
                            </m:ctrlPr>
                          </m:sSupPr>
                          <m:e>
                            <m:d>
                              <m:dPr>
                                <m:ctrlPr>
                                  <a:rPr lang="en-US" altLang="ko-KR" sz="2000" b="0" i="1" smtClean="0">
                                    <a:latin typeface="Cambria Math" panose="02040503050406030204" pitchFamily="18" charset="0"/>
                                  </a:rPr>
                                </m:ctrlPr>
                              </m:dPr>
                              <m:e>
                                <m:r>
                                  <a:rPr lang="en-US" altLang="ko-KR" sz="2000" b="0" i="1" smtClean="0">
                                    <a:latin typeface="Cambria Math" panose="02040503050406030204" pitchFamily="18" charset="0"/>
                                  </a:rPr>
                                  <m:t>1+</m:t>
                                </m:r>
                                <m:f>
                                  <m:fPr>
                                    <m:ctrlPr>
                                      <a:rPr lang="en-US" altLang="ko-KR" sz="2000" b="0" i="1" smtClean="0">
                                        <a:latin typeface="Cambria Math" panose="02040503050406030204" pitchFamily="18" charset="0"/>
                                      </a:rPr>
                                    </m:ctrlPr>
                                  </m:fPr>
                                  <m:num>
                                    <m:r>
                                      <a:rPr lang="en-US" altLang="ko-KR" sz="2000" b="0" i="1" smtClean="0">
                                        <a:latin typeface="Cambria Math" panose="02040503050406030204" pitchFamily="18" charset="0"/>
                                      </a:rPr>
                                      <m:t>1</m:t>
                                    </m:r>
                                  </m:num>
                                  <m:den>
                                    <m:r>
                                      <a:rPr lang="en-US" altLang="ko-KR" sz="2000" b="0" i="1" smtClean="0">
                                        <a:latin typeface="Cambria Math" panose="02040503050406030204" pitchFamily="18" charset="0"/>
                                      </a:rPr>
                                      <m:t>𝑛</m:t>
                                    </m:r>
                                  </m:den>
                                </m:f>
                              </m:e>
                            </m:d>
                          </m:e>
                          <m:sup>
                            <m:r>
                              <a:rPr lang="en-US" altLang="ko-KR" sz="2000" b="0" i="1" smtClean="0">
                                <a:latin typeface="Cambria Math" panose="02040503050406030204" pitchFamily="18" charset="0"/>
                              </a:rPr>
                              <m:t>𝑛</m:t>
                            </m:r>
                          </m:sup>
                        </m:sSup>
                        <m:r>
                          <a:rPr lang="en-US" altLang="ko-KR" sz="2000" b="0" i="1" smtClean="0">
                            <a:latin typeface="Cambria Math" panose="02040503050406030204" pitchFamily="18" charset="0"/>
                          </a:rPr>
                          <m:t>=</m:t>
                        </m:r>
                      </m:e>
                    </m:func>
                    <m:func>
                      <m:funcPr>
                        <m:ctrlPr>
                          <a:rPr lang="en-US" altLang="ko-KR" sz="2000" i="1">
                            <a:latin typeface="Cambria Math" panose="02040503050406030204" pitchFamily="18" charset="0"/>
                          </a:rPr>
                        </m:ctrlPr>
                      </m:funcPr>
                      <m:fName>
                        <m:limLow>
                          <m:limLowPr>
                            <m:ctrlPr>
                              <a:rPr lang="en-US" altLang="ko-KR" sz="2000" i="1">
                                <a:latin typeface="Cambria Math" panose="02040503050406030204" pitchFamily="18" charset="0"/>
                              </a:rPr>
                            </m:ctrlPr>
                          </m:limLowPr>
                          <m:e>
                            <m:r>
                              <a:rPr lang="en-US" altLang="ko-KR" sz="2000" i="1">
                                <a:latin typeface="Cambria Math" panose="02040503050406030204" pitchFamily="18" charset="0"/>
                              </a:rPr>
                              <m:t>𝑙𝑖𝑚</m:t>
                            </m:r>
                          </m:e>
                          <m:lim>
                            <m:r>
                              <a:rPr lang="en-US" altLang="ko-KR" sz="2000" b="0" i="1" smtClean="0">
                                <a:latin typeface="Cambria Math" panose="02040503050406030204" pitchFamily="18" charset="0"/>
                              </a:rPr>
                              <m:t>𝑥</m:t>
                            </m:r>
                            <m:r>
                              <a:rPr lang="en-US" altLang="ko-KR" sz="2000" i="1">
                                <a:latin typeface="Cambria Math" panose="02040503050406030204" pitchFamily="18" charset="0"/>
                              </a:rPr>
                              <m:t>→</m:t>
                            </m:r>
                            <m:r>
                              <a:rPr lang="en-US" altLang="ko-KR" sz="2000" b="0" i="1" smtClean="0">
                                <a:latin typeface="Cambria Math" panose="02040503050406030204" pitchFamily="18" charset="0"/>
                              </a:rPr>
                              <m:t>0</m:t>
                            </m:r>
                          </m:lim>
                        </m:limLow>
                      </m:fName>
                      <m:e>
                        <m:sSup>
                          <m:sSupPr>
                            <m:ctrlPr>
                              <a:rPr lang="en-US" altLang="ko-KR" sz="2000" i="1">
                                <a:latin typeface="Cambria Math" panose="02040503050406030204" pitchFamily="18" charset="0"/>
                              </a:rPr>
                            </m:ctrlPr>
                          </m:sSupPr>
                          <m:e>
                            <m:d>
                              <m:dPr>
                                <m:ctrlPr>
                                  <a:rPr lang="en-US" altLang="ko-KR" sz="2000" i="1">
                                    <a:latin typeface="Cambria Math" panose="02040503050406030204" pitchFamily="18" charset="0"/>
                                  </a:rPr>
                                </m:ctrlPr>
                              </m:dPr>
                              <m:e>
                                <m:r>
                                  <a:rPr lang="en-US" altLang="ko-KR" sz="2000" i="1">
                                    <a:latin typeface="Cambria Math" panose="02040503050406030204" pitchFamily="18" charset="0"/>
                                  </a:rPr>
                                  <m:t>1+</m:t>
                                </m:r>
                                <m:r>
                                  <a:rPr lang="en-US" altLang="ko-KR" sz="2000" b="0" i="1" smtClean="0">
                                    <a:latin typeface="Cambria Math" panose="02040503050406030204" pitchFamily="18" charset="0"/>
                                  </a:rPr>
                                  <m:t>𝑥</m:t>
                                </m:r>
                              </m:e>
                            </m:d>
                          </m:e>
                          <m:sup>
                            <m:f>
                              <m:fPr>
                                <m:ctrlPr>
                                  <a:rPr lang="en-US" altLang="ko-KR" sz="2000" i="1" smtClean="0">
                                    <a:latin typeface="Cambria Math" panose="02040503050406030204" pitchFamily="18" charset="0"/>
                                  </a:rPr>
                                </m:ctrlPr>
                              </m:fPr>
                              <m:num>
                                <m:r>
                                  <a:rPr lang="en-US" altLang="ko-KR" sz="2000" b="0" i="1" smtClean="0">
                                    <a:latin typeface="Cambria Math" panose="02040503050406030204" pitchFamily="18" charset="0"/>
                                  </a:rPr>
                                  <m:t>1</m:t>
                                </m:r>
                              </m:num>
                              <m:den>
                                <m:r>
                                  <a:rPr lang="en-US" altLang="ko-KR" sz="2000" b="0" i="1" smtClean="0">
                                    <a:latin typeface="Cambria Math" panose="02040503050406030204" pitchFamily="18" charset="0"/>
                                  </a:rPr>
                                  <m:t>𝑥</m:t>
                                </m:r>
                              </m:den>
                            </m:f>
                          </m:sup>
                        </m:sSup>
                      </m:e>
                    </m:func>
                    <m:r>
                      <a:rPr lang="en-US" altLang="ko-KR" sz="2000" b="0" i="1" smtClean="0">
                        <a:latin typeface="Cambria Math" panose="02040503050406030204" pitchFamily="18" charset="0"/>
                      </a:rPr>
                      <m:t> ,   </m:t>
                    </m:r>
                    <m:r>
                      <a:rPr lang="en-US" altLang="ko-KR" sz="2000" i="1">
                        <a:latin typeface="Cambria Math" panose="02040503050406030204" pitchFamily="18" charset="0"/>
                      </a:rPr>
                      <m:t>𝑥</m:t>
                    </m:r>
                    <m:r>
                      <a:rPr lang="en-US" altLang="ko-KR" sz="2000" i="1">
                        <a:latin typeface="Cambria Math" panose="02040503050406030204" pitchFamily="18" charset="0"/>
                      </a:rPr>
                      <m:t>=</m:t>
                    </m:r>
                    <m:f>
                      <m:fPr>
                        <m:ctrlPr>
                          <a:rPr lang="en-US" altLang="ko-KR" sz="2000" i="1">
                            <a:latin typeface="Cambria Math" panose="02040503050406030204" pitchFamily="18" charset="0"/>
                          </a:rPr>
                        </m:ctrlPr>
                      </m:fPr>
                      <m:num>
                        <m:r>
                          <a:rPr lang="en-US" altLang="ko-KR" sz="2000" i="1">
                            <a:latin typeface="Cambria Math" panose="02040503050406030204" pitchFamily="18" charset="0"/>
                          </a:rPr>
                          <m:t>1</m:t>
                        </m:r>
                      </m:num>
                      <m:den>
                        <m:r>
                          <a:rPr lang="en-US" altLang="ko-KR" sz="2000" i="1">
                            <a:latin typeface="Cambria Math" panose="02040503050406030204" pitchFamily="18" charset="0"/>
                          </a:rPr>
                          <m:t>𝑛</m:t>
                        </m:r>
                      </m:den>
                    </m:f>
                  </m:oMath>
                </a14:m>
                <a:endParaRPr lang="ko-KR" altLang="en-US" sz="2000" i="1" dirty="0"/>
              </a:p>
            </p:txBody>
          </p:sp>
        </mc:Choice>
        <mc:Fallback xmlns="">
          <p:sp>
            <p:nvSpPr>
              <p:cNvPr id="18" name="TextBox 17"/>
              <p:cNvSpPr txBox="1">
                <a:spLocks noRot="1" noChangeAspect="1" noMove="1" noResize="1" noEditPoints="1" noAdjustHandles="1" noChangeArrowheads="1" noChangeShapeType="1" noTextEdit="1"/>
              </p:cNvSpPr>
              <p:nvPr/>
            </p:nvSpPr>
            <p:spPr>
              <a:xfrm>
                <a:off x="921633" y="1385077"/>
                <a:ext cx="4739118" cy="524567"/>
              </a:xfrm>
              <a:prstGeom prst="rect">
                <a:avLst/>
              </a:prstGeom>
              <a:blipFill>
                <a:blip r:embed="rId3"/>
                <a:stretch>
                  <a:fillRect l="-3213" b="-9302"/>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28490729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mc:AlternateContent xmlns:mc="http://schemas.openxmlformats.org/markup-compatibility/2006" xmlns:a14="http://schemas.microsoft.com/office/drawing/2010/main">
        <mc:Choice Requires="a14">
          <p:sp>
            <p:nvSpPr>
              <p:cNvPr id="18" name="TextBox 17"/>
              <p:cNvSpPr txBox="1"/>
              <p:nvPr/>
            </p:nvSpPr>
            <p:spPr>
              <a:xfrm>
                <a:off x="918755" y="1419294"/>
                <a:ext cx="1847493" cy="494751"/>
              </a:xfrm>
              <a:prstGeom prst="rect">
                <a:avLst/>
              </a:prstGeom>
              <a:noFill/>
            </p:spPr>
            <p:txBody>
              <a:bodyPr wrap="none" lIns="0" tIns="0" rIns="0" bIns="0" rtlCol="0">
                <a:spAutoFit/>
              </a:bodyPr>
              <a:lstStyle/>
              <a:p>
                <a:r>
                  <a:rPr lang="ko-KR" altLang="en-US" sz="2000" dirty="0"/>
                  <a:t>③</a:t>
                </a:r>
                <a14:m>
                  <m:oMath xmlns:m="http://schemas.openxmlformats.org/officeDocument/2006/math">
                    <m:func>
                      <m:funcPr>
                        <m:ctrlPr>
                          <a:rPr lang="en-US" altLang="ko-KR" sz="2000" b="0" i="1" smtClean="0">
                            <a:latin typeface="Cambria Math" panose="02040503050406030204" pitchFamily="18" charset="0"/>
                          </a:rPr>
                        </m:ctrlPr>
                      </m:funcPr>
                      <m:fName>
                        <m:limLow>
                          <m:limLowPr>
                            <m:ctrlPr>
                              <a:rPr lang="en-US" altLang="ko-KR" sz="2000" b="0" i="1" smtClean="0">
                                <a:latin typeface="Cambria Math" panose="02040503050406030204" pitchFamily="18" charset="0"/>
                              </a:rPr>
                            </m:ctrlPr>
                          </m:limLowPr>
                          <m:e>
                            <m:r>
                              <a:rPr lang="en-US" altLang="ko-KR" sz="2000" b="0" i="1" smtClean="0">
                                <a:latin typeface="Cambria Math" panose="02040503050406030204" pitchFamily="18" charset="0"/>
                              </a:rPr>
                              <m:t>𝑙𝑖𝑚</m:t>
                            </m:r>
                          </m:e>
                          <m:lim>
                            <m:r>
                              <a:rPr lang="en-US" altLang="ko-KR" sz="2000" b="0" i="1" smtClean="0">
                                <a:latin typeface="Cambria Math" panose="02040503050406030204" pitchFamily="18" charset="0"/>
                              </a:rPr>
                              <m:t>𝑥</m:t>
                            </m:r>
                            <m:r>
                              <a:rPr lang="en-US" altLang="ko-KR" sz="2000" b="0" i="1" smtClean="0">
                                <a:latin typeface="Cambria Math" panose="02040503050406030204" pitchFamily="18" charset="0"/>
                              </a:rPr>
                              <m:t>→0</m:t>
                            </m:r>
                          </m:lim>
                        </m:limLow>
                      </m:fName>
                      <m:e>
                        <m:d>
                          <m:dPr>
                            <m:ctrlPr>
                              <a:rPr lang="en-US" altLang="ko-KR" sz="2000" b="0" i="1" smtClean="0">
                                <a:latin typeface="Cambria Math" panose="02040503050406030204" pitchFamily="18" charset="0"/>
                              </a:rPr>
                            </m:ctrlPr>
                          </m:dPr>
                          <m:e>
                            <m:f>
                              <m:fPr>
                                <m:ctrlPr>
                                  <a:rPr lang="en-US" altLang="ko-KR" sz="2000" b="0" i="1" smtClean="0">
                                    <a:latin typeface="Cambria Math" panose="02040503050406030204" pitchFamily="18" charset="0"/>
                                  </a:rPr>
                                </m:ctrlPr>
                              </m:fPr>
                              <m:num>
                                <m:sSup>
                                  <m:sSupPr>
                                    <m:ctrlPr>
                                      <a:rPr lang="en-US" altLang="ko-KR" sz="2000" b="0" i="1" smtClean="0">
                                        <a:latin typeface="Cambria Math" panose="02040503050406030204" pitchFamily="18" charset="0"/>
                                      </a:rPr>
                                    </m:ctrlPr>
                                  </m:sSupPr>
                                  <m:e>
                                    <m:r>
                                      <a:rPr lang="en-US" altLang="ko-KR" sz="2000" b="0" i="1" smtClean="0">
                                        <a:latin typeface="Cambria Math" panose="02040503050406030204" pitchFamily="18" charset="0"/>
                                      </a:rPr>
                                      <m:t>𝑒</m:t>
                                    </m:r>
                                  </m:e>
                                  <m:sup>
                                    <m:r>
                                      <a:rPr lang="en-US" altLang="ko-KR" sz="2000" b="0" i="1" smtClean="0">
                                        <a:latin typeface="Cambria Math" panose="02040503050406030204" pitchFamily="18" charset="0"/>
                                      </a:rPr>
                                      <m:t>𝑥</m:t>
                                    </m:r>
                                  </m:sup>
                                </m:sSup>
                                <m:r>
                                  <a:rPr lang="en-US" altLang="ko-KR" sz="2000" b="0" i="1" smtClean="0">
                                    <a:latin typeface="Cambria Math" panose="02040503050406030204" pitchFamily="18" charset="0"/>
                                  </a:rPr>
                                  <m:t>−1</m:t>
                                </m:r>
                              </m:num>
                              <m:den>
                                <m:r>
                                  <a:rPr lang="en-US" altLang="ko-KR" sz="2000" b="0" i="1" smtClean="0">
                                    <a:latin typeface="Cambria Math" panose="02040503050406030204" pitchFamily="18" charset="0"/>
                                  </a:rPr>
                                  <m:t>𝑥</m:t>
                                </m:r>
                              </m:den>
                            </m:f>
                          </m:e>
                        </m:d>
                        <m:r>
                          <a:rPr lang="en-US" altLang="ko-KR" sz="2000" b="0" i="1" smtClean="0">
                            <a:latin typeface="Cambria Math" panose="02040503050406030204" pitchFamily="18" charset="0"/>
                          </a:rPr>
                          <m:t>=</m:t>
                        </m:r>
                      </m:e>
                    </m:func>
                    <m:r>
                      <a:rPr lang="en-US" altLang="ko-KR" sz="2000" b="0" i="1" smtClean="0">
                        <a:latin typeface="Cambria Math" panose="02040503050406030204" pitchFamily="18" charset="0"/>
                      </a:rPr>
                      <m:t>1</m:t>
                    </m:r>
                  </m:oMath>
                </a14:m>
                <a:endParaRPr lang="ko-KR" altLang="en-US" sz="2000" i="1" dirty="0"/>
              </a:p>
            </p:txBody>
          </p:sp>
        </mc:Choice>
        <mc:Fallback xmlns="">
          <p:sp>
            <p:nvSpPr>
              <p:cNvPr id="18" name="TextBox 17"/>
              <p:cNvSpPr txBox="1">
                <a:spLocks noRot="1" noChangeAspect="1" noMove="1" noResize="1" noEditPoints="1" noAdjustHandles="1" noChangeArrowheads="1" noChangeShapeType="1" noTextEdit="1"/>
              </p:cNvSpPr>
              <p:nvPr/>
            </p:nvSpPr>
            <p:spPr>
              <a:xfrm>
                <a:off x="918755" y="1419294"/>
                <a:ext cx="1847493" cy="494751"/>
              </a:xfrm>
              <a:prstGeom prst="rect">
                <a:avLst/>
              </a:prstGeom>
              <a:blipFill>
                <a:blip r:embed="rId6"/>
                <a:stretch>
                  <a:fillRect l="-8581" b="-9877"/>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4426549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mc:AlternateContent xmlns:mc="http://schemas.openxmlformats.org/markup-compatibility/2006" xmlns:a14="http://schemas.microsoft.com/office/drawing/2010/main">
        <mc:Choice Requires="a14">
          <p:graphicFrame>
            <p:nvGraphicFramePr>
              <p:cNvPr id="10" name="표 9"/>
              <p:cNvGraphicFramePr>
                <a:graphicFrameLocks noGrp="1"/>
              </p:cNvGraphicFramePr>
              <p:nvPr>
                <p:extLst>
                  <p:ext uri="{D42A27DB-BD31-4B8C-83A1-F6EECF244321}">
                    <p14:modId xmlns:p14="http://schemas.microsoft.com/office/powerpoint/2010/main" val="875664113"/>
                  </p:ext>
                </p:extLst>
              </p:nvPr>
            </p:nvGraphicFramePr>
            <p:xfrm>
              <a:off x="930342" y="2531450"/>
              <a:ext cx="6019098" cy="3651053"/>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41513">
                    <a:tc>
                      <a:txBody>
                        <a:bodyPr/>
                        <a:lstStyle/>
                        <a:p>
                          <a:pPr algn="l" latinLnBrk="1"/>
                          <a14:m>
                            <m:oMathPara xmlns:m="http://schemas.openxmlformats.org/officeDocument/2006/math">
                              <m:oMathParaPr>
                                <m:jc m:val="left"/>
                              </m:oMathParaPr>
                              <m:oMath xmlns:m="http://schemas.openxmlformats.org/officeDocument/2006/math">
                                <m:func>
                                  <m:funcPr>
                                    <m:ctrlPr>
                                      <a:rPr lang="en-US" altLang="ko-KR" sz="1400" b="0" i="1" smtClean="0">
                                        <a:latin typeface="Cambria Math" panose="02040503050406030204" pitchFamily="18" charset="0"/>
                                      </a:rPr>
                                    </m:ctrlPr>
                                  </m:funcPr>
                                  <m:fName>
                                    <m:limLow>
                                      <m:limLowPr>
                                        <m:ctrlPr>
                                          <a:rPr lang="en-US" altLang="ko-KR" sz="1400" b="0" i="1" smtClean="0">
                                            <a:latin typeface="Cambria Math" panose="02040503050406030204" pitchFamily="18" charset="0"/>
                                          </a:rPr>
                                        </m:ctrlPr>
                                      </m:limLowPr>
                                      <m:e>
                                        <m:r>
                                          <a:rPr lang="en-US" altLang="ko-KR" sz="1400" b="0" i="1" smtClean="0">
                                            <a:latin typeface="Cambria Math" panose="02040503050406030204" pitchFamily="18" charset="0"/>
                                          </a:rPr>
                                          <m:t>𝑙𝑖𝑚</m:t>
                                        </m:r>
                                      </m:e>
                                      <m:lim>
                                        <m:r>
                                          <a:rPr lang="en-US" altLang="ko-KR" sz="1400" b="0" i="1" smtClean="0">
                                            <a:latin typeface="Cambria Math" panose="02040503050406030204" pitchFamily="18" charset="0"/>
                                          </a:rPr>
                                          <m:t>𝑥</m:t>
                                        </m:r>
                                        <m:r>
                                          <a:rPr lang="en-US" altLang="ko-KR" sz="1400" b="0" i="1" smtClean="0">
                                            <a:latin typeface="Cambria Math" panose="02040503050406030204" pitchFamily="18" charset="0"/>
                                          </a:rPr>
                                          <m:t>→0</m:t>
                                        </m:r>
                                      </m:lim>
                                    </m:limLow>
                                  </m:fName>
                                  <m:e>
                                    <m:d>
                                      <m:dPr>
                                        <m:ctrlPr>
                                          <a:rPr lang="en-US" altLang="ko-KR" sz="1400" b="0" i="1" smtClean="0">
                                            <a:latin typeface="Cambria Math" panose="02040503050406030204" pitchFamily="18" charset="0"/>
                                          </a:rPr>
                                        </m:ctrlPr>
                                      </m:dPr>
                                      <m:e>
                                        <m:f>
                                          <m:fPr>
                                            <m:ctrlPr>
                                              <a:rPr lang="en-US" altLang="ko-KR" sz="1400" b="0" i="1" smtClean="0">
                                                <a:latin typeface="Cambria Math" panose="02040503050406030204" pitchFamily="18" charset="0"/>
                                              </a:rPr>
                                            </m:ctrlPr>
                                          </m:fPr>
                                          <m:num>
                                            <m:sSup>
                                              <m:sSupPr>
                                                <m:ctrlPr>
                                                  <a:rPr lang="en-US" altLang="ko-KR" sz="1400" b="0" i="1" smtClean="0">
                                                    <a:latin typeface="Cambria Math" panose="02040503050406030204" pitchFamily="18" charset="0"/>
                                                  </a:rPr>
                                                </m:ctrlPr>
                                              </m:sSupPr>
                                              <m:e>
                                                <m:r>
                                                  <a:rPr lang="en-US" altLang="ko-KR" sz="1400" b="0" i="1" smtClean="0">
                                                    <a:latin typeface="Cambria Math" panose="02040503050406030204" pitchFamily="18" charset="0"/>
                                                  </a:rPr>
                                                  <m:t>𝑒</m:t>
                                                </m:r>
                                              </m:e>
                                              <m:sup>
                                                <m:r>
                                                  <a:rPr lang="en-US" altLang="ko-KR" sz="1400" b="0" i="1" smtClean="0">
                                                    <a:latin typeface="Cambria Math" panose="02040503050406030204" pitchFamily="18" charset="0"/>
                                                  </a:rPr>
                                                  <m:t>𝑥</m:t>
                                                </m:r>
                                              </m:sup>
                                            </m:sSup>
                                            <m:r>
                                              <a:rPr lang="en-US" altLang="ko-KR" sz="1400" b="0" i="1" smtClean="0">
                                                <a:latin typeface="Cambria Math" panose="02040503050406030204" pitchFamily="18" charset="0"/>
                                              </a:rPr>
                                              <m:t>−1</m:t>
                                            </m:r>
                                          </m:num>
                                          <m:den>
                                            <m:r>
                                              <a:rPr lang="en-US" altLang="ko-KR" sz="1400" b="0" i="1" smtClean="0">
                                                <a:latin typeface="Cambria Math" panose="02040503050406030204" pitchFamily="18" charset="0"/>
                                              </a:rPr>
                                              <m:t>𝑥</m:t>
                                            </m:r>
                                          </m:den>
                                        </m:f>
                                      </m:e>
                                    </m:d>
                                    <m:r>
                                      <a:rPr lang="en-US" altLang="ko-KR" sz="1400" b="0" i="1" smtClean="0">
                                        <a:latin typeface="Cambria Math" panose="02040503050406030204" pitchFamily="18" charset="0"/>
                                      </a:rPr>
                                      <m:t>=</m:t>
                                    </m:r>
                                  </m:e>
                                </m:func>
                                <m:func>
                                  <m:funcPr>
                                    <m:ctrlPr>
                                      <a:rPr lang="en-US" altLang="ko-KR" sz="1400" b="0" i="1" smtClean="0">
                                        <a:latin typeface="Cambria Math" panose="02040503050406030204" pitchFamily="18" charset="0"/>
                                      </a:rPr>
                                    </m:ctrlPr>
                                  </m:funcPr>
                                  <m:fName>
                                    <m:limLow>
                                      <m:limLowPr>
                                        <m:ctrlPr>
                                          <a:rPr lang="en-US" altLang="ko-KR" sz="1400" b="0" i="1" smtClean="0">
                                            <a:latin typeface="Cambria Math" panose="02040503050406030204" pitchFamily="18" charset="0"/>
                                          </a:rPr>
                                        </m:ctrlPr>
                                      </m:limLowPr>
                                      <m:e>
                                        <m:r>
                                          <a:rPr lang="en-US" altLang="ko-KR" sz="1400" b="0" i="1" smtClean="0">
                                            <a:latin typeface="Cambria Math" panose="02040503050406030204" pitchFamily="18" charset="0"/>
                                          </a:rPr>
                                          <m:t>𝑙𝑖𝑚</m:t>
                                        </m:r>
                                      </m:e>
                                      <m:lim>
                                        <m:r>
                                          <a:rPr lang="en-US" altLang="ko-KR" sz="1400" b="0" i="1" smtClean="0">
                                            <a:latin typeface="Cambria Math" panose="02040503050406030204" pitchFamily="18" charset="0"/>
                                          </a:rPr>
                                          <m:t>𝑡</m:t>
                                        </m:r>
                                        <m:r>
                                          <a:rPr lang="en-US" altLang="ko-KR" sz="1400" b="0" i="1" smtClean="0">
                                            <a:latin typeface="Cambria Math" panose="02040503050406030204" pitchFamily="18" charset="0"/>
                                          </a:rPr>
                                          <m:t>→0</m:t>
                                        </m:r>
                                      </m:lim>
                                    </m:limLow>
                                  </m:fName>
                                  <m:e>
                                    <m:d>
                                      <m:dPr>
                                        <m:ctrlPr>
                                          <a:rPr lang="en-US" altLang="ko-KR" sz="1400" b="0" i="1" smtClean="0">
                                            <a:latin typeface="Cambria Math" panose="02040503050406030204" pitchFamily="18" charset="0"/>
                                          </a:rPr>
                                        </m:ctrlPr>
                                      </m:dPr>
                                      <m:e>
                                        <m:f>
                                          <m:fPr>
                                            <m:ctrlPr>
                                              <a:rPr lang="en-US" altLang="ko-KR" sz="1400" b="0" i="1" smtClean="0">
                                                <a:latin typeface="Cambria Math" panose="02040503050406030204" pitchFamily="18" charset="0"/>
                                              </a:rPr>
                                            </m:ctrlPr>
                                          </m:fPr>
                                          <m:num>
                                            <m:r>
                                              <a:rPr lang="en-US" altLang="ko-KR" sz="1400" b="0" i="1" smtClean="0">
                                                <a:latin typeface="Cambria Math" panose="02040503050406030204" pitchFamily="18" charset="0"/>
                                              </a:rPr>
                                              <m:t>𝑡</m:t>
                                            </m:r>
                                          </m:num>
                                          <m:den>
                                            <m:r>
                                              <a:rPr lang="en-US" altLang="ko-KR" sz="1400" b="0" i="1" smtClean="0">
                                                <a:latin typeface="Cambria Math" panose="02040503050406030204" pitchFamily="18" charset="0"/>
                                              </a:rPr>
                                              <m:t>𝑙𝑛</m:t>
                                            </m:r>
                                            <m:r>
                                              <a:rPr lang="en-US" altLang="ko-KR" sz="1400" b="0" i="1" smtClean="0">
                                                <a:latin typeface="Cambria Math" panose="02040503050406030204" pitchFamily="18" charset="0"/>
                                              </a:rPr>
                                              <m:t>⁡(1+</m:t>
                                            </m:r>
                                            <m:r>
                                              <a:rPr lang="en-US" altLang="ko-KR" sz="1400" b="0" i="1" smtClean="0">
                                                <a:latin typeface="Cambria Math" panose="02040503050406030204" pitchFamily="18" charset="0"/>
                                              </a:rPr>
                                              <m:t>𝑡</m:t>
                                            </m:r>
                                            <m:r>
                                              <a:rPr lang="en-US" altLang="ko-KR" sz="1400" b="0" i="1" smtClean="0">
                                                <a:latin typeface="Cambria Math" panose="02040503050406030204" pitchFamily="18" charset="0"/>
                                              </a:rPr>
                                              <m:t>)</m:t>
                                            </m:r>
                                          </m:den>
                                        </m:f>
                                      </m:e>
                                    </m:d>
                                    <m:r>
                                      <a:rPr lang="en-US" altLang="ko-KR" sz="1400" b="0" i="1" smtClean="0">
                                        <a:latin typeface="Cambria Math" panose="02040503050406030204" pitchFamily="18" charset="0"/>
                                      </a:rPr>
                                      <m:t> </m:t>
                                    </m:r>
                                  </m:e>
                                </m:func>
                              </m:oMath>
                            </m:oMathPara>
                          </a14:m>
                          <a:endParaRPr lang="ko-KR" altLang="en-US" sz="1400" i="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49850590"/>
                      </a:ext>
                    </a:extLst>
                  </a:tr>
                  <a:tr h="641513">
                    <a:tc>
                      <a:txBody>
                        <a:bodyPr/>
                        <a:lstStyle/>
                        <a:p>
                          <a:pPr algn="l" latinLnBrk="1"/>
                          <a:endParaRPr lang="ko-KR" altLang="en-US" sz="1400" i="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50883624"/>
                      </a:ext>
                    </a:extLst>
                  </a:tr>
                  <a:tr h="72035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9591821"/>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71924127"/>
                      </a:ext>
                    </a:extLst>
                  </a:tr>
                  <a:tr h="549223">
                    <a:tc>
                      <a:txBody>
                        <a:bodyPr/>
                        <a:lstStyle/>
                        <a:p>
                          <a:pPr algn="l" latinLnBrk="1"/>
                          <a:endParaRPr lang="ko-KR" altLang="en-US" sz="1400" i="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33410646"/>
                      </a:ext>
                    </a:extLst>
                  </a:tr>
                </a:tbl>
              </a:graphicData>
            </a:graphic>
          </p:graphicFrame>
        </mc:Choice>
        <mc:Fallback xmlns="">
          <p:graphicFrame>
            <p:nvGraphicFramePr>
              <p:cNvPr id="10" name="표 9"/>
              <p:cNvGraphicFramePr>
                <a:graphicFrameLocks noGrp="1"/>
              </p:cNvGraphicFramePr>
              <p:nvPr>
                <p:extLst>
                  <p:ext uri="{D42A27DB-BD31-4B8C-83A1-F6EECF244321}">
                    <p14:modId xmlns:p14="http://schemas.microsoft.com/office/powerpoint/2010/main" val="875664113"/>
                  </p:ext>
                </p:extLst>
              </p:nvPr>
            </p:nvGraphicFramePr>
            <p:xfrm>
              <a:off x="930342" y="2531450"/>
              <a:ext cx="6019098" cy="3651053"/>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41513">
                    <a:tc>
                      <a:txBody>
                        <a:bodyPr/>
                        <a:lstStyle/>
                        <a:p>
                          <a:endParaRPr lang="ko-K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b="-471429"/>
                          </a:stretch>
                        </a:blipFill>
                      </a:tcPr>
                    </a:tc>
                    <a:extLst>
                      <a:ext uri="{0D108BD9-81ED-4DB2-BD59-A6C34878D82A}">
                        <a16:rowId xmlns:a16="http://schemas.microsoft.com/office/drawing/2014/main" val="1349850590"/>
                      </a:ext>
                    </a:extLst>
                  </a:tr>
                  <a:tr h="641513">
                    <a:tc>
                      <a:txBody>
                        <a:bodyPr/>
                        <a:lstStyle/>
                        <a:p>
                          <a:pPr algn="l" latinLnBrk="1"/>
                          <a:endParaRPr lang="ko-KR" altLang="en-US" sz="1400" i="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50883624"/>
                      </a:ext>
                    </a:extLst>
                  </a:tr>
                  <a:tr h="72035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9591821"/>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71924127"/>
                      </a:ext>
                    </a:extLst>
                  </a:tr>
                  <a:tr h="549223">
                    <a:tc>
                      <a:txBody>
                        <a:bodyPr/>
                        <a:lstStyle/>
                        <a:p>
                          <a:pPr algn="l" latinLnBrk="1"/>
                          <a:endParaRPr lang="ko-KR" altLang="en-US" sz="1400" i="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33410646"/>
                      </a:ext>
                    </a:extLst>
                  </a:tr>
                </a:tbl>
              </a:graphicData>
            </a:graphic>
          </p:graphicFrame>
        </mc:Fallback>
      </mc:AlternateContent>
      <mc:AlternateContent xmlns:mc="http://schemas.openxmlformats.org/markup-compatibility/2006" xmlns:a14="http://schemas.microsoft.com/office/drawing/2010/main">
        <mc:Choice Requires="a14">
          <p:sp>
            <p:nvSpPr>
              <p:cNvPr id="18" name="TextBox 17"/>
              <p:cNvSpPr txBox="1"/>
              <p:nvPr/>
            </p:nvSpPr>
            <p:spPr>
              <a:xfrm>
                <a:off x="918755" y="1419294"/>
                <a:ext cx="1847493" cy="494751"/>
              </a:xfrm>
              <a:prstGeom prst="rect">
                <a:avLst/>
              </a:prstGeom>
              <a:noFill/>
            </p:spPr>
            <p:txBody>
              <a:bodyPr wrap="none" lIns="0" tIns="0" rIns="0" bIns="0" rtlCol="0">
                <a:spAutoFit/>
              </a:bodyPr>
              <a:lstStyle/>
              <a:p>
                <a:r>
                  <a:rPr lang="ko-KR" altLang="en-US" sz="2000" dirty="0"/>
                  <a:t>③</a:t>
                </a:r>
                <a14:m>
                  <m:oMath xmlns:m="http://schemas.openxmlformats.org/officeDocument/2006/math">
                    <m:func>
                      <m:funcPr>
                        <m:ctrlPr>
                          <a:rPr lang="en-US" altLang="ko-KR" sz="2000" b="0" i="1" smtClean="0">
                            <a:latin typeface="Cambria Math" panose="02040503050406030204" pitchFamily="18" charset="0"/>
                          </a:rPr>
                        </m:ctrlPr>
                      </m:funcPr>
                      <m:fName>
                        <m:limLow>
                          <m:limLowPr>
                            <m:ctrlPr>
                              <a:rPr lang="en-US" altLang="ko-KR" sz="2000" b="0" i="1" smtClean="0">
                                <a:latin typeface="Cambria Math" panose="02040503050406030204" pitchFamily="18" charset="0"/>
                              </a:rPr>
                            </m:ctrlPr>
                          </m:limLowPr>
                          <m:e>
                            <m:r>
                              <a:rPr lang="en-US" altLang="ko-KR" sz="2000" b="0" i="1" smtClean="0">
                                <a:latin typeface="Cambria Math" panose="02040503050406030204" pitchFamily="18" charset="0"/>
                              </a:rPr>
                              <m:t>𝑙𝑖𝑚</m:t>
                            </m:r>
                          </m:e>
                          <m:lim>
                            <m:r>
                              <a:rPr lang="en-US" altLang="ko-KR" sz="2000" b="0" i="1" smtClean="0">
                                <a:latin typeface="Cambria Math" panose="02040503050406030204" pitchFamily="18" charset="0"/>
                              </a:rPr>
                              <m:t>𝑥</m:t>
                            </m:r>
                            <m:r>
                              <a:rPr lang="en-US" altLang="ko-KR" sz="2000" b="0" i="1" smtClean="0">
                                <a:latin typeface="Cambria Math" panose="02040503050406030204" pitchFamily="18" charset="0"/>
                              </a:rPr>
                              <m:t>→0</m:t>
                            </m:r>
                          </m:lim>
                        </m:limLow>
                      </m:fName>
                      <m:e>
                        <m:d>
                          <m:dPr>
                            <m:ctrlPr>
                              <a:rPr lang="en-US" altLang="ko-KR" sz="2000" b="0" i="1" smtClean="0">
                                <a:latin typeface="Cambria Math" panose="02040503050406030204" pitchFamily="18" charset="0"/>
                              </a:rPr>
                            </m:ctrlPr>
                          </m:dPr>
                          <m:e>
                            <m:f>
                              <m:fPr>
                                <m:ctrlPr>
                                  <a:rPr lang="en-US" altLang="ko-KR" sz="2000" b="0" i="1" smtClean="0">
                                    <a:latin typeface="Cambria Math" panose="02040503050406030204" pitchFamily="18" charset="0"/>
                                  </a:rPr>
                                </m:ctrlPr>
                              </m:fPr>
                              <m:num>
                                <m:sSup>
                                  <m:sSupPr>
                                    <m:ctrlPr>
                                      <a:rPr lang="en-US" altLang="ko-KR" sz="2000" b="0" i="1" smtClean="0">
                                        <a:latin typeface="Cambria Math" panose="02040503050406030204" pitchFamily="18" charset="0"/>
                                      </a:rPr>
                                    </m:ctrlPr>
                                  </m:sSupPr>
                                  <m:e>
                                    <m:r>
                                      <a:rPr lang="en-US" altLang="ko-KR" sz="2000" b="0" i="1" smtClean="0">
                                        <a:latin typeface="Cambria Math" panose="02040503050406030204" pitchFamily="18" charset="0"/>
                                      </a:rPr>
                                      <m:t>𝑒</m:t>
                                    </m:r>
                                  </m:e>
                                  <m:sup>
                                    <m:r>
                                      <a:rPr lang="en-US" altLang="ko-KR" sz="2000" b="0" i="1" smtClean="0">
                                        <a:latin typeface="Cambria Math" panose="02040503050406030204" pitchFamily="18" charset="0"/>
                                      </a:rPr>
                                      <m:t>𝑥</m:t>
                                    </m:r>
                                  </m:sup>
                                </m:sSup>
                                <m:r>
                                  <a:rPr lang="en-US" altLang="ko-KR" sz="2000" b="0" i="1" smtClean="0">
                                    <a:latin typeface="Cambria Math" panose="02040503050406030204" pitchFamily="18" charset="0"/>
                                  </a:rPr>
                                  <m:t>−1</m:t>
                                </m:r>
                              </m:num>
                              <m:den>
                                <m:r>
                                  <a:rPr lang="en-US" altLang="ko-KR" sz="2000" b="0" i="1" smtClean="0">
                                    <a:latin typeface="Cambria Math" panose="02040503050406030204" pitchFamily="18" charset="0"/>
                                  </a:rPr>
                                  <m:t>𝑥</m:t>
                                </m:r>
                              </m:den>
                            </m:f>
                          </m:e>
                        </m:d>
                        <m:r>
                          <a:rPr lang="en-US" altLang="ko-KR" sz="2000" b="0" i="1" smtClean="0">
                            <a:latin typeface="Cambria Math" panose="02040503050406030204" pitchFamily="18" charset="0"/>
                          </a:rPr>
                          <m:t>=</m:t>
                        </m:r>
                      </m:e>
                    </m:func>
                    <m:r>
                      <a:rPr lang="en-US" altLang="ko-KR" sz="2000" b="0" i="1" smtClean="0">
                        <a:latin typeface="Cambria Math" panose="02040503050406030204" pitchFamily="18" charset="0"/>
                      </a:rPr>
                      <m:t>1</m:t>
                    </m:r>
                  </m:oMath>
                </a14:m>
                <a:endParaRPr lang="ko-KR" altLang="en-US" sz="2000" i="1" dirty="0"/>
              </a:p>
            </p:txBody>
          </p:sp>
        </mc:Choice>
        <mc:Fallback xmlns="">
          <p:sp>
            <p:nvSpPr>
              <p:cNvPr id="18" name="TextBox 17"/>
              <p:cNvSpPr txBox="1">
                <a:spLocks noRot="1" noChangeAspect="1" noMove="1" noResize="1" noEditPoints="1" noAdjustHandles="1" noChangeArrowheads="1" noChangeShapeType="1" noTextEdit="1"/>
              </p:cNvSpPr>
              <p:nvPr/>
            </p:nvSpPr>
            <p:spPr>
              <a:xfrm>
                <a:off x="918755" y="1419294"/>
                <a:ext cx="1847493" cy="494751"/>
              </a:xfrm>
              <a:prstGeom prst="rect">
                <a:avLst/>
              </a:prstGeom>
              <a:blipFill>
                <a:blip r:embed="rId6"/>
                <a:stretch>
                  <a:fillRect l="-8581" b="-9877"/>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 name="직사각형 1"/>
              <p:cNvSpPr/>
              <p:nvPr/>
            </p:nvSpPr>
            <p:spPr>
              <a:xfrm>
                <a:off x="2137139" y="2073987"/>
                <a:ext cx="2922467"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altLang="ko-KR" sz="1200" i="1" smtClean="0">
                              <a:latin typeface="Cambria Math" panose="02040503050406030204" pitchFamily="18" charset="0"/>
                            </a:rPr>
                          </m:ctrlPr>
                        </m:sSupPr>
                        <m:e>
                          <m:r>
                            <a:rPr lang="en-US" altLang="ko-KR" sz="1200" i="1">
                              <a:latin typeface="Cambria Math" panose="02040503050406030204" pitchFamily="18" charset="0"/>
                            </a:rPr>
                            <m:t>𝑒</m:t>
                          </m:r>
                        </m:e>
                        <m:sup>
                          <m:r>
                            <a:rPr lang="en-US" altLang="ko-KR" sz="1200" i="1">
                              <a:latin typeface="Cambria Math" panose="02040503050406030204" pitchFamily="18" charset="0"/>
                            </a:rPr>
                            <m:t>𝑥</m:t>
                          </m:r>
                        </m:sup>
                      </m:sSup>
                      <m:r>
                        <a:rPr lang="en-US" altLang="ko-KR" sz="1200" i="1">
                          <a:latin typeface="Cambria Math" panose="02040503050406030204" pitchFamily="18" charset="0"/>
                        </a:rPr>
                        <m:t>−1 </m:t>
                      </m:r>
                      <m:r>
                        <a:rPr lang="en-US" altLang="ko-KR" sz="1200" i="1">
                          <a:latin typeface="Cambria Math" panose="02040503050406030204" pitchFamily="18" charset="0"/>
                        </a:rPr>
                        <m:t>𝑖𝑠</m:t>
                      </m:r>
                      <m:r>
                        <a:rPr lang="en-US" altLang="ko-KR" sz="1200" i="1">
                          <a:latin typeface="Cambria Math" panose="02040503050406030204" pitchFamily="18" charset="0"/>
                        </a:rPr>
                        <m:t> </m:t>
                      </m:r>
                      <m:r>
                        <a:rPr lang="en-US" altLang="ko-KR" sz="1200" i="1">
                          <a:latin typeface="Cambria Math" panose="02040503050406030204" pitchFamily="18" charset="0"/>
                        </a:rPr>
                        <m:t>𝑠𝑢𝑏𝑠𝑡𝑖𝑡𝑢𝑡𝑒𝑑</m:t>
                      </m:r>
                      <m:r>
                        <a:rPr lang="en-US" altLang="ko-KR" sz="1200" i="1">
                          <a:latin typeface="Cambria Math" panose="02040503050406030204" pitchFamily="18" charset="0"/>
                        </a:rPr>
                        <m:t> </m:t>
                      </m:r>
                      <m:r>
                        <a:rPr lang="en-US" altLang="ko-KR" sz="1200" i="1">
                          <a:latin typeface="Cambria Math" panose="02040503050406030204" pitchFamily="18" charset="0"/>
                        </a:rPr>
                        <m:t>𝑏𝑦</m:t>
                      </m:r>
                      <m:r>
                        <a:rPr lang="en-US" altLang="ko-KR" sz="1200" i="1">
                          <a:latin typeface="Cambria Math" panose="02040503050406030204" pitchFamily="18" charset="0"/>
                        </a:rPr>
                        <m:t> </m:t>
                      </m:r>
                      <m:r>
                        <a:rPr lang="en-US" altLang="ko-KR" sz="1200" i="1">
                          <a:latin typeface="Cambria Math" panose="02040503050406030204" pitchFamily="18" charset="0"/>
                        </a:rPr>
                        <m:t>𝑡</m:t>
                      </m:r>
                      <m:r>
                        <a:rPr lang="en-US" altLang="ko-KR" sz="1200" i="1">
                          <a:latin typeface="Cambria Math" panose="02040503050406030204" pitchFamily="18" charset="0"/>
                        </a:rPr>
                        <m:t>   ∴</m:t>
                      </m:r>
                      <m:r>
                        <a:rPr lang="en-US" altLang="ko-KR" sz="1200" i="1">
                          <a:latin typeface="Cambria Math" panose="02040503050406030204" pitchFamily="18" charset="0"/>
                        </a:rPr>
                        <m:t>𝑡</m:t>
                      </m:r>
                      <m:r>
                        <a:rPr lang="en-US" altLang="ko-KR" sz="1200" b="0" i="1" smtClean="0">
                          <a:latin typeface="Cambria Math" panose="02040503050406030204" pitchFamily="18" charset="0"/>
                        </a:rPr>
                        <m:t>=</m:t>
                      </m:r>
                      <m:sSup>
                        <m:sSupPr>
                          <m:ctrlPr>
                            <a:rPr lang="en-US" altLang="ko-KR" sz="1200" i="1">
                              <a:latin typeface="Cambria Math" panose="02040503050406030204" pitchFamily="18" charset="0"/>
                            </a:rPr>
                          </m:ctrlPr>
                        </m:sSupPr>
                        <m:e>
                          <m:r>
                            <a:rPr lang="en-US" altLang="ko-KR" sz="1200" i="1">
                              <a:latin typeface="Cambria Math" panose="02040503050406030204" pitchFamily="18" charset="0"/>
                            </a:rPr>
                            <m:t>𝑒</m:t>
                          </m:r>
                        </m:e>
                        <m:sup>
                          <m:r>
                            <a:rPr lang="en-US" altLang="ko-KR" sz="1200" i="1">
                              <a:latin typeface="Cambria Math" panose="02040503050406030204" pitchFamily="18" charset="0"/>
                            </a:rPr>
                            <m:t>𝑥</m:t>
                          </m:r>
                        </m:sup>
                      </m:sSup>
                      <m:r>
                        <a:rPr lang="en-US" altLang="ko-KR" sz="1200" i="1">
                          <a:latin typeface="Cambria Math" panose="02040503050406030204" pitchFamily="18" charset="0"/>
                        </a:rPr>
                        <m:t>−1</m:t>
                      </m:r>
                    </m:oMath>
                  </m:oMathPara>
                </a14:m>
                <a:endParaRPr lang="ko-KR" altLang="en-US" sz="1200" dirty="0"/>
              </a:p>
            </p:txBody>
          </p:sp>
        </mc:Choice>
        <mc:Fallback xmlns="">
          <p:sp>
            <p:nvSpPr>
              <p:cNvPr id="2" name="직사각형 1"/>
              <p:cNvSpPr>
                <a:spLocks noRot="1" noChangeAspect="1" noMove="1" noResize="1" noEditPoints="1" noAdjustHandles="1" noChangeArrowheads="1" noChangeShapeType="1" noTextEdit="1"/>
              </p:cNvSpPr>
              <p:nvPr/>
            </p:nvSpPr>
            <p:spPr>
              <a:xfrm>
                <a:off x="2137139" y="2073987"/>
                <a:ext cx="2922467" cy="276999"/>
              </a:xfrm>
              <a:prstGeom prst="rect">
                <a:avLst/>
              </a:prstGeom>
              <a:blipFill>
                <a:blip r:embed="rId7"/>
                <a:stretch>
                  <a:fillRect b="-4348"/>
                </a:stretch>
              </a:blipFill>
            </p:spPr>
            <p:txBody>
              <a:bodyPr/>
              <a:lstStyle/>
              <a:p>
                <a:r>
                  <a:rPr lang="ko-KR" altLang="en-US">
                    <a:noFill/>
                  </a:rPr>
                  <a:t> </a:t>
                </a:r>
              </a:p>
            </p:txBody>
          </p:sp>
        </mc:Fallback>
      </mc:AlternateContent>
      <p:sp>
        <p:nvSpPr>
          <p:cNvPr id="14" name="원호 13"/>
          <p:cNvSpPr/>
          <p:nvPr/>
        </p:nvSpPr>
        <p:spPr>
          <a:xfrm>
            <a:off x="1740898" y="2356829"/>
            <a:ext cx="1246141" cy="648710"/>
          </a:xfrm>
          <a:prstGeom prst="arc">
            <a:avLst>
              <a:gd name="adj1" fmla="val 11278146"/>
              <a:gd name="adj2" fmla="val 21120717"/>
            </a:avLst>
          </a:prstGeom>
          <a:ln w="9525">
            <a:solidFill>
              <a:srgbClr val="C00000"/>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sp>
        <p:nvSpPr>
          <p:cNvPr id="15" name="모서리가 둥근 직사각형 14"/>
          <p:cNvSpPr/>
          <p:nvPr/>
        </p:nvSpPr>
        <p:spPr>
          <a:xfrm>
            <a:off x="1403413" y="2589252"/>
            <a:ext cx="516828" cy="191429"/>
          </a:xfrm>
          <a:prstGeom prst="roundRect">
            <a:avLst/>
          </a:prstGeom>
          <a:noFill/>
          <a:ln>
            <a:solidFill>
              <a:srgbClr val="C0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9556930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mc:AlternateContent xmlns:mc="http://schemas.openxmlformats.org/markup-compatibility/2006" xmlns:a14="http://schemas.microsoft.com/office/drawing/2010/main">
        <mc:Choice Requires="a14">
          <p:graphicFrame>
            <p:nvGraphicFramePr>
              <p:cNvPr id="10" name="표 9"/>
              <p:cNvGraphicFramePr>
                <a:graphicFrameLocks noGrp="1"/>
              </p:cNvGraphicFramePr>
              <p:nvPr>
                <p:extLst>
                  <p:ext uri="{D42A27DB-BD31-4B8C-83A1-F6EECF244321}">
                    <p14:modId xmlns:p14="http://schemas.microsoft.com/office/powerpoint/2010/main" val="2269705142"/>
                  </p:ext>
                </p:extLst>
              </p:nvPr>
            </p:nvGraphicFramePr>
            <p:xfrm>
              <a:off x="930342" y="2531450"/>
              <a:ext cx="6019098" cy="3820816"/>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41513">
                    <a:tc>
                      <a:txBody>
                        <a:bodyPr/>
                        <a:lstStyle/>
                        <a:p>
                          <a:pPr algn="l" latinLnBrk="1"/>
                          <a14:m>
                            <m:oMathPara xmlns:m="http://schemas.openxmlformats.org/officeDocument/2006/math">
                              <m:oMathParaPr>
                                <m:jc m:val="left"/>
                              </m:oMathParaPr>
                              <m:oMath xmlns:m="http://schemas.openxmlformats.org/officeDocument/2006/math">
                                <m:func>
                                  <m:funcPr>
                                    <m:ctrlPr>
                                      <a:rPr lang="en-US" altLang="ko-KR" sz="1400" b="0" i="1" smtClean="0">
                                        <a:latin typeface="Cambria Math" panose="02040503050406030204" pitchFamily="18" charset="0"/>
                                      </a:rPr>
                                    </m:ctrlPr>
                                  </m:funcPr>
                                  <m:fName>
                                    <m:limLow>
                                      <m:limLowPr>
                                        <m:ctrlPr>
                                          <a:rPr lang="en-US" altLang="ko-KR" sz="1400" b="0" i="1" smtClean="0">
                                            <a:latin typeface="Cambria Math" panose="02040503050406030204" pitchFamily="18" charset="0"/>
                                          </a:rPr>
                                        </m:ctrlPr>
                                      </m:limLowPr>
                                      <m:e>
                                        <m:r>
                                          <a:rPr lang="en-US" altLang="ko-KR" sz="1400" b="0" i="1" smtClean="0">
                                            <a:latin typeface="Cambria Math" panose="02040503050406030204" pitchFamily="18" charset="0"/>
                                          </a:rPr>
                                          <m:t>𝑙𝑖𝑚</m:t>
                                        </m:r>
                                      </m:e>
                                      <m:lim>
                                        <m:r>
                                          <a:rPr lang="en-US" altLang="ko-KR" sz="1400" b="0" i="1" smtClean="0">
                                            <a:latin typeface="Cambria Math" panose="02040503050406030204" pitchFamily="18" charset="0"/>
                                          </a:rPr>
                                          <m:t>𝑥</m:t>
                                        </m:r>
                                        <m:r>
                                          <a:rPr lang="en-US" altLang="ko-KR" sz="1400" b="0" i="1" smtClean="0">
                                            <a:latin typeface="Cambria Math" panose="02040503050406030204" pitchFamily="18" charset="0"/>
                                          </a:rPr>
                                          <m:t>→0</m:t>
                                        </m:r>
                                      </m:lim>
                                    </m:limLow>
                                  </m:fName>
                                  <m:e>
                                    <m:d>
                                      <m:dPr>
                                        <m:ctrlPr>
                                          <a:rPr lang="en-US" altLang="ko-KR" sz="1400" b="0" i="1" smtClean="0">
                                            <a:latin typeface="Cambria Math" panose="02040503050406030204" pitchFamily="18" charset="0"/>
                                          </a:rPr>
                                        </m:ctrlPr>
                                      </m:dPr>
                                      <m:e>
                                        <m:f>
                                          <m:fPr>
                                            <m:ctrlPr>
                                              <a:rPr lang="en-US" altLang="ko-KR" sz="1400" b="0" i="1" smtClean="0">
                                                <a:latin typeface="Cambria Math" panose="02040503050406030204" pitchFamily="18" charset="0"/>
                                              </a:rPr>
                                            </m:ctrlPr>
                                          </m:fPr>
                                          <m:num>
                                            <m:sSup>
                                              <m:sSupPr>
                                                <m:ctrlPr>
                                                  <a:rPr lang="en-US" altLang="ko-KR" sz="1400" b="0" i="1" smtClean="0">
                                                    <a:latin typeface="Cambria Math" panose="02040503050406030204" pitchFamily="18" charset="0"/>
                                                  </a:rPr>
                                                </m:ctrlPr>
                                              </m:sSupPr>
                                              <m:e>
                                                <m:r>
                                                  <a:rPr lang="en-US" altLang="ko-KR" sz="1400" b="0" i="1" smtClean="0">
                                                    <a:latin typeface="Cambria Math" panose="02040503050406030204" pitchFamily="18" charset="0"/>
                                                  </a:rPr>
                                                  <m:t>𝑒</m:t>
                                                </m:r>
                                              </m:e>
                                              <m:sup>
                                                <m:r>
                                                  <a:rPr lang="en-US" altLang="ko-KR" sz="1400" b="0" i="1" smtClean="0">
                                                    <a:latin typeface="Cambria Math" panose="02040503050406030204" pitchFamily="18" charset="0"/>
                                                  </a:rPr>
                                                  <m:t>𝑥</m:t>
                                                </m:r>
                                              </m:sup>
                                            </m:sSup>
                                            <m:r>
                                              <a:rPr lang="en-US" altLang="ko-KR" sz="1400" b="0" i="1" smtClean="0">
                                                <a:latin typeface="Cambria Math" panose="02040503050406030204" pitchFamily="18" charset="0"/>
                                              </a:rPr>
                                              <m:t>−1</m:t>
                                            </m:r>
                                          </m:num>
                                          <m:den>
                                            <m:r>
                                              <a:rPr lang="en-US" altLang="ko-KR" sz="1400" b="0" i="1" smtClean="0">
                                                <a:latin typeface="Cambria Math" panose="02040503050406030204" pitchFamily="18" charset="0"/>
                                              </a:rPr>
                                              <m:t>𝑥</m:t>
                                            </m:r>
                                          </m:den>
                                        </m:f>
                                      </m:e>
                                    </m:d>
                                    <m:r>
                                      <a:rPr lang="en-US" altLang="ko-KR" sz="1400" b="0" i="1" smtClean="0">
                                        <a:latin typeface="Cambria Math" panose="02040503050406030204" pitchFamily="18" charset="0"/>
                                      </a:rPr>
                                      <m:t>=</m:t>
                                    </m:r>
                                  </m:e>
                                </m:func>
                                <m:func>
                                  <m:funcPr>
                                    <m:ctrlPr>
                                      <a:rPr lang="en-US" altLang="ko-KR" sz="1400" b="0" i="1" smtClean="0">
                                        <a:latin typeface="Cambria Math" panose="02040503050406030204" pitchFamily="18" charset="0"/>
                                      </a:rPr>
                                    </m:ctrlPr>
                                  </m:funcPr>
                                  <m:fName>
                                    <m:limLow>
                                      <m:limLowPr>
                                        <m:ctrlPr>
                                          <a:rPr lang="en-US" altLang="ko-KR" sz="1400" b="0" i="1" smtClean="0">
                                            <a:latin typeface="Cambria Math" panose="02040503050406030204" pitchFamily="18" charset="0"/>
                                          </a:rPr>
                                        </m:ctrlPr>
                                      </m:limLowPr>
                                      <m:e>
                                        <m:r>
                                          <a:rPr lang="en-US" altLang="ko-KR" sz="1400" b="0" i="1" smtClean="0">
                                            <a:latin typeface="Cambria Math" panose="02040503050406030204" pitchFamily="18" charset="0"/>
                                          </a:rPr>
                                          <m:t>𝑙𝑖𝑚</m:t>
                                        </m:r>
                                      </m:e>
                                      <m:lim>
                                        <m:r>
                                          <a:rPr lang="en-US" altLang="ko-KR" sz="1400" b="0" i="1" smtClean="0">
                                            <a:latin typeface="Cambria Math" panose="02040503050406030204" pitchFamily="18" charset="0"/>
                                          </a:rPr>
                                          <m:t>𝑡</m:t>
                                        </m:r>
                                        <m:r>
                                          <a:rPr lang="en-US" altLang="ko-KR" sz="1400" b="0" i="1" smtClean="0">
                                            <a:latin typeface="Cambria Math" panose="02040503050406030204" pitchFamily="18" charset="0"/>
                                          </a:rPr>
                                          <m:t>→0</m:t>
                                        </m:r>
                                      </m:lim>
                                    </m:limLow>
                                  </m:fName>
                                  <m:e>
                                    <m:d>
                                      <m:dPr>
                                        <m:ctrlPr>
                                          <a:rPr lang="en-US" altLang="ko-KR" sz="1400" b="0" i="1" smtClean="0">
                                            <a:latin typeface="Cambria Math" panose="02040503050406030204" pitchFamily="18" charset="0"/>
                                          </a:rPr>
                                        </m:ctrlPr>
                                      </m:dPr>
                                      <m:e>
                                        <m:f>
                                          <m:fPr>
                                            <m:ctrlPr>
                                              <a:rPr lang="en-US" altLang="ko-KR" sz="1400" b="0" i="1" smtClean="0">
                                                <a:latin typeface="Cambria Math" panose="02040503050406030204" pitchFamily="18" charset="0"/>
                                              </a:rPr>
                                            </m:ctrlPr>
                                          </m:fPr>
                                          <m:num>
                                            <m:r>
                                              <a:rPr lang="en-US" altLang="ko-KR" sz="1400" b="0" i="1" smtClean="0">
                                                <a:latin typeface="Cambria Math" panose="02040503050406030204" pitchFamily="18" charset="0"/>
                                              </a:rPr>
                                              <m:t>𝑡</m:t>
                                            </m:r>
                                          </m:num>
                                          <m:den>
                                            <m:r>
                                              <a:rPr lang="en-US" altLang="ko-KR" sz="1400" b="0" i="1" smtClean="0">
                                                <a:latin typeface="Cambria Math" panose="02040503050406030204" pitchFamily="18" charset="0"/>
                                              </a:rPr>
                                              <m:t>𝑙𝑛</m:t>
                                            </m:r>
                                            <m:r>
                                              <a:rPr lang="en-US" altLang="ko-KR" sz="1400" b="0" i="1" smtClean="0">
                                                <a:latin typeface="Cambria Math" panose="02040503050406030204" pitchFamily="18" charset="0"/>
                                              </a:rPr>
                                              <m:t>⁡(1+</m:t>
                                            </m:r>
                                            <m:r>
                                              <a:rPr lang="en-US" altLang="ko-KR" sz="1400" b="0" i="1" smtClean="0">
                                                <a:latin typeface="Cambria Math" panose="02040503050406030204" pitchFamily="18" charset="0"/>
                                              </a:rPr>
                                              <m:t>𝑡</m:t>
                                            </m:r>
                                            <m:r>
                                              <a:rPr lang="en-US" altLang="ko-KR" sz="1400" b="0" i="1" smtClean="0">
                                                <a:latin typeface="Cambria Math" panose="02040503050406030204" pitchFamily="18" charset="0"/>
                                              </a:rPr>
                                              <m:t>)</m:t>
                                            </m:r>
                                          </m:den>
                                        </m:f>
                                      </m:e>
                                    </m:d>
                                    <m:r>
                                      <a:rPr lang="en-US" altLang="ko-KR" sz="1400" b="0" i="1" smtClean="0">
                                        <a:latin typeface="Cambria Math" panose="02040503050406030204" pitchFamily="18" charset="0"/>
                                      </a:rPr>
                                      <m:t> </m:t>
                                    </m:r>
                                  </m:e>
                                </m:func>
                              </m:oMath>
                            </m:oMathPara>
                          </a14:m>
                          <a:endParaRPr lang="ko-KR" altLang="en-US" sz="1400" i="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49850590"/>
                      </a:ext>
                    </a:extLst>
                  </a:tr>
                  <a:tr h="641513">
                    <a:tc>
                      <a:txBody>
                        <a:bodyPr/>
                        <a:lstStyle/>
                        <a:p>
                          <a:pPr algn="l" latinLnBrk="1"/>
                          <a14:m>
                            <m:oMathPara xmlns:m="http://schemas.openxmlformats.org/officeDocument/2006/math">
                              <m:oMathParaPr>
                                <m:jc m:val="left"/>
                              </m:oMathParaPr>
                              <m:oMath xmlns:m="http://schemas.openxmlformats.org/officeDocument/2006/math">
                                <m:r>
                                  <a:rPr lang="en-US" altLang="ko-KR" sz="1400" b="0" i="1" smtClean="0">
                                    <a:latin typeface="Cambria Math" panose="02040503050406030204" pitchFamily="18" charset="0"/>
                                  </a:rPr>
                                  <m:t>=</m:t>
                                </m:r>
                                <m:func>
                                  <m:funcPr>
                                    <m:ctrlPr>
                                      <a:rPr lang="en-US" altLang="ko-KR" sz="1400" b="0" i="1" smtClean="0">
                                        <a:latin typeface="Cambria Math" panose="02040503050406030204" pitchFamily="18" charset="0"/>
                                      </a:rPr>
                                    </m:ctrlPr>
                                  </m:funcPr>
                                  <m:fName>
                                    <m:limLow>
                                      <m:limLowPr>
                                        <m:ctrlPr>
                                          <a:rPr lang="en-US" altLang="ko-KR" sz="1400" b="0" i="1" smtClean="0">
                                            <a:latin typeface="Cambria Math" panose="02040503050406030204" pitchFamily="18" charset="0"/>
                                          </a:rPr>
                                        </m:ctrlPr>
                                      </m:limLowPr>
                                      <m:e>
                                        <m:r>
                                          <a:rPr lang="en-US" altLang="ko-KR" sz="1400" b="0" i="1" smtClean="0">
                                            <a:latin typeface="Cambria Math" panose="02040503050406030204" pitchFamily="18" charset="0"/>
                                          </a:rPr>
                                          <m:t>𝑙𝑖𝑚</m:t>
                                        </m:r>
                                      </m:e>
                                      <m:lim>
                                        <m:r>
                                          <a:rPr lang="en-US" altLang="ko-KR" sz="1400" b="0" i="1" smtClean="0">
                                            <a:latin typeface="Cambria Math" panose="02040503050406030204" pitchFamily="18" charset="0"/>
                                          </a:rPr>
                                          <m:t>𝑡</m:t>
                                        </m:r>
                                        <m:r>
                                          <a:rPr lang="en-US" altLang="ko-KR" sz="1400" b="0" i="1" smtClean="0">
                                            <a:latin typeface="Cambria Math" panose="02040503050406030204" pitchFamily="18" charset="0"/>
                                          </a:rPr>
                                          <m:t>→0</m:t>
                                        </m:r>
                                      </m:lim>
                                    </m:limLow>
                                  </m:fName>
                                  <m:e>
                                    <m:d>
                                      <m:dPr>
                                        <m:ctrlPr>
                                          <a:rPr lang="en-US" altLang="ko-KR" sz="1400" b="0" i="1" smtClean="0">
                                            <a:latin typeface="Cambria Math" panose="02040503050406030204" pitchFamily="18" charset="0"/>
                                          </a:rPr>
                                        </m:ctrlPr>
                                      </m:dPr>
                                      <m:e>
                                        <m:f>
                                          <m:fPr>
                                            <m:ctrlPr>
                                              <a:rPr lang="en-US" altLang="ko-KR" sz="1400" b="0" i="1" smtClean="0">
                                                <a:latin typeface="Cambria Math" panose="02040503050406030204" pitchFamily="18" charset="0"/>
                                              </a:rPr>
                                            </m:ctrlPr>
                                          </m:fPr>
                                          <m:num>
                                            <m:f>
                                              <m:fPr>
                                                <m:ctrlPr>
                                                  <a:rPr lang="en-US" altLang="ko-KR" sz="1400" b="0" i="1" smtClean="0">
                                                    <a:latin typeface="Cambria Math" panose="02040503050406030204" pitchFamily="18" charset="0"/>
                                                  </a:rPr>
                                                </m:ctrlPr>
                                              </m:fPr>
                                              <m:num>
                                                <m:r>
                                                  <a:rPr lang="en-US" altLang="ko-KR" sz="1400" b="0" i="1" smtClean="0">
                                                    <a:latin typeface="Cambria Math" panose="02040503050406030204" pitchFamily="18" charset="0"/>
                                                  </a:rPr>
                                                  <m:t>1</m:t>
                                                </m:r>
                                              </m:num>
                                              <m:den>
                                                <m:r>
                                                  <a:rPr lang="en-US" altLang="ko-KR" sz="1400" b="0" i="1" smtClean="0">
                                                    <a:latin typeface="Cambria Math" panose="02040503050406030204" pitchFamily="18" charset="0"/>
                                                  </a:rPr>
                                                  <m:t>1</m:t>
                                                </m:r>
                                              </m:den>
                                            </m:f>
                                          </m:num>
                                          <m:den>
                                            <m:f>
                                              <m:fPr>
                                                <m:ctrlPr>
                                                  <a:rPr lang="en-US" altLang="ko-KR" sz="1400" b="0" i="1" smtClean="0">
                                                    <a:latin typeface="Cambria Math" panose="02040503050406030204" pitchFamily="18" charset="0"/>
                                                  </a:rPr>
                                                </m:ctrlPr>
                                              </m:fPr>
                                              <m:num>
                                                <m:r>
                                                  <a:rPr lang="en-US" altLang="ko-KR" sz="1400" b="0" i="1" smtClean="0">
                                                    <a:latin typeface="Cambria Math" panose="02040503050406030204" pitchFamily="18" charset="0"/>
                                                  </a:rPr>
                                                  <m:t>𝑙𝑛</m:t>
                                                </m:r>
                                                <m:r>
                                                  <a:rPr lang="en-US" altLang="ko-KR" sz="1400" b="0" i="1" smtClean="0">
                                                    <a:latin typeface="Cambria Math" panose="02040503050406030204" pitchFamily="18" charset="0"/>
                                                  </a:rPr>
                                                  <m:t>⁡(1+</m:t>
                                                </m:r>
                                                <m:r>
                                                  <a:rPr lang="en-US" altLang="ko-KR" sz="1400" b="0" i="1" smtClean="0">
                                                    <a:latin typeface="Cambria Math" panose="02040503050406030204" pitchFamily="18" charset="0"/>
                                                  </a:rPr>
                                                  <m:t>𝑡</m:t>
                                                </m:r>
                                                <m:r>
                                                  <a:rPr lang="en-US" altLang="ko-KR" sz="1400" b="0" i="1" smtClean="0">
                                                    <a:latin typeface="Cambria Math" panose="02040503050406030204" pitchFamily="18" charset="0"/>
                                                  </a:rPr>
                                                  <m:t>)</m:t>
                                                </m:r>
                                              </m:num>
                                              <m:den>
                                                <m:r>
                                                  <a:rPr lang="en-US" altLang="ko-KR" sz="1400" b="0" i="1" smtClean="0">
                                                    <a:latin typeface="Cambria Math" panose="02040503050406030204" pitchFamily="18" charset="0"/>
                                                  </a:rPr>
                                                  <m:t>𝑡</m:t>
                                                </m:r>
                                              </m:den>
                                            </m:f>
                                          </m:den>
                                        </m:f>
                                      </m:e>
                                    </m:d>
                                    <m:r>
                                      <a:rPr lang="en-US" altLang="ko-KR" sz="1400" b="0" i="1" smtClean="0">
                                        <a:latin typeface="Cambria Math" panose="02040503050406030204" pitchFamily="18" charset="0"/>
                                      </a:rPr>
                                      <m:t> </m:t>
                                    </m:r>
                                  </m:e>
                                </m:func>
                              </m:oMath>
                            </m:oMathPara>
                          </a14:m>
                          <a:endParaRPr lang="ko-KR" altLang="en-US" sz="1400" i="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50883624"/>
                      </a:ext>
                    </a:extLst>
                  </a:tr>
                  <a:tr h="72035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9591821"/>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71924127"/>
                      </a:ext>
                    </a:extLst>
                  </a:tr>
                  <a:tr h="549223">
                    <a:tc>
                      <a:txBody>
                        <a:bodyPr/>
                        <a:lstStyle/>
                        <a:p>
                          <a:pPr algn="l" latinLnBrk="1"/>
                          <a:endParaRPr lang="ko-KR" altLang="en-US" sz="1400" i="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33410646"/>
                      </a:ext>
                    </a:extLst>
                  </a:tr>
                </a:tbl>
              </a:graphicData>
            </a:graphic>
          </p:graphicFrame>
        </mc:Choice>
        <mc:Fallback xmlns="">
          <p:graphicFrame>
            <p:nvGraphicFramePr>
              <p:cNvPr id="10" name="표 9"/>
              <p:cNvGraphicFramePr>
                <a:graphicFrameLocks noGrp="1"/>
              </p:cNvGraphicFramePr>
              <p:nvPr>
                <p:extLst>
                  <p:ext uri="{D42A27DB-BD31-4B8C-83A1-F6EECF244321}">
                    <p14:modId xmlns:p14="http://schemas.microsoft.com/office/powerpoint/2010/main" val="2269705142"/>
                  </p:ext>
                </p:extLst>
              </p:nvPr>
            </p:nvGraphicFramePr>
            <p:xfrm>
              <a:off x="930342" y="2531450"/>
              <a:ext cx="6019098" cy="3820816"/>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41513">
                    <a:tc>
                      <a:txBody>
                        <a:bodyPr/>
                        <a:lstStyle/>
                        <a:p>
                          <a:endParaRPr lang="ko-K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b="-498095"/>
                          </a:stretch>
                        </a:blipFill>
                      </a:tcPr>
                    </a:tc>
                    <a:extLst>
                      <a:ext uri="{0D108BD9-81ED-4DB2-BD59-A6C34878D82A}">
                        <a16:rowId xmlns:a16="http://schemas.microsoft.com/office/drawing/2014/main" val="1349850590"/>
                      </a:ext>
                    </a:extLst>
                  </a:tr>
                  <a:tr h="811276">
                    <a:tc>
                      <a:txBody>
                        <a:bodyPr/>
                        <a:lstStyle/>
                        <a:p>
                          <a:endParaRPr lang="ko-K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78358" b="-290299"/>
                          </a:stretch>
                        </a:blipFill>
                      </a:tcPr>
                    </a:tc>
                    <a:extLst>
                      <a:ext uri="{0D108BD9-81ED-4DB2-BD59-A6C34878D82A}">
                        <a16:rowId xmlns:a16="http://schemas.microsoft.com/office/drawing/2014/main" val="450883624"/>
                      </a:ext>
                    </a:extLst>
                  </a:tr>
                  <a:tr h="72035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9591821"/>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71924127"/>
                      </a:ext>
                    </a:extLst>
                  </a:tr>
                  <a:tr h="549223">
                    <a:tc>
                      <a:txBody>
                        <a:bodyPr/>
                        <a:lstStyle/>
                        <a:p>
                          <a:pPr algn="l" latinLnBrk="1"/>
                          <a:endParaRPr lang="ko-KR" altLang="en-US" sz="1400" i="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33410646"/>
                      </a:ext>
                    </a:extLst>
                  </a:tr>
                </a:tbl>
              </a:graphicData>
            </a:graphic>
          </p:graphicFrame>
        </mc:Fallback>
      </mc:AlternateContent>
      <p:sp>
        <p:nvSpPr>
          <p:cNvPr id="12" name="원호 11"/>
          <p:cNvSpPr/>
          <p:nvPr/>
        </p:nvSpPr>
        <p:spPr>
          <a:xfrm>
            <a:off x="1974341" y="2780681"/>
            <a:ext cx="914400" cy="914400"/>
          </a:xfrm>
          <a:prstGeom prst="arc">
            <a:avLst>
              <a:gd name="adj1" fmla="val 21502301"/>
              <a:gd name="adj2" fmla="val 5600308"/>
            </a:avLst>
          </a:prstGeom>
          <a:ln w="9525">
            <a:solidFill>
              <a:srgbClr val="C00000"/>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mc:AlternateContent xmlns:mc="http://schemas.openxmlformats.org/markup-compatibility/2006" xmlns:a14="http://schemas.microsoft.com/office/drawing/2010/main">
        <mc:Choice Requires="a14">
          <p:sp>
            <p:nvSpPr>
              <p:cNvPr id="4" name="직사각형 3"/>
              <p:cNvSpPr/>
              <p:nvPr/>
            </p:nvSpPr>
            <p:spPr>
              <a:xfrm>
                <a:off x="2859920" y="3190673"/>
                <a:ext cx="3646255" cy="64985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nor/>
                        </m:rPr>
                        <a:rPr lang="en-US" altLang="ko-KR" sz="1200" i="1" dirty="0" smtClean="0">
                          <a:solidFill>
                            <a:srgbClr val="C00000"/>
                          </a:solidFill>
                        </a:rPr>
                        <m:t>by</m:t>
                      </m:r>
                      <m:r>
                        <m:rPr>
                          <m:nor/>
                        </m:rPr>
                        <a:rPr lang="en-US" altLang="ko-KR" sz="1200" i="1" dirty="0" smtClean="0">
                          <a:solidFill>
                            <a:srgbClr val="C00000"/>
                          </a:solidFill>
                        </a:rPr>
                        <m:t> </m:t>
                      </m:r>
                      <m:r>
                        <m:rPr>
                          <m:nor/>
                        </m:rPr>
                        <a:rPr lang="en-US" altLang="ko-KR" sz="1200" i="1" dirty="0" smtClean="0">
                          <a:solidFill>
                            <a:srgbClr val="C00000"/>
                          </a:solidFill>
                        </a:rPr>
                        <m:t>the</m:t>
                      </m:r>
                      <m:r>
                        <m:rPr>
                          <m:nor/>
                        </m:rPr>
                        <a:rPr lang="en-US" altLang="ko-KR" sz="1200" i="1" dirty="0" smtClean="0">
                          <a:solidFill>
                            <a:srgbClr val="C00000"/>
                          </a:solidFill>
                        </a:rPr>
                        <m:t> </m:t>
                      </m:r>
                      <m:r>
                        <m:rPr>
                          <m:nor/>
                        </m:rPr>
                        <a:rPr lang="en-US" altLang="ko-KR" sz="1200" i="1" dirty="0" smtClean="0">
                          <a:solidFill>
                            <a:srgbClr val="C00000"/>
                          </a:solidFill>
                        </a:rPr>
                        <m:t>complex</m:t>
                      </m:r>
                      <m:r>
                        <m:rPr>
                          <m:nor/>
                        </m:rPr>
                        <a:rPr lang="en-US" altLang="ko-KR" sz="1200" i="1" dirty="0" smtClean="0">
                          <a:solidFill>
                            <a:srgbClr val="C00000"/>
                          </a:solidFill>
                        </a:rPr>
                        <m:t> </m:t>
                      </m:r>
                      <m:r>
                        <m:rPr>
                          <m:nor/>
                        </m:rPr>
                        <a:rPr lang="en-US" altLang="ko-KR" sz="1200" i="1" dirty="0" smtClean="0">
                          <a:solidFill>
                            <a:srgbClr val="C00000"/>
                          </a:solidFill>
                        </a:rPr>
                        <m:t>fraction</m:t>
                      </m:r>
                      <m:r>
                        <m:rPr>
                          <m:nor/>
                        </m:rPr>
                        <a:rPr lang="en-US" altLang="ko-KR" sz="1200" i="1" dirty="0" smtClean="0">
                          <a:solidFill>
                            <a:srgbClr val="C00000"/>
                          </a:solidFill>
                        </a:rPr>
                        <m:t> </m:t>
                      </m:r>
                      <m:r>
                        <m:rPr>
                          <m:nor/>
                        </m:rPr>
                        <a:rPr lang="en-US" altLang="ko-KR" sz="1200" i="1" dirty="0" smtClean="0">
                          <a:solidFill>
                            <a:srgbClr val="C00000"/>
                          </a:solidFill>
                        </a:rPr>
                        <m:t>theorem</m:t>
                      </m:r>
                      <m:r>
                        <a:rPr lang="en-US" altLang="ko-KR" sz="1200" b="0" i="1" dirty="0" smtClean="0">
                          <a:latin typeface="Cambria Math" panose="02040503050406030204" pitchFamily="18" charset="0"/>
                        </a:rPr>
                        <m:t>,  </m:t>
                      </m:r>
                      <m:f>
                        <m:fPr>
                          <m:ctrlPr>
                            <a:rPr lang="en-US" altLang="ko-KR" sz="1200" i="1" smtClean="0">
                              <a:latin typeface="Cambria Math" panose="02040503050406030204" pitchFamily="18" charset="0"/>
                            </a:rPr>
                          </m:ctrlPr>
                        </m:fPr>
                        <m:num>
                          <m:r>
                            <a:rPr lang="en-US" altLang="ko-KR" sz="1200" b="0" i="1" smtClean="0">
                              <a:latin typeface="Cambria Math" panose="02040503050406030204" pitchFamily="18" charset="0"/>
                            </a:rPr>
                            <m:t>𝑎𝑑</m:t>
                          </m:r>
                        </m:num>
                        <m:den>
                          <m:r>
                            <a:rPr lang="en-US" altLang="ko-KR" sz="1200" b="0" i="1" smtClean="0">
                              <a:latin typeface="Cambria Math" panose="02040503050406030204" pitchFamily="18" charset="0"/>
                            </a:rPr>
                            <m:t>𝑏𝑐</m:t>
                          </m:r>
                        </m:den>
                      </m:f>
                      <m:r>
                        <a:rPr lang="en-US" altLang="ko-KR" sz="1200" b="0" i="1" smtClean="0">
                          <a:latin typeface="Cambria Math" panose="02040503050406030204" pitchFamily="18" charset="0"/>
                        </a:rPr>
                        <m:t>=</m:t>
                      </m:r>
                      <m:f>
                        <m:fPr>
                          <m:ctrlPr>
                            <a:rPr lang="en-US" altLang="ko-KR" sz="1200" i="1">
                              <a:latin typeface="Cambria Math" panose="02040503050406030204" pitchFamily="18" charset="0"/>
                            </a:rPr>
                          </m:ctrlPr>
                        </m:fPr>
                        <m:num>
                          <m:r>
                            <a:rPr lang="en-US" altLang="ko-KR" sz="1200" i="1">
                              <a:latin typeface="Cambria Math" panose="02040503050406030204" pitchFamily="18" charset="0"/>
                            </a:rPr>
                            <m:t>𝑎</m:t>
                          </m:r>
                        </m:num>
                        <m:den>
                          <m:r>
                            <a:rPr lang="en-US" altLang="ko-KR" sz="1200" i="1">
                              <a:latin typeface="Cambria Math" panose="02040503050406030204" pitchFamily="18" charset="0"/>
                            </a:rPr>
                            <m:t>𝑏</m:t>
                          </m:r>
                        </m:den>
                      </m:f>
                      <m:r>
                        <a:rPr lang="en-US" altLang="ko-KR" sz="1200" i="1" smtClean="0">
                          <a:latin typeface="Cambria Math" panose="02040503050406030204" pitchFamily="18" charset="0"/>
                          <a:ea typeface="Cambria Math" panose="02040503050406030204" pitchFamily="18" charset="0"/>
                        </a:rPr>
                        <m:t>÷</m:t>
                      </m:r>
                      <m:f>
                        <m:fPr>
                          <m:ctrlPr>
                            <a:rPr lang="en-US" altLang="ko-KR" sz="1200" i="1">
                              <a:latin typeface="Cambria Math" panose="02040503050406030204" pitchFamily="18" charset="0"/>
                            </a:rPr>
                          </m:ctrlPr>
                        </m:fPr>
                        <m:num>
                          <m:r>
                            <a:rPr lang="en-US" altLang="ko-KR" sz="1200" i="1">
                              <a:latin typeface="Cambria Math" panose="02040503050406030204" pitchFamily="18" charset="0"/>
                            </a:rPr>
                            <m:t>𝑐</m:t>
                          </m:r>
                        </m:num>
                        <m:den>
                          <m:r>
                            <a:rPr lang="en-US" altLang="ko-KR" sz="1200" i="1">
                              <a:latin typeface="Cambria Math" panose="02040503050406030204" pitchFamily="18" charset="0"/>
                            </a:rPr>
                            <m:t>𝑑</m:t>
                          </m:r>
                        </m:den>
                      </m:f>
                      <m:r>
                        <a:rPr lang="en-US" altLang="ko-KR" sz="1200" b="0" i="1" smtClean="0">
                          <a:latin typeface="Cambria Math" panose="02040503050406030204" pitchFamily="18" charset="0"/>
                        </a:rPr>
                        <m:t>=</m:t>
                      </m:r>
                      <m:f>
                        <m:fPr>
                          <m:ctrlPr>
                            <a:rPr lang="en-US" altLang="ko-KR" sz="1200" i="1" smtClean="0">
                              <a:latin typeface="Cambria Math" panose="02040503050406030204" pitchFamily="18" charset="0"/>
                            </a:rPr>
                          </m:ctrlPr>
                        </m:fPr>
                        <m:num>
                          <m:f>
                            <m:fPr>
                              <m:ctrlPr>
                                <a:rPr lang="en-US" altLang="ko-KR" sz="1200" i="1">
                                  <a:latin typeface="Cambria Math" panose="02040503050406030204" pitchFamily="18" charset="0"/>
                                </a:rPr>
                              </m:ctrlPr>
                            </m:fPr>
                            <m:num>
                              <m:r>
                                <a:rPr lang="en-US" altLang="ko-KR" sz="1200" b="0" i="1" smtClean="0">
                                  <a:latin typeface="Cambria Math" panose="02040503050406030204" pitchFamily="18" charset="0"/>
                                </a:rPr>
                                <m:t>𝑎</m:t>
                              </m:r>
                            </m:num>
                            <m:den>
                              <m:r>
                                <a:rPr lang="en-US" altLang="ko-KR" sz="1200" b="0" i="1" smtClean="0">
                                  <a:latin typeface="Cambria Math" panose="02040503050406030204" pitchFamily="18" charset="0"/>
                                </a:rPr>
                                <m:t>𝑏</m:t>
                              </m:r>
                            </m:den>
                          </m:f>
                        </m:num>
                        <m:den>
                          <m:f>
                            <m:fPr>
                              <m:ctrlPr>
                                <a:rPr lang="en-US" altLang="ko-KR" sz="1200" i="1">
                                  <a:latin typeface="Cambria Math" panose="02040503050406030204" pitchFamily="18" charset="0"/>
                                </a:rPr>
                              </m:ctrlPr>
                            </m:fPr>
                            <m:num>
                              <m:r>
                                <a:rPr lang="en-US" altLang="ko-KR" sz="1200" b="0" i="1" smtClean="0">
                                  <a:latin typeface="Cambria Math" panose="02040503050406030204" pitchFamily="18" charset="0"/>
                                </a:rPr>
                                <m:t>𝑐</m:t>
                              </m:r>
                            </m:num>
                            <m:den>
                              <m:r>
                                <a:rPr lang="en-US" altLang="ko-KR" sz="1200" b="0" i="1" smtClean="0">
                                  <a:latin typeface="Cambria Math" panose="02040503050406030204" pitchFamily="18" charset="0"/>
                                </a:rPr>
                                <m:t>𝑑</m:t>
                              </m:r>
                            </m:den>
                          </m:f>
                        </m:den>
                      </m:f>
                    </m:oMath>
                  </m:oMathPara>
                </a14:m>
                <a:endParaRPr lang="ko-KR" altLang="en-US" sz="1200" dirty="0"/>
              </a:p>
            </p:txBody>
          </p:sp>
        </mc:Choice>
        <mc:Fallback xmlns="">
          <p:sp>
            <p:nvSpPr>
              <p:cNvPr id="4" name="직사각형 3"/>
              <p:cNvSpPr>
                <a:spLocks noRot="1" noChangeAspect="1" noMove="1" noResize="1" noEditPoints="1" noAdjustHandles="1" noChangeArrowheads="1" noChangeShapeType="1" noTextEdit="1"/>
              </p:cNvSpPr>
              <p:nvPr/>
            </p:nvSpPr>
            <p:spPr>
              <a:xfrm>
                <a:off x="2859920" y="3190673"/>
                <a:ext cx="3646255" cy="649858"/>
              </a:xfrm>
              <a:prstGeom prst="rect">
                <a:avLst/>
              </a:prstGeom>
              <a:blipFill>
                <a:blip r:embed="rId4"/>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918755" y="1419294"/>
                <a:ext cx="1847493" cy="494751"/>
              </a:xfrm>
              <a:prstGeom prst="rect">
                <a:avLst/>
              </a:prstGeom>
              <a:noFill/>
            </p:spPr>
            <p:txBody>
              <a:bodyPr wrap="none" lIns="0" tIns="0" rIns="0" bIns="0" rtlCol="0">
                <a:spAutoFit/>
              </a:bodyPr>
              <a:lstStyle/>
              <a:p>
                <a:r>
                  <a:rPr lang="ko-KR" altLang="en-US" sz="2000" dirty="0"/>
                  <a:t>③</a:t>
                </a:r>
                <a14:m>
                  <m:oMath xmlns:m="http://schemas.openxmlformats.org/officeDocument/2006/math">
                    <m:func>
                      <m:funcPr>
                        <m:ctrlPr>
                          <a:rPr lang="en-US" altLang="ko-KR" sz="2000" b="0" i="1" smtClean="0">
                            <a:latin typeface="Cambria Math" panose="02040503050406030204" pitchFamily="18" charset="0"/>
                          </a:rPr>
                        </m:ctrlPr>
                      </m:funcPr>
                      <m:fName>
                        <m:limLow>
                          <m:limLowPr>
                            <m:ctrlPr>
                              <a:rPr lang="en-US" altLang="ko-KR" sz="2000" b="0" i="1" smtClean="0">
                                <a:latin typeface="Cambria Math" panose="02040503050406030204" pitchFamily="18" charset="0"/>
                              </a:rPr>
                            </m:ctrlPr>
                          </m:limLowPr>
                          <m:e>
                            <m:r>
                              <a:rPr lang="en-US" altLang="ko-KR" sz="2000" b="0" i="1" smtClean="0">
                                <a:latin typeface="Cambria Math" panose="02040503050406030204" pitchFamily="18" charset="0"/>
                              </a:rPr>
                              <m:t>𝑙𝑖𝑚</m:t>
                            </m:r>
                          </m:e>
                          <m:lim>
                            <m:r>
                              <a:rPr lang="en-US" altLang="ko-KR" sz="2000" b="0" i="1" smtClean="0">
                                <a:latin typeface="Cambria Math" panose="02040503050406030204" pitchFamily="18" charset="0"/>
                              </a:rPr>
                              <m:t>𝑥</m:t>
                            </m:r>
                            <m:r>
                              <a:rPr lang="en-US" altLang="ko-KR" sz="2000" b="0" i="1" smtClean="0">
                                <a:latin typeface="Cambria Math" panose="02040503050406030204" pitchFamily="18" charset="0"/>
                              </a:rPr>
                              <m:t>→0</m:t>
                            </m:r>
                          </m:lim>
                        </m:limLow>
                      </m:fName>
                      <m:e>
                        <m:d>
                          <m:dPr>
                            <m:ctrlPr>
                              <a:rPr lang="en-US" altLang="ko-KR" sz="2000" b="0" i="1" smtClean="0">
                                <a:latin typeface="Cambria Math" panose="02040503050406030204" pitchFamily="18" charset="0"/>
                              </a:rPr>
                            </m:ctrlPr>
                          </m:dPr>
                          <m:e>
                            <m:f>
                              <m:fPr>
                                <m:ctrlPr>
                                  <a:rPr lang="en-US" altLang="ko-KR" sz="2000" b="0" i="1" smtClean="0">
                                    <a:latin typeface="Cambria Math" panose="02040503050406030204" pitchFamily="18" charset="0"/>
                                  </a:rPr>
                                </m:ctrlPr>
                              </m:fPr>
                              <m:num>
                                <m:sSup>
                                  <m:sSupPr>
                                    <m:ctrlPr>
                                      <a:rPr lang="en-US" altLang="ko-KR" sz="2000" b="0" i="1" smtClean="0">
                                        <a:latin typeface="Cambria Math" panose="02040503050406030204" pitchFamily="18" charset="0"/>
                                      </a:rPr>
                                    </m:ctrlPr>
                                  </m:sSupPr>
                                  <m:e>
                                    <m:r>
                                      <a:rPr lang="en-US" altLang="ko-KR" sz="2000" b="0" i="1" smtClean="0">
                                        <a:latin typeface="Cambria Math" panose="02040503050406030204" pitchFamily="18" charset="0"/>
                                      </a:rPr>
                                      <m:t>𝑒</m:t>
                                    </m:r>
                                  </m:e>
                                  <m:sup>
                                    <m:r>
                                      <a:rPr lang="en-US" altLang="ko-KR" sz="2000" b="0" i="1" smtClean="0">
                                        <a:latin typeface="Cambria Math" panose="02040503050406030204" pitchFamily="18" charset="0"/>
                                      </a:rPr>
                                      <m:t>𝑥</m:t>
                                    </m:r>
                                  </m:sup>
                                </m:sSup>
                                <m:r>
                                  <a:rPr lang="en-US" altLang="ko-KR" sz="2000" b="0" i="1" smtClean="0">
                                    <a:latin typeface="Cambria Math" panose="02040503050406030204" pitchFamily="18" charset="0"/>
                                  </a:rPr>
                                  <m:t>−1</m:t>
                                </m:r>
                              </m:num>
                              <m:den>
                                <m:r>
                                  <a:rPr lang="en-US" altLang="ko-KR" sz="2000" b="0" i="1" smtClean="0">
                                    <a:latin typeface="Cambria Math" panose="02040503050406030204" pitchFamily="18" charset="0"/>
                                  </a:rPr>
                                  <m:t>𝑥</m:t>
                                </m:r>
                              </m:den>
                            </m:f>
                          </m:e>
                        </m:d>
                        <m:r>
                          <a:rPr lang="en-US" altLang="ko-KR" sz="2000" b="0" i="1" smtClean="0">
                            <a:latin typeface="Cambria Math" panose="02040503050406030204" pitchFamily="18" charset="0"/>
                          </a:rPr>
                          <m:t>=</m:t>
                        </m:r>
                      </m:e>
                    </m:func>
                    <m:r>
                      <a:rPr lang="en-US" altLang="ko-KR" sz="2000" b="0" i="1" smtClean="0">
                        <a:latin typeface="Cambria Math" panose="02040503050406030204" pitchFamily="18" charset="0"/>
                      </a:rPr>
                      <m:t>1</m:t>
                    </m:r>
                  </m:oMath>
                </a14:m>
                <a:endParaRPr lang="ko-KR" altLang="en-US" sz="2000" i="1" dirty="0"/>
              </a:p>
            </p:txBody>
          </p:sp>
        </mc:Choice>
        <mc:Fallback xmlns="">
          <p:sp>
            <p:nvSpPr>
              <p:cNvPr id="18" name="TextBox 17"/>
              <p:cNvSpPr txBox="1">
                <a:spLocks noRot="1" noChangeAspect="1" noMove="1" noResize="1" noEditPoints="1" noAdjustHandles="1" noChangeArrowheads="1" noChangeShapeType="1" noTextEdit="1"/>
              </p:cNvSpPr>
              <p:nvPr/>
            </p:nvSpPr>
            <p:spPr>
              <a:xfrm>
                <a:off x="918755" y="1419294"/>
                <a:ext cx="1847493" cy="494751"/>
              </a:xfrm>
              <a:prstGeom prst="rect">
                <a:avLst/>
              </a:prstGeom>
              <a:blipFill>
                <a:blip r:embed="rId6"/>
                <a:stretch>
                  <a:fillRect l="-8581" b="-9877"/>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 name="직사각형 1"/>
              <p:cNvSpPr/>
              <p:nvPr/>
            </p:nvSpPr>
            <p:spPr>
              <a:xfrm>
                <a:off x="2137139" y="2073987"/>
                <a:ext cx="2922467"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altLang="ko-KR" sz="1200" i="1" smtClean="0">
                              <a:latin typeface="Cambria Math" panose="02040503050406030204" pitchFamily="18" charset="0"/>
                            </a:rPr>
                          </m:ctrlPr>
                        </m:sSupPr>
                        <m:e>
                          <m:r>
                            <a:rPr lang="en-US" altLang="ko-KR" sz="1200" i="1">
                              <a:latin typeface="Cambria Math" panose="02040503050406030204" pitchFamily="18" charset="0"/>
                            </a:rPr>
                            <m:t>𝑒</m:t>
                          </m:r>
                        </m:e>
                        <m:sup>
                          <m:r>
                            <a:rPr lang="en-US" altLang="ko-KR" sz="1200" i="1">
                              <a:latin typeface="Cambria Math" panose="02040503050406030204" pitchFamily="18" charset="0"/>
                            </a:rPr>
                            <m:t>𝑥</m:t>
                          </m:r>
                        </m:sup>
                      </m:sSup>
                      <m:r>
                        <a:rPr lang="en-US" altLang="ko-KR" sz="1200" i="1">
                          <a:latin typeface="Cambria Math" panose="02040503050406030204" pitchFamily="18" charset="0"/>
                        </a:rPr>
                        <m:t>−1 </m:t>
                      </m:r>
                      <m:r>
                        <a:rPr lang="en-US" altLang="ko-KR" sz="1200" i="1">
                          <a:latin typeface="Cambria Math" panose="02040503050406030204" pitchFamily="18" charset="0"/>
                        </a:rPr>
                        <m:t>𝑖𝑠</m:t>
                      </m:r>
                      <m:r>
                        <a:rPr lang="en-US" altLang="ko-KR" sz="1200" i="1">
                          <a:latin typeface="Cambria Math" panose="02040503050406030204" pitchFamily="18" charset="0"/>
                        </a:rPr>
                        <m:t> </m:t>
                      </m:r>
                      <m:r>
                        <a:rPr lang="en-US" altLang="ko-KR" sz="1200" i="1">
                          <a:latin typeface="Cambria Math" panose="02040503050406030204" pitchFamily="18" charset="0"/>
                        </a:rPr>
                        <m:t>𝑠𝑢𝑏𝑠𝑡𝑖𝑡𝑢𝑡𝑒𝑑</m:t>
                      </m:r>
                      <m:r>
                        <a:rPr lang="en-US" altLang="ko-KR" sz="1200" i="1">
                          <a:latin typeface="Cambria Math" panose="02040503050406030204" pitchFamily="18" charset="0"/>
                        </a:rPr>
                        <m:t> </m:t>
                      </m:r>
                      <m:r>
                        <a:rPr lang="en-US" altLang="ko-KR" sz="1200" i="1">
                          <a:latin typeface="Cambria Math" panose="02040503050406030204" pitchFamily="18" charset="0"/>
                        </a:rPr>
                        <m:t>𝑏𝑦</m:t>
                      </m:r>
                      <m:r>
                        <a:rPr lang="en-US" altLang="ko-KR" sz="1200" i="1">
                          <a:latin typeface="Cambria Math" panose="02040503050406030204" pitchFamily="18" charset="0"/>
                        </a:rPr>
                        <m:t> </m:t>
                      </m:r>
                      <m:r>
                        <a:rPr lang="en-US" altLang="ko-KR" sz="1200" i="1">
                          <a:latin typeface="Cambria Math" panose="02040503050406030204" pitchFamily="18" charset="0"/>
                        </a:rPr>
                        <m:t>𝑡</m:t>
                      </m:r>
                      <m:r>
                        <a:rPr lang="en-US" altLang="ko-KR" sz="1200" i="1">
                          <a:latin typeface="Cambria Math" panose="02040503050406030204" pitchFamily="18" charset="0"/>
                        </a:rPr>
                        <m:t>   ∴</m:t>
                      </m:r>
                      <m:r>
                        <a:rPr lang="en-US" altLang="ko-KR" sz="1200" i="1">
                          <a:latin typeface="Cambria Math" panose="02040503050406030204" pitchFamily="18" charset="0"/>
                        </a:rPr>
                        <m:t>𝑡</m:t>
                      </m:r>
                      <m:r>
                        <a:rPr lang="en-US" altLang="ko-KR" sz="1200" b="0" i="1" smtClean="0">
                          <a:latin typeface="Cambria Math" panose="02040503050406030204" pitchFamily="18" charset="0"/>
                        </a:rPr>
                        <m:t>=</m:t>
                      </m:r>
                      <m:sSup>
                        <m:sSupPr>
                          <m:ctrlPr>
                            <a:rPr lang="en-US" altLang="ko-KR" sz="1200" i="1">
                              <a:latin typeface="Cambria Math" panose="02040503050406030204" pitchFamily="18" charset="0"/>
                            </a:rPr>
                          </m:ctrlPr>
                        </m:sSupPr>
                        <m:e>
                          <m:r>
                            <a:rPr lang="en-US" altLang="ko-KR" sz="1200" i="1">
                              <a:latin typeface="Cambria Math" panose="02040503050406030204" pitchFamily="18" charset="0"/>
                            </a:rPr>
                            <m:t>𝑒</m:t>
                          </m:r>
                        </m:e>
                        <m:sup>
                          <m:r>
                            <a:rPr lang="en-US" altLang="ko-KR" sz="1200" i="1">
                              <a:latin typeface="Cambria Math" panose="02040503050406030204" pitchFamily="18" charset="0"/>
                            </a:rPr>
                            <m:t>𝑥</m:t>
                          </m:r>
                        </m:sup>
                      </m:sSup>
                      <m:r>
                        <a:rPr lang="en-US" altLang="ko-KR" sz="1200" i="1">
                          <a:latin typeface="Cambria Math" panose="02040503050406030204" pitchFamily="18" charset="0"/>
                        </a:rPr>
                        <m:t>−1</m:t>
                      </m:r>
                    </m:oMath>
                  </m:oMathPara>
                </a14:m>
                <a:endParaRPr lang="ko-KR" altLang="en-US" sz="1200" dirty="0"/>
              </a:p>
            </p:txBody>
          </p:sp>
        </mc:Choice>
        <mc:Fallback xmlns="">
          <p:sp>
            <p:nvSpPr>
              <p:cNvPr id="2" name="직사각형 1"/>
              <p:cNvSpPr>
                <a:spLocks noRot="1" noChangeAspect="1" noMove="1" noResize="1" noEditPoints="1" noAdjustHandles="1" noChangeArrowheads="1" noChangeShapeType="1" noTextEdit="1"/>
              </p:cNvSpPr>
              <p:nvPr/>
            </p:nvSpPr>
            <p:spPr>
              <a:xfrm>
                <a:off x="2137139" y="2073987"/>
                <a:ext cx="2922467" cy="276999"/>
              </a:xfrm>
              <a:prstGeom prst="rect">
                <a:avLst/>
              </a:prstGeom>
              <a:blipFill>
                <a:blip r:embed="rId7"/>
                <a:stretch>
                  <a:fillRect b="-4348"/>
                </a:stretch>
              </a:blipFill>
            </p:spPr>
            <p:txBody>
              <a:bodyPr/>
              <a:lstStyle/>
              <a:p>
                <a:r>
                  <a:rPr lang="ko-KR" altLang="en-US">
                    <a:noFill/>
                  </a:rPr>
                  <a:t> </a:t>
                </a:r>
              </a:p>
            </p:txBody>
          </p:sp>
        </mc:Fallback>
      </mc:AlternateContent>
      <p:sp>
        <p:nvSpPr>
          <p:cNvPr id="14" name="원호 13"/>
          <p:cNvSpPr/>
          <p:nvPr/>
        </p:nvSpPr>
        <p:spPr>
          <a:xfrm>
            <a:off x="1740898" y="2356829"/>
            <a:ext cx="1246141" cy="648710"/>
          </a:xfrm>
          <a:prstGeom prst="arc">
            <a:avLst>
              <a:gd name="adj1" fmla="val 11278146"/>
              <a:gd name="adj2" fmla="val 21120717"/>
            </a:avLst>
          </a:prstGeom>
          <a:ln w="9525">
            <a:solidFill>
              <a:srgbClr val="C00000"/>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sp>
        <p:nvSpPr>
          <p:cNvPr id="15" name="모서리가 둥근 직사각형 14"/>
          <p:cNvSpPr/>
          <p:nvPr/>
        </p:nvSpPr>
        <p:spPr>
          <a:xfrm>
            <a:off x="1403413" y="2589252"/>
            <a:ext cx="516828" cy="191429"/>
          </a:xfrm>
          <a:prstGeom prst="roundRect">
            <a:avLst/>
          </a:prstGeom>
          <a:noFill/>
          <a:ln>
            <a:solidFill>
              <a:srgbClr val="C0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4325197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mc:AlternateContent xmlns:mc="http://schemas.openxmlformats.org/markup-compatibility/2006" xmlns:a14="http://schemas.microsoft.com/office/drawing/2010/main">
        <mc:Choice Requires="a14">
          <p:graphicFrame>
            <p:nvGraphicFramePr>
              <p:cNvPr id="10" name="표 9"/>
              <p:cNvGraphicFramePr>
                <a:graphicFrameLocks noGrp="1"/>
              </p:cNvGraphicFramePr>
              <p:nvPr>
                <p:extLst>
                  <p:ext uri="{D42A27DB-BD31-4B8C-83A1-F6EECF244321}">
                    <p14:modId xmlns:p14="http://schemas.microsoft.com/office/powerpoint/2010/main" val="606405711"/>
                  </p:ext>
                </p:extLst>
              </p:nvPr>
            </p:nvGraphicFramePr>
            <p:xfrm>
              <a:off x="930342" y="2531450"/>
              <a:ext cx="6019098" cy="3820816"/>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41513">
                    <a:tc>
                      <a:txBody>
                        <a:bodyPr/>
                        <a:lstStyle/>
                        <a:p>
                          <a:pPr algn="l" latinLnBrk="1"/>
                          <a14:m>
                            <m:oMathPara xmlns:m="http://schemas.openxmlformats.org/officeDocument/2006/math">
                              <m:oMathParaPr>
                                <m:jc m:val="left"/>
                              </m:oMathParaPr>
                              <m:oMath xmlns:m="http://schemas.openxmlformats.org/officeDocument/2006/math">
                                <m:func>
                                  <m:funcPr>
                                    <m:ctrlPr>
                                      <a:rPr lang="en-US" altLang="ko-KR" sz="1400" b="0" i="1" smtClean="0">
                                        <a:latin typeface="Cambria Math" panose="02040503050406030204" pitchFamily="18" charset="0"/>
                                      </a:rPr>
                                    </m:ctrlPr>
                                  </m:funcPr>
                                  <m:fName>
                                    <m:limLow>
                                      <m:limLowPr>
                                        <m:ctrlPr>
                                          <a:rPr lang="en-US" altLang="ko-KR" sz="1400" b="0" i="1" smtClean="0">
                                            <a:latin typeface="Cambria Math" panose="02040503050406030204" pitchFamily="18" charset="0"/>
                                          </a:rPr>
                                        </m:ctrlPr>
                                      </m:limLowPr>
                                      <m:e>
                                        <m:r>
                                          <a:rPr lang="en-US" altLang="ko-KR" sz="1400" b="0" i="1" smtClean="0">
                                            <a:latin typeface="Cambria Math" panose="02040503050406030204" pitchFamily="18" charset="0"/>
                                          </a:rPr>
                                          <m:t>𝑙𝑖𝑚</m:t>
                                        </m:r>
                                      </m:e>
                                      <m:lim>
                                        <m:r>
                                          <a:rPr lang="en-US" altLang="ko-KR" sz="1400" b="0" i="1" smtClean="0">
                                            <a:latin typeface="Cambria Math" panose="02040503050406030204" pitchFamily="18" charset="0"/>
                                          </a:rPr>
                                          <m:t>𝑥</m:t>
                                        </m:r>
                                        <m:r>
                                          <a:rPr lang="en-US" altLang="ko-KR" sz="1400" b="0" i="1" smtClean="0">
                                            <a:latin typeface="Cambria Math" panose="02040503050406030204" pitchFamily="18" charset="0"/>
                                          </a:rPr>
                                          <m:t>→0</m:t>
                                        </m:r>
                                      </m:lim>
                                    </m:limLow>
                                  </m:fName>
                                  <m:e>
                                    <m:d>
                                      <m:dPr>
                                        <m:ctrlPr>
                                          <a:rPr lang="en-US" altLang="ko-KR" sz="1400" b="0" i="1" smtClean="0">
                                            <a:latin typeface="Cambria Math" panose="02040503050406030204" pitchFamily="18" charset="0"/>
                                          </a:rPr>
                                        </m:ctrlPr>
                                      </m:dPr>
                                      <m:e>
                                        <m:f>
                                          <m:fPr>
                                            <m:ctrlPr>
                                              <a:rPr lang="en-US" altLang="ko-KR" sz="1400" b="0" i="1" smtClean="0">
                                                <a:latin typeface="Cambria Math" panose="02040503050406030204" pitchFamily="18" charset="0"/>
                                              </a:rPr>
                                            </m:ctrlPr>
                                          </m:fPr>
                                          <m:num>
                                            <m:sSup>
                                              <m:sSupPr>
                                                <m:ctrlPr>
                                                  <a:rPr lang="en-US" altLang="ko-KR" sz="1400" b="0" i="1" smtClean="0">
                                                    <a:latin typeface="Cambria Math" panose="02040503050406030204" pitchFamily="18" charset="0"/>
                                                  </a:rPr>
                                                </m:ctrlPr>
                                              </m:sSupPr>
                                              <m:e>
                                                <m:r>
                                                  <a:rPr lang="en-US" altLang="ko-KR" sz="1400" b="0" i="1" smtClean="0">
                                                    <a:latin typeface="Cambria Math" panose="02040503050406030204" pitchFamily="18" charset="0"/>
                                                  </a:rPr>
                                                  <m:t>𝑒</m:t>
                                                </m:r>
                                              </m:e>
                                              <m:sup>
                                                <m:r>
                                                  <a:rPr lang="en-US" altLang="ko-KR" sz="1400" b="0" i="1" smtClean="0">
                                                    <a:latin typeface="Cambria Math" panose="02040503050406030204" pitchFamily="18" charset="0"/>
                                                  </a:rPr>
                                                  <m:t>𝑥</m:t>
                                                </m:r>
                                              </m:sup>
                                            </m:sSup>
                                            <m:r>
                                              <a:rPr lang="en-US" altLang="ko-KR" sz="1400" b="0" i="1" smtClean="0">
                                                <a:latin typeface="Cambria Math" panose="02040503050406030204" pitchFamily="18" charset="0"/>
                                              </a:rPr>
                                              <m:t>−1</m:t>
                                            </m:r>
                                          </m:num>
                                          <m:den>
                                            <m:r>
                                              <a:rPr lang="en-US" altLang="ko-KR" sz="1400" b="0" i="1" smtClean="0">
                                                <a:latin typeface="Cambria Math" panose="02040503050406030204" pitchFamily="18" charset="0"/>
                                              </a:rPr>
                                              <m:t>𝑥</m:t>
                                            </m:r>
                                          </m:den>
                                        </m:f>
                                      </m:e>
                                    </m:d>
                                    <m:r>
                                      <a:rPr lang="en-US" altLang="ko-KR" sz="1400" b="0" i="1" smtClean="0">
                                        <a:latin typeface="Cambria Math" panose="02040503050406030204" pitchFamily="18" charset="0"/>
                                      </a:rPr>
                                      <m:t>=</m:t>
                                    </m:r>
                                  </m:e>
                                </m:func>
                                <m:func>
                                  <m:funcPr>
                                    <m:ctrlPr>
                                      <a:rPr lang="en-US" altLang="ko-KR" sz="1400" b="0" i="1" smtClean="0">
                                        <a:latin typeface="Cambria Math" panose="02040503050406030204" pitchFamily="18" charset="0"/>
                                      </a:rPr>
                                    </m:ctrlPr>
                                  </m:funcPr>
                                  <m:fName>
                                    <m:limLow>
                                      <m:limLowPr>
                                        <m:ctrlPr>
                                          <a:rPr lang="en-US" altLang="ko-KR" sz="1400" b="0" i="1" smtClean="0">
                                            <a:latin typeface="Cambria Math" panose="02040503050406030204" pitchFamily="18" charset="0"/>
                                          </a:rPr>
                                        </m:ctrlPr>
                                      </m:limLowPr>
                                      <m:e>
                                        <m:r>
                                          <a:rPr lang="en-US" altLang="ko-KR" sz="1400" b="0" i="1" smtClean="0">
                                            <a:latin typeface="Cambria Math" panose="02040503050406030204" pitchFamily="18" charset="0"/>
                                          </a:rPr>
                                          <m:t>𝑙𝑖𝑚</m:t>
                                        </m:r>
                                      </m:e>
                                      <m:lim>
                                        <m:r>
                                          <a:rPr lang="en-US" altLang="ko-KR" sz="1400" b="0" i="1" smtClean="0">
                                            <a:latin typeface="Cambria Math" panose="02040503050406030204" pitchFamily="18" charset="0"/>
                                          </a:rPr>
                                          <m:t>𝑡</m:t>
                                        </m:r>
                                        <m:r>
                                          <a:rPr lang="en-US" altLang="ko-KR" sz="1400" b="0" i="1" smtClean="0">
                                            <a:latin typeface="Cambria Math" panose="02040503050406030204" pitchFamily="18" charset="0"/>
                                          </a:rPr>
                                          <m:t>→0</m:t>
                                        </m:r>
                                      </m:lim>
                                    </m:limLow>
                                  </m:fName>
                                  <m:e>
                                    <m:d>
                                      <m:dPr>
                                        <m:ctrlPr>
                                          <a:rPr lang="en-US" altLang="ko-KR" sz="1400" b="0" i="1" smtClean="0">
                                            <a:latin typeface="Cambria Math" panose="02040503050406030204" pitchFamily="18" charset="0"/>
                                          </a:rPr>
                                        </m:ctrlPr>
                                      </m:dPr>
                                      <m:e>
                                        <m:f>
                                          <m:fPr>
                                            <m:ctrlPr>
                                              <a:rPr lang="en-US" altLang="ko-KR" sz="1400" b="0" i="1" smtClean="0">
                                                <a:latin typeface="Cambria Math" panose="02040503050406030204" pitchFamily="18" charset="0"/>
                                              </a:rPr>
                                            </m:ctrlPr>
                                          </m:fPr>
                                          <m:num>
                                            <m:r>
                                              <a:rPr lang="en-US" altLang="ko-KR" sz="1400" b="0" i="1" smtClean="0">
                                                <a:latin typeface="Cambria Math" panose="02040503050406030204" pitchFamily="18" charset="0"/>
                                              </a:rPr>
                                              <m:t>𝑡</m:t>
                                            </m:r>
                                          </m:num>
                                          <m:den>
                                            <m:r>
                                              <a:rPr lang="en-US" altLang="ko-KR" sz="1400" b="0" i="1" smtClean="0">
                                                <a:latin typeface="Cambria Math" panose="02040503050406030204" pitchFamily="18" charset="0"/>
                                              </a:rPr>
                                              <m:t>𝑙𝑛</m:t>
                                            </m:r>
                                            <m:r>
                                              <a:rPr lang="en-US" altLang="ko-KR" sz="1400" b="0" i="1" smtClean="0">
                                                <a:latin typeface="Cambria Math" panose="02040503050406030204" pitchFamily="18" charset="0"/>
                                              </a:rPr>
                                              <m:t>⁡(1+</m:t>
                                            </m:r>
                                            <m:r>
                                              <a:rPr lang="en-US" altLang="ko-KR" sz="1400" b="0" i="1" smtClean="0">
                                                <a:latin typeface="Cambria Math" panose="02040503050406030204" pitchFamily="18" charset="0"/>
                                              </a:rPr>
                                              <m:t>𝑡</m:t>
                                            </m:r>
                                            <m:r>
                                              <a:rPr lang="en-US" altLang="ko-KR" sz="1400" b="0" i="1" smtClean="0">
                                                <a:latin typeface="Cambria Math" panose="02040503050406030204" pitchFamily="18" charset="0"/>
                                              </a:rPr>
                                              <m:t>)</m:t>
                                            </m:r>
                                          </m:den>
                                        </m:f>
                                      </m:e>
                                    </m:d>
                                    <m:r>
                                      <a:rPr lang="en-US" altLang="ko-KR" sz="1400" b="0" i="1" smtClean="0">
                                        <a:latin typeface="Cambria Math" panose="02040503050406030204" pitchFamily="18" charset="0"/>
                                      </a:rPr>
                                      <m:t> </m:t>
                                    </m:r>
                                  </m:e>
                                </m:func>
                              </m:oMath>
                            </m:oMathPara>
                          </a14:m>
                          <a:endParaRPr lang="ko-KR" altLang="en-US" sz="1400" i="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49850590"/>
                      </a:ext>
                    </a:extLst>
                  </a:tr>
                  <a:tr h="641513">
                    <a:tc>
                      <a:txBody>
                        <a:bodyPr/>
                        <a:lstStyle/>
                        <a:p>
                          <a:pPr algn="l" latinLnBrk="1"/>
                          <a14:m>
                            <m:oMathPara xmlns:m="http://schemas.openxmlformats.org/officeDocument/2006/math">
                              <m:oMathParaPr>
                                <m:jc m:val="left"/>
                              </m:oMathParaPr>
                              <m:oMath xmlns:m="http://schemas.openxmlformats.org/officeDocument/2006/math">
                                <m:r>
                                  <a:rPr lang="en-US" altLang="ko-KR" sz="1400" b="0" i="1" smtClean="0">
                                    <a:latin typeface="Cambria Math" panose="02040503050406030204" pitchFamily="18" charset="0"/>
                                  </a:rPr>
                                  <m:t>=</m:t>
                                </m:r>
                                <m:func>
                                  <m:funcPr>
                                    <m:ctrlPr>
                                      <a:rPr lang="en-US" altLang="ko-KR" sz="1400" b="0" i="1" smtClean="0">
                                        <a:latin typeface="Cambria Math" panose="02040503050406030204" pitchFamily="18" charset="0"/>
                                      </a:rPr>
                                    </m:ctrlPr>
                                  </m:funcPr>
                                  <m:fName>
                                    <m:limLow>
                                      <m:limLowPr>
                                        <m:ctrlPr>
                                          <a:rPr lang="en-US" altLang="ko-KR" sz="1400" b="0" i="1" smtClean="0">
                                            <a:latin typeface="Cambria Math" panose="02040503050406030204" pitchFamily="18" charset="0"/>
                                          </a:rPr>
                                        </m:ctrlPr>
                                      </m:limLowPr>
                                      <m:e>
                                        <m:r>
                                          <a:rPr lang="en-US" altLang="ko-KR" sz="1400" b="0" i="1" smtClean="0">
                                            <a:latin typeface="Cambria Math" panose="02040503050406030204" pitchFamily="18" charset="0"/>
                                          </a:rPr>
                                          <m:t>𝑙𝑖𝑚</m:t>
                                        </m:r>
                                      </m:e>
                                      <m:lim>
                                        <m:r>
                                          <a:rPr lang="en-US" altLang="ko-KR" sz="1400" b="0" i="1" smtClean="0">
                                            <a:latin typeface="Cambria Math" panose="02040503050406030204" pitchFamily="18" charset="0"/>
                                          </a:rPr>
                                          <m:t>𝑡</m:t>
                                        </m:r>
                                        <m:r>
                                          <a:rPr lang="en-US" altLang="ko-KR" sz="1400" b="0" i="1" smtClean="0">
                                            <a:latin typeface="Cambria Math" panose="02040503050406030204" pitchFamily="18" charset="0"/>
                                          </a:rPr>
                                          <m:t>→0</m:t>
                                        </m:r>
                                      </m:lim>
                                    </m:limLow>
                                  </m:fName>
                                  <m:e>
                                    <m:d>
                                      <m:dPr>
                                        <m:ctrlPr>
                                          <a:rPr lang="en-US" altLang="ko-KR" sz="1400" b="0" i="1" smtClean="0">
                                            <a:latin typeface="Cambria Math" panose="02040503050406030204" pitchFamily="18" charset="0"/>
                                          </a:rPr>
                                        </m:ctrlPr>
                                      </m:dPr>
                                      <m:e>
                                        <m:f>
                                          <m:fPr>
                                            <m:ctrlPr>
                                              <a:rPr lang="en-US" altLang="ko-KR" sz="1400" b="0" i="1" smtClean="0">
                                                <a:latin typeface="Cambria Math" panose="02040503050406030204" pitchFamily="18" charset="0"/>
                                              </a:rPr>
                                            </m:ctrlPr>
                                          </m:fPr>
                                          <m:num>
                                            <m:f>
                                              <m:fPr>
                                                <m:ctrlPr>
                                                  <a:rPr lang="en-US" altLang="ko-KR" sz="1400" b="0" i="1" smtClean="0">
                                                    <a:latin typeface="Cambria Math" panose="02040503050406030204" pitchFamily="18" charset="0"/>
                                                  </a:rPr>
                                                </m:ctrlPr>
                                              </m:fPr>
                                              <m:num>
                                                <m:r>
                                                  <a:rPr lang="en-US" altLang="ko-KR" sz="1400" b="0" i="1" smtClean="0">
                                                    <a:latin typeface="Cambria Math" panose="02040503050406030204" pitchFamily="18" charset="0"/>
                                                  </a:rPr>
                                                  <m:t>1</m:t>
                                                </m:r>
                                              </m:num>
                                              <m:den>
                                                <m:r>
                                                  <a:rPr lang="en-US" altLang="ko-KR" sz="1400" b="0" i="1" smtClean="0">
                                                    <a:latin typeface="Cambria Math" panose="02040503050406030204" pitchFamily="18" charset="0"/>
                                                  </a:rPr>
                                                  <m:t>1</m:t>
                                                </m:r>
                                              </m:den>
                                            </m:f>
                                          </m:num>
                                          <m:den>
                                            <m:f>
                                              <m:fPr>
                                                <m:ctrlPr>
                                                  <a:rPr lang="en-US" altLang="ko-KR" sz="1400" b="0" i="1" smtClean="0">
                                                    <a:latin typeface="Cambria Math" panose="02040503050406030204" pitchFamily="18" charset="0"/>
                                                  </a:rPr>
                                                </m:ctrlPr>
                                              </m:fPr>
                                              <m:num>
                                                <m:r>
                                                  <a:rPr lang="en-US" altLang="ko-KR" sz="1400" b="0" i="1" smtClean="0">
                                                    <a:latin typeface="Cambria Math" panose="02040503050406030204" pitchFamily="18" charset="0"/>
                                                  </a:rPr>
                                                  <m:t>𝑙𝑛</m:t>
                                                </m:r>
                                                <m:r>
                                                  <a:rPr lang="en-US" altLang="ko-KR" sz="1400" b="0" i="1" smtClean="0">
                                                    <a:latin typeface="Cambria Math" panose="02040503050406030204" pitchFamily="18" charset="0"/>
                                                  </a:rPr>
                                                  <m:t>⁡(1+</m:t>
                                                </m:r>
                                                <m:r>
                                                  <a:rPr lang="en-US" altLang="ko-KR" sz="1400" b="0" i="1" smtClean="0">
                                                    <a:latin typeface="Cambria Math" panose="02040503050406030204" pitchFamily="18" charset="0"/>
                                                  </a:rPr>
                                                  <m:t>𝑡</m:t>
                                                </m:r>
                                                <m:r>
                                                  <a:rPr lang="en-US" altLang="ko-KR" sz="1400" b="0" i="1" smtClean="0">
                                                    <a:latin typeface="Cambria Math" panose="02040503050406030204" pitchFamily="18" charset="0"/>
                                                  </a:rPr>
                                                  <m:t>)</m:t>
                                                </m:r>
                                              </m:num>
                                              <m:den>
                                                <m:r>
                                                  <a:rPr lang="en-US" altLang="ko-KR" sz="1400" b="0" i="1" smtClean="0">
                                                    <a:latin typeface="Cambria Math" panose="02040503050406030204" pitchFamily="18" charset="0"/>
                                                  </a:rPr>
                                                  <m:t>𝑡</m:t>
                                                </m:r>
                                              </m:den>
                                            </m:f>
                                          </m:den>
                                        </m:f>
                                      </m:e>
                                    </m:d>
                                    <m:r>
                                      <a:rPr lang="en-US" altLang="ko-KR" sz="1400" b="0" i="1" smtClean="0">
                                        <a:latin typeface="Cambria Math" panose="02040503050406030204" pitchFamily="18" charset="0"/>
                                      </a:rPr>
                                      <m:t> </m:t>
                                    </m:r>
                                  </m:e>
                                </m:func>
                              </m:oMath>
                            </m:oMathPara>
                          </a14:m>
                          <a:endParaRPr lang="ko-KR" altLang="en-US" sz="1400" i="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50883624"/>
                      </a:ext>
                    </a:extLst>
                  </a:tr>
                  <a:tr h="72035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altLang="ko-KR" sz="1400" b="0" i="1" smtClean="0">
                                    <a:latin typeface="Cambria Math" panose="02040503050406030204" pitchFamily="18" charset="0"/>
                                  </a:rPr>
                                  <m:t>=</m:t>
                                </m:r>
                                <m:func>
                                  <m:funcPr>
                                    <m:ctrlPr>
                                      <a:rPr lang="en-US" altLang="ko-KR" sz="1400" b="0" i="1" smtClean="0">
                                        <a:latin typeface="Cambria Math" panose="02040503050406030204" pitchFamily="18" charset="0"/>
                                      </a:rPr>
                                    </m:ctrlPr>
                                  </m:funcPr>
                                  <m:fName>
                                    <m:limLow>
                                      <m:limLowPr>
                                        <m:ctrlPr>
                                          <a:rPr lang="en-US" altLang="ko-KR" sz="1400" b="0" i="1" smtClean="0">
                                            <a:latin typeface="Cambria Math" panose="02040503050406030204" pitchFamily="18" charset="0"/>
                                          </a:rPr>
                                        </m:ctrlPr>
                                      </m:limLowPr>
                                      <m:e>
                                        <m:r>
                                          <a:rPr lang="en-US" altLang="ko-KR" sz="1400" b="0" i="1" smtClean="0">
                                            <a:latin typeface="Cambria Math" panose="02040503050406030204" pitchFamily="18" charset="0"/>
                                          </a:rPr>
                                          <m:t>𝑙𝑖𝑚</m:t>
                                        </m:r>
                                      </m:e>
                                      <m:lim>
                                        <m:r>
                                          <a:rPr lang="en-US" altLang="ko-KR" sz="1400" b="0" i="1" smtClean="0">
                                            <a:latin typeface="Cambria Math" panose="02040503050406030204" pitchFamily="18" charset="0"/>
                                          </a:rPr>
                                          <m:t>𝑡</m:t>
                                        </m:r>
                                        <m:r>
                                          <a:rPr lang="en-US" altLang="ko-KR" sz="1400" b="0" i="1" smtClean="0">
                                            <a:latin typeface="Cambria Math" panose="02040503050406030204" pitchFamily="18" charset="0"/>
                                          </a:rPr>
                                          <m:t>→0</m:t>
                                        </m:r>
                                      </m:lim>
                                    </m:limLow>
                                  </m:fName>
                                  <m:e>
                                    <m:d>
                                      <m:dPr>
                                        <m:ctrlPr>
                                          <a:rPr lang="en-US" altLang="ko-KR" sz="1400" b="0" i="1" smtClean="0">
                                            <a:latin typeface="Cambria Math" panose="02040503050406030204" pitchFamily="18" charset="0"/>
                                          </a:rPr>
                                        </m:ctrlPr>
                                      </m:dPr>
                                      <m:e>
                                        <m:f>
                                          <m:fPr>
                                            <m:ctrlPr>
                                              <a:rPr lang="en-US" altLang="ko-KR" sz="1400" b="0" i="1" smtClean="0">
                                                <a:latin typeface="Cambria Math" panose="02040503050406030204" pitchFamily="18" charset="0"/>
                                              </a:rPr>
                                            </m:ctrlPr>
                                          </m:fPr>
                                          <m:num>
                                            <m:r>
                                              <a:rPr lang="en-US" altLang="ko-KR" sz="1400" b="0" i="1" smtClean="0">
                                                <a:latin typeface="Cambria Math" panose="02040503050406030204" pitchFamily="18" charset="0"/>
                                              </a:rPr>
                                              <m:t>1</m:t>
                                            </m:r>
                                          </m:num>
                                          <m:den>
                                            <m:f>
                                              <m:fPr>
                                                <m:ctrlPr>
                                                  <a:rPr lang="en-US" altLang="ko-KR" sz="1400" b="0" i="1" smtClean="0">
                                                    <a:latin typeface="Cambria Math" panose="02040503050406030204" pitchFamily="18" charset="0"/>
                                                  </a:rPr>
                                                </m:ctrlPr>
                                              </m:fPr>
                                              <m:num>
                                                <m:r>
                                                  <a:rPr lang="en-US" altLang="ko-KR" sz="1400" b="0" i="1" smtClean="0">
                                                    <a:latin typeface="Cambria Math" panose="02040503050406030204" pitchFamily="18" charset="0"/>
                                                  </a:rPr>
                                                  <m:t>1</m:t>
                                                </m:r>
                                              </m:num>
                                              <m:den>
                                                <m:r>
                                                  <a:rPr lang="en-US" altLang="ko-KR" sz="1400" b="0" i="1" smtClean="0">
                                                    <a:latin typeface="Cambria Math" panose="02040503050406030204" pitchFamily="18" charset="0"/>
                                                  </a:rPr>
                                                  <m:t>𝑡</m:t>
                                                </m:r>
                                              </m:den>
                                            </m:f>
                                            <m:r>
                                              <a:rPr lang="en-US" altLang="ko-KR" sz="1400" b="0" i="1" smtClean="0">
                                                <a:latin typeface="Cambria Math" panose="02040503050406030204" pitchFamily="18" charset="0"/>
                                              </a:rPr>
                                              <m:t>𝑙𝑛</m:t>
                                            </m:r>
                                            <m:r>
                                              <a:rPr lang="en-US" altLang="ko-KR" sz="1400" b="0" i="1" smtClean="0">
                                                <a:latin typeface="Cambria Math" panose="02040503050406030204" pitchFamily="18" charset="0"/>
                                              </a:rPr>
                                              <m:t>⁡(1+</m:t>
                                            </m:r>
                                            <m:r>
                                              <a:rPr lang="en-US" altLang="ko-KR" sz="1400" b="0" i="1" smtClean="0">
                                                <a:latin typeface="Cambria Math" panose="02040503050406030204" pitchFamily="18" charset="0"/>
                                              </a:rPr>
                                              <m:t>𝑡</m:t>
                                            </m:r>
                                            <m:r>
                                              <a:rPr lang="en-US" altLang="ko-KR" sz="1400" b="0" i="1" smtClean="0">
                                                <a:latin typeface="Cambria Math" panose="02040503050406030204" pitchFamily="18" charset="0"/>
                                              </a:rPr>
                                              <m:t>)</m:t>
                                            </m:r>
                                          </m:den>
                                        </m:f>
                                      </m:e>
                                    </m:d>
                                    <m:r>
                                      <a:rPr lang="en-US" altLang="ko-KR" sz="1400" b="0" i="1" smtClean="0">
                                        <a:latin typeface="Cambria Math" panose="02040503050406030204" pitchFamily="18" charset="0"/>
                                      </a:rPr>
                                      <m:t>= </m:t>
                                    </m:r>
                                  </m:e>
                                </m:func>
                                <m:func>
                                  <m:funcPr>
                                    <m:ctrlPr>
                                      <a:rPr lang="en-US" altLang="ko-KR" sz="1400" b="0" i="1" smtClean="0">
                                        <a:latin typeface="Cambria Math" panose="02040503050406030204" pitchFamily="18" charset="0"/>
                                      </a:rPr>
                                    </m:ctrlPr>
                                  </m:funcPr>
                                  <m:fName>
                                    <m:limLow>
                                      <m:limLowPr>
                                        <m:ctrlPr>
                                          <a:rPr lang="en-US" altLang="ko-KR" sz="1400" b="0" i="1" smtClean="0">
                                            <a:latin typeface="Cambria Math" panose="02040503050406030204" pitchFamily="18" charset="0"/>
                                          </a:rPr>
                                        </m:ctrlPr>
                                      </m:limLowPr>
                                      <m:e>
                                        <m:r>
                                          <a:rPr lang="en-US" altLang="ko-KR" sz="1400" b="0" i="1" smtClean="0">
                                            <a:latin typeface="Cambria Math" panose="02040503050406030204" pitchFamily="18" charset="0"/>
                                          </a:rPr>
                                          <m:t>𝑙𝑖𝑚</m:t>
                                        </m:r>
                                      </m:e>
                                      <m:lim>
                                        <m:r>
                                          <a:rPr lang="en-US" altLang="ko-KR" sz="1400" b="0" i="1" smtClean="0">
                                            <a:latin typeface="Cambria Math" panose="02040503050406030204" pitchFamily="18" charset="0"/>
                                          </a:rPr>
                                          <m:t>𝑡</m:t>
                                        </m:r>
                                        <m:r>
                                          <a:rPr lang="en-US" altLang="ko-KR" sz="1400" b="0" i="1" smtClean="0">
                                            <a:latin typeface="Cambria Math" panose="02040503050406030204" pitchFamily="18" charset="0"/>
                                          </a:rPr>
                                          <m:t>→0</m:t>
                                        </m:r>
                                      </m:lim>
                                    </m:limLow>
                                  </m:fName>
                                  <m:e>
                                    <m:d>
                                      <m:dPr>
                                        <m:ctrlPr>
                                          <a:rPr lang="en-US" altLang="ko-KR" sz="1400" b="0" i="1" smtClean="0">
                                            <a:latin typeface="Cambria Math" panose="02040503050406030204" pitchFamily="18" charset="0"/>
                                          </a:rPr>
                                        </m:ctrlPr>
                                      </m:dPr>
                                      <m:e>
                                        <m:f>
                                          <m:fPr>
                                            <m:ctrlPr>
                                              <a:rPr lang="en-US" altLang="ko-KR" sz="1400" b="0" i="1" smtClean="0">
                                                <a:latin typeface="Cambria Math" panose="02040503050406030204" pitchFamily="18" charset="0"/>
                                              </a:rPr>
                                            </m:ctrlPr>
                                          </m:fPr>
                                          <m:num>
                                            <m:r>
                                              <a:rPr lang="en-US" altLang="ko-KR" sz="1400" b="0" i="1" smtClean="0">
                                                <a:latin typeface="Cambria Math" panose="02040503050406030204" pitchFamily="18" charset="0"/>
                                              </a:rPr>
                                              <m:t>1</m:t>
                                            </m:r>
                                          </m:num>
                                          <m:den>
                                            <m:sSup>
                                              <m:sSupPr>
                                                <m:ctrlPr>
                                                  <a:rPr lang="en-US" altLang="ko-KR" sz="1400" b="0" i="1" smtClean="0">
                                                    <a:latin typeface="Cambria Math" panose="02040503050406030204" pitchFamily="18" charset="0"/>
                                                  </a:rPr>
                                                </m:ctrlPr>
                                              </m:sSupPr>
                                              <m:e>
                                                <m:r>
                                                  <a:rPr lang="en-US" altLang="ko-KR" sz="1400" b="0" i="1" smtClean="0">
                                                    <a:latin typeface="Cambria Math" panose="02040503050406030204" pitchFamily="18" charset="0"/>
                                                  </a:rPr>
                                                  <m:t>𝑙𝑛</m:t>
                                                </m:r>
                                                <m:r>
                                                  <a:rPr lang="en-US" altLang="ko-KR" sz="1400" b="0" i="1" smtClean="0">
                                                    <a:latin typeface="Cambria Math" panose="02040503050406030204" pitchFamily="18" charset="0"/>
                                                  </a:rPr>
                                                  <m:t>⁡(1+</m:t>
                                                </m:r>
                                                <m:r>
                                                  <a:rPr lang="en-US" altLang="ko-KR" sz="1400" b="0" i="1" smtClean="0">
                                                    <a:latin typeface="Cambria Math" panose="02040503050406030204" pitchFamily="18" charset="0"/>
                                                  </a:rPr>
                                                  <m:t>𝑡</m:t>
                                                </m:r>
                                                <m:r>
                                                  <a:rPr lang="en-US" altLang="ko-KR" sz="1400" b="0" i="1" smtClean="0">
                                                    <a:latin typeface="Cambria Math" panose="02040503050406030204" pitchFamily="18" charset="0"/>
                                                  </a:rPr>
                                                  <m:t>)</m:t>
                                                </m:r>
                                              </m:e>
                                              <m:sup>
                                                <m:f>
                                                  <m:fPr>
                                                    <m:ctrlPr>
                                                      <a:rPr lang="en-US" altLang="ko-KR" sz="1400" b="0" i="1" smtClean="0">
                                                        <a:latin typeface="Cambria Math" panose="02040503050406030204" pitchFamily="18" charset="0"/>
                                                      </a:rPr>
                                                    </m:ctrlPr>
                                                  </m:fPr>
                                                  <m:num>
                                                    <m:r>
                                                      <a:rPr lang="en-US" altLang="ko-KR" sz="1400" b="0" i="1" smtClean="0">
                                                        <a:latin typeface="Cambria Math" panose="02040503050406030204" pitchFamily="18" charset="0"/>
                                                      </a:rPr>
                                                      <m:t>1</m:t>
                                                    </m:r>
                                                  </m:num>
                                                  <m:den>
                                                    <m:r>
                                                      <a:rPr lang="en-US" altLang="ko-KR" sz="1400" b="0" i="1" smtClean="0">
                                                        <a:latin typeface="Cambria Math" panose="02040503050406030204" pitchFamily="18" charset="0"/>
                                                      </a:rPr>
                                                      <m:t>𝑡</m:t>
                                                    </m:r>
                                                  </m:den>
                                                </m:f>
                                              </m:sup>
                                            </m:sSup>
                                          </m:den>
                                        </m:f>
                                      </m:e>
                                    </m:d>
                                    <m:r>
                                      <a:rPr lang="en-US" altLang="ko-KR" sz="1400" b="0" i="1" smtClean="0">
                                        <a:latin typeface="Cambria Math" panose="02040503050406030204" pitchFamily="18" charset="0"/>
                                      </a:rPr>
                                      <m:t> </m:t>
                                    </m:r>
                                  </m:e>
                                </m:func>
                              </m:oMath>
                            </m:oMathPara>
                          </a14:m>
                          <a:endParaRPr lang="ko-KR" altLang="en-US"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9591821"/>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71924127"/>
                      </a:ext>
                    </a:extLst>
                  </a:tr>
                  <a:tr h="549223">
                    <a:tc>
                      <a:txBody>
                        <a:bodyPr/>
                        <a:lstStyle/>
                        <a:p>
                          <a:pPr algn="l" latinLnBrk="1"/>
                          <a:endParaRPr lang="ko-KR" altLang="en-US" sz="1400" i="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33410646"/>
                      </a:ext>
                    </a:extLst>
                  </a:tr>
                </a:tbl>
              </a:graphicData>
            </a:graphic>
          </p:graphicFrame>
        </mc:Choice>
        <mc:Fallback xmlns="">
          <p:graphicFrame>
            <p:nvGraphicFramePr>
              <p:cNvPr id="10" name="표 9"/>
              <p:cNvGraphicFramePr>
                <a:graphicFrameLocks noGrp="1"/>
              </p:cNvGraphicFramePr>
              <p:nvPr>
                <p:extLst>
                  <p:ext uri="{D42A27DB-BD31-4B8C-83A1-F6EECF244321}">
                    <p14:modId xmlns:p14="http://schemas.microsoft.com/office/powerpoint/2010/main" val="606405711"/>
                  </p:ext>
                </p:extLst>
              </p:nvPr>
            </p:nvGraphicFramePr>
            <p:xfrm>
              <a:off x="930342" y="2531450"/>
              <a:ext cx="6019098" cy="3820816"/>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41513">
                    <a:tc>
                      <a:txBody>
                        <a:bodyPr/>
                        <a:lstStyle/>
                        <a:p>
                          <a:endParaRPr lang="ko-K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b="-498095"/>
                          </a:stretch>
                        </a:blipFill>
                      </a:tcPr>
                    </a:tc>
                    <a:extLst>
                      <a:ext uri="{0D108BD9-81ED-4DB2-BD59-A6C34878D82A}">
                        <a16:rowId xmlns:a16="http://schemas.microsoft.com/office/drawing/2014/main" val="1349850590"/>
                      </a:ext>
                    </a:extLst>
                  </a:tr>
                  <a:tr h="811276">
                    <a:tc>
                      <a:txBody>
                        <a:bodyPr/>
                        <a:lstStyle/>
                        <a:p>
                          <a:endParaRPr lang="ko-K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78358" b="-290299"/>
                          </a:stretch>
                        </a:blipFill>
                      </a:tcPr>
                    </a:tc>
                    <a:extLst>
                      <a:ext uri="{0D108BD9-81ED-4DB2-BD59-A6C34878D82A}">
                        <a16:rowId xmlns:a16="http://schemas.microsoft.com/office/drawing/2014/main" val="450883624"/>
                      </a:ext>
                    </a:extLst>
                  </a:tr>
                  <a:tr h="720358">
                    <a:tc>
                      <a:txBody>
                        <a:bodyPr/>
                        <a:lstStyle/>
                        <a:p>
                          <a:endParaRPr lang="ko-K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202542" b="-229661"/>
                          </a:stretch>
                        </a:blipFill>
                      </a:tcPr>
                    </a:tc>
                    <a:extLst>
                      <a:ext uri="{0D108BD9-81ED-4DB2-BD59-A6C34878D82A}">
                        <a16:rowId xmlns:a16="http://schemas.microsoft.com/office/drawing/2014/main" val="549591821"/>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71924127"/>
                      </a:ext>
                    </a:extLst>
                  </a:tr>
                  <a:tr h="549223">
                    <a:tc>
                      <a:txBody>
                        <a:bodyPr/>
                        <a:lstStyle/>
                        <a:p>
                          <a:pPr algn="l" latinLnBrk="1"/>
                          <a:endParaRPr lang="ko-KR" altLang="en-US" sz="1400" i="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33410646"/>
                      </a:ext>
                    </a:extLst>
                  </a:tr>
                </a:tbl>
              </a:graphicData>
            </a:graphic>
          </p:graphicFrame>
        </mc:Fallback>
      </mc:AlternateContent>
      <p:sp>
        <p:nvSpPr>
          <p:cNvPr id="12" name="원호 11"/>
          <p:cNvSpPr/>
          <p:nvPr/>
        </p:nvSpPr>
        <p:spPr>
          <a:xfrm>
            <a:off x="1974341" y="2780681"/>
            <a:ext cx="914400" cy="914400"/>
          </a:xfrm>
          <a:prstGeom prst="arc">
            <a:avLst>
              <a:gd name="adj1" fmla="val 21502301"/>
              <a:gd name="adj2" fmla="val 5600308"/>
            </a:avLst>
          </a:prstGeom>
          <a:ln w="9525">
            <a:solidFill>
              <a:srgbClr val="C00000"/>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mc:AlternateContent xmlns:mc="http://schemas.openxmlformats.org/markup-compatibility/2006" xmlns:a14="http://schemas.microsoft.com/office/drawing/2010/main">
        <mc:Choice Requires="a14">
          <p:sp>
            <p:nvSpPr>
              <p:cNvPr id="4" name="직사각형 3"/>
              <p:cNvSpPr/>
              <p:nvPr/>
            </p:nvSpPr>
            <p:spPr>
              <a:xfrm>
                <a:off x="2859920" y="3190673"/>
                <a:ext cx="3646255" cy="64985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nor/>
                        </m:rPr>
                        <a:rPr lang="en-US" altLang="ko-KR" sz="1200" i="1" dirty="0" smtClean="0">
                          <a:solidFill>
                            <a:srgbClr val="C00000"/>
                          </a:solidFill>
                        </a:rPr>
                        <m:t>by</m:t>
                      </m:r>
                      <m:r>
                        <m:rPr>
                          <m:nor/>
                        </m:rPr>
                        <a:rPr lang="en-US" altLang="ko-KR" sz="1200" i="1" dirty="0" smtClean="0">
                          <a:solidFill>
                            <a:srgbClr val="C00000"/>
                          </a:solidFill>
                        </a:rPr>
                        <m:t> </m:t>
                      </m:r>
                      <m:r>
                        <m:rPr>
                          <m:nor/>
                        </m:rPr>
                        <a:rPr lang="en-US" altLang="ko-KR" sz="1200" i="1" dirty="0" smtClean="0">
                          <a:solidFill>
                            <a:srgbClr val="C00000"/>
                          </a:solidFill>
                        </a:rPr>
                        <m:t>the</m:t>
                      </m:r>
                      <m:r>
                        <m:rPr>
                          <m:nor/>
                        </m:rPr>
                        <a:rPr lang="en-US" altLang="ko-KR" sz="1200" i="1" dirty="0" smtClean="0">
                          <a:solidFill>
                            <a:srgbClr val="C00000"/>
                          </a:solidFill>
                        </a:rPr>
                        <m:t> </m:t>
                      </m:r>
                      <m:r>
                        <m:rPr>
                          <m:nor/>
                        </m:rPr>
                        <a:rPr lang="en-US" altLang="ko-KR" sz="1200" i="1" dirty="0" smtClean="0">
                          <a:solidFill>
                            <a:srgbClr val="C00000"/>
                          </a:solidFill>
                        </a:rPr>
                        <m:t>complex</m:t>
                      </m:r>
                      <m:r>
                        <m:rPr>
                          <m:nor/>
                        </m:rPr>
                        <a:rPr lang="en-US" altLang="ko-KR" sz="1200" i="1" dirty="0" smtClean="0">
                          <a:solidFill>
                            <a:srgbClr val="C00000"/>
                          </a:solidFill>
                        </a:rPr>
                        <m:t> </m:t>
                      </m:r>
                      <m:r>
                        <m:rPr>
                          <m:nor/>
                        </m:rPr>
                        <a:rPr lang="en-US" altLang="ko-KR" sz="1200" i="1" dirty="0" smtClean="0">
                          <a:solidFill>
                            <a:srgbClr val="C00000"/>
                          </a:solidFill>
                        </a:rPr>
                        <m:t>fraction</m:t>
                      </m:r>
                      <m:r>
                        <m:rPr>
                          <m:nor/>
                        </m:rPr>
                        <a:rPr lang="en-US" altLang="ko-KR" sz="1200" i="1" dirty="0" smtClean="0">
                          <a:solidFill>
                            <a:srgbClr val="C00000"/>
                          </a:solidFill>
                        </a:rPr>
                        <m:t> </m:t>
                      </m:r>
                      <m:r>
                        <m:rPr>
                          <m:nor/>
                        </m:rPr>
                        <a:rPr lang="en-US" altLang="ko-KR" sz="1200" i="1" dirty="0" smtClean="0">
                          <a:solidFill>
                            <a:srgbClr val="C00000"/>
                          </a:solidFill>
                        </a:rPr>
                        <m:t>theorem</m:t>
                      </m:r>
                      <m:r>
                        <a:rPr lang="en-US" altLang="ko-KR" sz="1200" b="0" i="1" dirty="0" smtClean="0">
                          <a:latin typeface="Cambria Math" panose="02040503050406030204" pitchFamily="18" charset="0"/>
                        </a:rPr>
                        <m:t>,  </m:t>
                      </m:r>
                      <m:f>
                        <m:fPr>
                          <m:ctrlPr>
                            <a:rPr lang="en-US" altLang="ko-KR" sz="1200" i="1" smtClean="0">
                              <a:latin typeface="Cambria Math" panose="02040503050406030204" pitchFamily="18" charset="0"/>
                            </a:rPr>
                          </m:ctrlPr>
                        </m:fPr>
                        <m:num>
                          <m:r>
                            <a:rPr lang="en-US" altLang="ko-KR" sz="1200" b="0" i="1" smtClean="0">
                              <a:latin typeface="Cambria Math" panose="02040503050406030204" pitchFamily="18" charset="0"/>
                            </a:rPr>
                            <m:t>𝑎𝑑</m:t>
                          </m:r>
                        </m:num>
                        <m:den>
                          <m:r>
                            <a:rPr lang="en-US" altLang="ko-KR" sz="1200" b="0" i="1" smtClean="0">
                              <a:latin typeface="Cambria Math" panose="02040503050406030204" pitchFamily="18" charset="0"/>
                            </a:rPr>
                            <m:t>𝑏𝑐</m:t>
                          </m:r>
                        </m:den>
                      </m:f>
                      <m:r>
                        <a:rPr lang="en-US" altLang="ko-KR" sz="1200" b="0" i="1" smtClean="0">
                          <a:latin typeface="Cambria Math" panose="02040503050406030204" pitchFamily="18" charset="0"/>
                        </a:rPr>
                        <m:t>=</m:t>
                      </m:r>
                      <m:f>
                        <m:fPr>
                          <m:ctrlPr>
                            <a:rPr lang="en-US" altLang="ko-KR" sz="1200" i="1">
                              <a:latin typeface="Cambria Math" panose="02040503050406030204" pitchFamily="18" charset="0"/>
                            </a:rPr>
                          </m:ctrlPr>
                        </m:fPr>
                        <m:num>
                          <m:r>
                            <a:rPr lang="en-US" altLang="ko-KR" sz="1200" i="1">
                              <a:latin typeface="Cambria Math" panose="02040503050406030204" pitchFamily="18" charset="0"/>
                            </a:rPr>
                            <m:t>𝑎</m:t>
                          </m:r>
                        </m:num>
                        <m:den>
                          <m:r>
                            <a:rPr lang="en-US" altLang="ko-KR" sz="1200" i="1">
                              <a:latin typeface="Cambria Math" panose="02040503050406030204" pitchFamily="18" charset="0"/>
                            </a:rPr>
                            <m:t>𝑏</m:t>
                          </m:r>
                        </m:den>
                      </m:f>
                      <m:r>
                        <a:rPr lang="en-US" altLang="ko-KR" sz="1200" i="1" smtClean="0">
                          <a:latin typeface="Cambria Math" panose="02040503050406030204" pitchFamily="18" charset="0"/>
                          <a:ea typeface="Cambria Math" panose="02040503050406030204" pitchFamily="18" charset="0"/>
                        </a:rPr>
                        <m:t>÷</m:t>
                      </m:r>
                      <m:f>
                        <m:fPr>
                          <m:ctrlPr>
                            <a:rPr lang="en-US" altLang="ko-KR" sz="1200" i="1">
                              <a:latin typeface="Cambria Math" panose="02040503050406030204" pitchFamily="18" charset="0"/>
                            </a:rPr>
                          </m:ctrlPr>
                        </m:fPr>
                        <m:num>
                          <m:r>
                            <a:rPr lang="en-US" altLang="ko-KR" sz="1200" i="1">
                              <a:latin typeface="Cambria Math" panose="02040503050406030204" pitchFamily="18" charset="0"/>
                            </a:rPr>
                            <m:t>𝑐</m:t>
                          </m:r>
                        </m:num>
                        <m:den>
                          <m:r>
                            <a:rPr lang="en-US" altLang="ko-KR" sz="1200" i="1">
                              <a:latin typeface="Cambria Math" panose="02040503050406030204" pitchFamily="18" charset="0"/>
                            </a:rPr>
                            <m:t>𝑑</m:t>
                          </m:r>
                        </m:den>
                      </m:f>
                      <m:r>
                        <a:rPr lang="en-US" altLang="ko-KR" sz="1200" b="0" i="1" smtClean="0">
                          <a:latin typeface="Cambria Math" panose="02040503050406030204" pitchFamily="18" charset="0"/>
                        </a:rPr>
                        <m:t>=</m:t>
                      </m:r>
                      <m:f>
                        <m:fPr>
                          <m:ctrlPr>
                            <a:rPr lang="en-US" altLang="ko-KR" sz="1200" i="1" smtClean="0">
                              <a:latin typeface="Cambria Math" panose="02040503050406030204" pitchFamily="18" charset="0"/>
                            </a:rPr>
                          </m:ctrlPr>
                        </m:fPr>
                        <m:num>
                          <m:f>
                            <m:fPr>
                              <m:ctrlPr>
                                <a:rPr lang="en-US" altLang="ko-KR" sz="1200" i="1">
                                  <a:latin typeface="Cambria Math" panose="02040503050406030204" pitchFamily="18" charset="0"/>
                                </a:rPr>
                              </m:ctrlPr>
                            </m:fPr>
                            <m:num>
                              <m:r>
                                <a:rPr lang="en-US" altLang="ko-KR" sz="1200" b="0" i="1" smtClean="0">
                                  <a:latin typeface="Cambria Math" panose="02040503050406030204" pitchFamily="18" charset="0"/>
                                </a:rPr>
                                <m:t>𝑎</m:t>
                              </m:r>
                            </m:num>
                            <m:den>
                              <m:r>
                                <a:rPr lang="en-US" altLang="ko-KR" sz="1200" b="0" i="1" smtClean="0">
                                  <a:latin typeface="Cambria Math" panose="02040503050406030204" pitchFamily="18" charset="0"/>
                                </a:rPr>
                                <m:t>𝑏</m:t>
                              </m:r>
                            </m:den>
                          </m:f>
                        </m:num>
                        <m:den>
                          <m:f>
                            <m:fPr>
                              <m:ctrlPr>
                                <a:rPr lang="en-US" altLang="ko-KR" sz="1200" i="1">
                                  <a:latin typeface="Cambria Math" panose="02040503050406030204" pitchFamily="18" charset="0"/>
                                </a:rPr>
                              </m:ctrlPr>
                            </m:fPr>
                            <m:num>
                              <m:r>
                                <a:rPr lang="en-US" altLang="ko-KR" sz="1200" b="0" i="1" smtClean="0">
                                  <a:latin typeface="Cambria Math" panose="02040503050406030204" pitchFamily="18" charset="0"/>
                                </a:rPr>
                                <m:t>𝑐</m:t>
                              </m:r>
                            </m:num>
                            <m:den>
                              <m:r>
                                <a:rPr lang="en-US" altLang="ko-KR" sz="1200" b="0" i="1" smtClean="0">
                                  <a:latin typeface="Cambria Math" panose="02040503050406030204" pitchFamily="18" charset="0"/>
                                </a:rPr>
                                <m:t>𝑑</m:t>
                              </m:r>
                            </m:den>
                          </m:f>
                        </m:den>
                      </m:f>
                    </m:oMath>
                  </m:oMathPara>
                </a14:m>
                <a:endParaRPr lang="ko-KR" altLang="en-US" sz="1200" dirty="0"/>
              </a:p>
            </p:txBody>
          </p:sp>
        </mc:Choice>
        <mc:Fallback xmlns="">
          <p:sp>
            <p:nvSpPr>
              <p:cNvPr id="4" name="직사각형 3"/>
              <p:cNvSpPr>
                <a:spLocks noRot="1" noChangeAspect="1" noMove="1" noResize="1" noEditPoints="1" noAdjustHandles="1" noChangeArrowheads="1" noChangeShapeType="1" noTextEdit="1"/>
              </p:cNvSpPr>
              <p:nvPr/>
            </p:nvSpPr>
            <p:spPr>
              <a:xfrm>
                <a:off x="2859920" y="3190673"/>
                <a:ext cx="3646255" cy="649858"/>
              </a:xfrm>
              <a:prstGeom prst="rect">
                <a:avLst/>
              </a:prstGeom>
              <a:blipFill>
                <a:blip r:embed="rId4"/>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918755" y="1419294"/>
                <a:ext cx="1847493" cy="494751"/>
              </a:xfrm>
              <a:prstGeom prst="rect">
                <a:avLst/>
              </a:prstGeom>
              <a:noFill/>
            </p:spPr>
            <p:txBody>
              <a:bodyPr wrap="none" lIns="0" tIns="0" rIns="0" bIns="0" rtlCol="0">
                <a:spAutoFit/>
              </a:bodyPr>
              <a:lstStyle/>
              <a:p>
                <a:r>
                  <a:rPr lang="ko-KR" altLang="en-US" sz="2000" dirty="0"/>
                  <a:t>③</a:t>
                </a:r>
                <a14:m>
                  <m:oMath xmlns:m="http://schemas.openxmlformats.org/officeDocument/2006/math">
                    <m:func>
                      <m:funcPr>
                        <m:ctrlPr>
                          <a:rPr lang="en-US" altLang="ko-KR" sz="2000" b="0" i="1" smtClean="0">
                            <a:latin typeface="Cambria Math" panose="02040503050406030204" pitchFamily="18" charset="0"/>
                          </a:rPr>
                        </m:ctrlPr>
                      </m:funcPr>
                      <m:fName>
                        <m:limLow>
                          <m:limLowPr>
                            <m:ctrlPr>
                              <a:rPr lang="en-US" altLang="ko-KR" sz="2000" b="0" i="1" smtClean="0">
                                <a:latin typeface="Cambria Math" panose="02040503050406030204" pitchFamily="18" charset="0"/>
                              </a:rPr>
                            </m:ctrlPr>
                          </m:limLowPr>
                          <m:e>
                            <m:r>
                              <a:rPr lang="en-US" altLang="ko-KR" sz="2000" b="0" i="1" smtClean="0">
                                <a:latin typeface="Cambria Math" panose="02040503050406030204" pitchFamily="18" charset="0"/>
                              </a:rPr>
                              <m:t>𝑙𝑖𝑚</m:t>
                            </m:r>
                          </m:e>
                          <m:lim>
                            <m:r>
                              <a:rPr lang="en-US" altLang="ko-KR" sz="2000" b="0" i="1" smtClean="0">
                                <a:latin typeface="Cambria Math" panose="02040503050406030204" pitchFamily="18" charset="0"/>
                              </a:rPr>
                              <m:t>𝑥</m:t>
                            </m:r>
                            <m:r>
                              <a:rPr lang="en-US" altLang="ko-KR" sz="2000" b="0" i="1" smtClean="0">
                                <a:latin typeface="Cambria Math" panose="02040503050406030204" pitchFamily="18" charset="0"/>
                              </a:rPr>
                              <m:t>→0</m:t>
                            </m:r>
                          </m:lim>
                        </m:limLow>
                      </m:fName>
                      <m:e>
                        <m:d>
                          <m:dPr>
                            <m:ctrlPr>
                              <a:rPr lang="en-US" altLang="ko-KR" sz="2000" b="0" i="1" smtClean="0">
                                <a:latin typeface="Cambria Math" panose="02040503050406030204" pitchFamily="18" charset="0"/>
                              </a:rPr>
                            </m:ctrlPr>
                          </m:dPr>
                          <m:e>
                            <m:f>
                              <m:fPr>
                                <m:ctrlPr>
                                  <a:rPr lang="en-US" altLang="ko-KR" sz="2000" b="0" i="1" smtClean="0">
                                    <a:latin typeface="Cambria Math" panose="02040503050406030204" pitchFamily="18" charset="0"/>
                                  </a:rPr>
                                </m:ctrlPr>
                              </m:fPr>
                              <m:num>
                                <m:sSup>
                                  <m:sSupPr>
                                    <m:ctrlPr>
                                      <a:rPr lang="en-US" altLang="ko-KR" sz="2000" b="0" i="1" smtClean="0">
                                        <a:latin typeface="Cambria Math" panose="02040503050406030204" pitchFamily="18" charset="0"/>
                                      </a:rPr>
                                    </m:ctrlPr>
                                  </m:sSupPr>
                                  <m:e>
                                    <m:r>
                                      <a:rPr lang="en-US" altLang="ko-KR" sz="2000" b="0" i="1" smtClean="0">
                                        <a:latin typeface="Cambria Math" panose="02040503050406030204" pitchFamily="18" charset="0"/>
                                      </a:rPr>
                                      <m:t>𝑒</m:t>
                                    </m:r>
                                  </m:e>
                                  <m:sup>
                                    <m:r>
                                      <a:rPr lang="en-US" altLang="ko-KR" sz="2000" b="0" i="1" smtClean="0">
                                        <a:latin typeface="Cambria Math" panose="02040503050406030204" pitchFamily="18" charset="0"/>
                                      </a:rPr>
                                      <m:t>𝑥</m:t>
                                    </m:r>
                                  </m:sup>
                                </m:sSup>
                                <m:r>
                                  <a:rPr lang="en-US" altLang="ko-KR" sz="2000" b="0" i="1" smtClean="0">
                                    <a:latin typeface="Cambria Math" panose="02040503050406030204" pitchFamily="18" charset="0"/>
                                  </a:rPr>
                                  <m:t>−1</m:t>
                                </m:r>
                              </m:num>
                              <m:den>
                                <m:r>
                                  <a:rPr lang="en-US" altLang="ko-KR" sz="2000" b="0" i="1" smtClean="0">
                                    <a:latin typeface="Cambria Math" panose="02040503050406030204" pitchFamily="18" charset="0"/>
                                  </a:rPr>
                                  <m:t>𝑥</m:t>
                                </m:r>
                              </m:den>
                            </m:f>
                          </m:e>
                        </m:d>
                        <m:r>
                          <a:rPr lang="en-US" altLang="ko-KR" sz="2000" b="0" i="1" smtClean="0">
                            <a:latin typeface="Cambria Math" panose="02040503050406030204" pitchFamily="18" charset="0"/>
                          </a:rPr>
                          <m:t>=</m:t>
                        </m:r>
                      </m:e>
                    </m:func>
                    <m:r>
                      <a:rPr lang="en-US" altLang="ko-KR" sz="2000" b="0" i="1" smtClean="0">
                        <a:latin typeface="Cambria Math" panose="02040503050406030204" pitchFamily="18" charset="0"/>
                      </a:rPr>
                      <m:t>1</m:t>
                    </m:r>
                  </m:oMath>
                </a14:m>
                <a:endParaRPr lang="ko-KR" altLang="en-US" sz="2000" i="1" dirty="0"/>
              </a:p>
            </p:txBody>
          </p:sp>
        </mc:Choice>
        <mc:Fallback xmlns="">
          <p:sp>
            <p:nvSpPr>
              <p:cNvPr id="18" name="TextBox 17"/>
              <p:cNvSpPr txBox="1">
                <a:spLocks noRot="1" noChangeAspect="1" noMove="1" noResize="1" noEditPoints="1" noAdjustHandles="1" noChangeArrowheads="1" noChangeShapeType="1" noTextEdit="1"/>
              </p:cNvSpPr>
              <p:nvPr/>
            </p:nvSpPr>
            <p:spPr>
              <a:xfrm>
                <a:off x="918755" y="1419294"/>
                <a:ext cx="1847493" cy="494751"/>
              </a:xfrm>
              <a:prstGeom prst="rect">
                <a:avLst/>
              </a:prstGeom>
              <a:blipFill>
                <a:blip r:embed="rId6"/>
                <a:stretch>
                  <a:fillRect l="-8581" b="-9877"/>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 name="직사각형 1"/>
              <p:cNvSpPr/>
              <p:nvPr/>
            </p:nvSpPr>
            <p:spPr>
              <a:xfrm>
                <a:off x="2137139" y="2073987"/>
                <a:ext cx="2922467"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altLang="ko-KR" sz="1200" i="1" smtClean="0">
                              <a:latin typeface="Cambria Math" panose="02040503050406030204" pitchFamily="18" charset="0"/>
                            </a:rPr>
                          </m:ctrlPr>
                        </m:sSupPr>
                        <m:e>
                          <m:r>
                            <a:rPr lang="en-US" altLang="ko-KR" sz="1200" i="1">
                              <a:latin typeface="Cambria Math" panose="02040503050406030204" pitchFamily="18" charset="0"/>
                            </a:rPr>
                            <m:t>𝑒</m:t>
                          </m:r>
                        </m:e>
                        <m:sup>
                          <m:r>
                            <a:rPr lang="en-US" altLang="ko-KR" sz="1200" i="1">
                              <a:latin typeface="Cambria Math" panose="02040503050406030204" pitchFamily="18" charset="0"/>
                            </a:rPr>
                            <m:t>𝑥</m:t>
                          </m:r>
                        </m:sup>
                      </m:sSup>
                      <m:r>
                        <a:rPr lang="en-US" altLang="ko-KR" sz="1200" i="1">
                          <a:latin typeface="Cambria Math" panose="02040503050406030204" pitchFamily="18" charset="0"/>
                        </a:rPr>
                        <m:t>−1 </m:t>
                      </m:r>
                      <m:r>
                        <a:rPr lang="en-US" altLang="ko-KR" sz="1200" i="1">
                          <a:latin typeface="Cambria Math" panose="02040503050406030204" pitchFamily="18" charset="0"/>
                        </a:rPr>
                        <m:t>𝑖𝑠</m:t>
                      </m:r>
                      <m:r>
                        <a:rPr lang="en-US" altLang="ko-KR" sz="1200" i="1">
                          <a:latin typeface="Cambria Math" panose="02040503050406030204" pitchFamily="18" charset="0"/>
                        </a:rPr>
                        <m:t> </m:t>
                      </m:r>
                      <m:r>
                        <a:rPr lang="en-US" altLang="ko-KR" sz="1200" i="1">
                          <a:latin typeface="Cambria Math" panose="02040503050406030204" pitchFamily="18" charset="0"/>
                        </a:rPr>
                        <m:t>𝑠𝑢𝑏𝑠𝑡𝑖𝑡𝑢𝑡𝑒𝑑</m:t>
                      </m:r>
                      <m:r>
                        <a:rPr lang="en-US" altLang="ko-KR" sz="1200" i="1">
                          <a:latin typeface="Cambria Math" panose="02040503050406030204" pitchFamily="18" charset="0"/>
                        </a:rPr>
                        <m:t> </m:t>
                      </m:r>
                      <m:r>
                        <a:rPr lang="en-US" altLang="ko-KR" sz="1200" i="1">
                          <a:latin typeface="Cambria Math" panose="02040503050406030204" pitchFamily="18" charset="0"/>
                        </a:rPr>
                        <m:t>𝑏𝑦</m:t>
                      </m:r>
                      <m:r>
                        <a:rPr lang="en-US" altLang="ko-KR" sz="1200" i="1">
                          <a:latin typeface="Cambria Math" panose="02040503050406030204" pitchFamily="18" charset="0"/>
                        </a:rPr>
                        <m:t> </m:t>
                      </m:r>
                      <m:r>
                        <a:rPr lang="en-US" altLang="ko-KR" sz="1200" i="1">
                          <a:latin typeface="Cambria Math" panose="02040503050406030204" pitchFamily="18" charset="0"/>
                        </a:rPr>
                        <m:t>𝑡</m:t>
                      </m:r>
                      <m:r>
                        <a:rPr lang="en-US" altLang="ko-KR" sz="1200" i="1">
                          <a:latin typeface="Cambria Math" panose="02040503050406030204" pitchFamily="18" charset="0"/>
                        </a:rPr>
                        <m:t>   ∴</m:t>
                      </m:r>
                      <m:r>
                        <a:rPr lang="en-US" altLang="ko-KR" sz="1200" i="1">
                          <a:latin typeface="Cambria Math" panose="02040503050406030204" pitchFamily="18" charset="0"/>
                        </a:rPr>
                        <m:t>𝑡</m:t>
                      </m:r>
                      <m:r>
                        <a:rPr lang="en-US" altLang="ko-KR" sz="1200" b="0" i="1" smtClean="0">
                          <a:latin typeface="Cambria Math" panose="02040503050406030204" pitchFamily="18" charset="0"/>
                        </a:rPr>
                        <m:t>=</m:t>
                      </m:r>
                      <m:sSup>
                        <m:sSupPr>
                          <m:ctrlPr>
                            <a:rPr lang="en-US" altLang="ko-KR" sz="1200" i="1">
                              <a:latin typeface="Cambria Math" panose="02040503050406030204" pitchFamily="18" charset="0"/>
                            </a:rPr>
                          </m:ctrlPr>
                        </m:sSupPr>
                        <m:e>
                          <m:r>
                            <a:rPr lang="en-US" altLang="ko-KR" sz="1200" i="1">
                              <a:latin typeface="Cambria Math" panose="02040503050406030204" pitchFamily="18" charset="0"/>
                            </a:rPr>
                            <m:t>𝑒</m:t>
                          </m:r>
                        </m:e>
                        <m:sup>
                          <m:r>
                            <a:rPr lang="en-US" altLang="ko-KR" sz="1200" i="1">
                              <a:latin typeface="Cambria Math" panose="02040503050406030204" pitchFamily="18" charset="0"/>
                            </a:rPr>
                            <m:t>𝑥</m:t>
                          </m:r>
                        </m:sup>
                      </m:sSup>
                      <m:r>
                        <a:rPr lang="en-US" altLang="ko-KR" sz="1200" i="1">
                          <a:latin typeface="Cambria Math" panose="02040503050406030204" pitchFamily="18" charset="0"/>
                        </a:rPr>
                        <m:t>−1</m:t>
                      </m:r>
                    </m:oMath>
                  </m:oMathPara>
                </a14:m>
                <a:endParaRPr lang="ko-KR" altLang="en-US" sz="1200" dirty="0"/>
              </a:p>
            </p:txBody>
          </p:sp>
        </mc:Choice>
        <mc:Fallback xmlns="">
          <p:sp>
            <p:nvSpPr>
              <p:cNvPr id="2" name="직사각형 1"/>
              <p:cNvSpPr>
                <a:spLocks noRot="1" noChangeAspect="1" noMove="1" noResize="1" noEditPoints="1" noAdjustHandles="1" noChangeArrowheads="1" noChangeShapeType="1" noTextEdit="1"/>
              </p:cNvSpPr>
              <p:nvPr/>
            </p:nvSpPr>
            <p:spPr>
              <a:xfrm>
                <a:off x="2137139" y="2073987"/>
                <a:ext cx="2922467" cy="276999"/>
              </a:xfrm>
              <a:prstGeom prst="rect">
                <a:avLst/>
              </a:prstGeom>
              <a:blipFill>
                <a:blip r:embed="rId7"/>
                <a:stretch>
                  <a:fillRect b="-4348"/>
                </a:stretch>
              </a:blipFill>
            </p:spPr>
            <p:txBody>
              <a:bodyPr/>
              <a:lstStyle/>
              <a:p>
                <a:r>
                  <a:rPr lang="ko-KR" altLang="en-US">
                    <a:noFill/>
                  </a:rPr>
                  <a:t> </a:t>
                </a:r>
              </a:p>
            </p:txBody>
          </p:sp>
        </mc:Fallback>
      </mc:AlternateContent>
      <p:sp>
        <p:nvSpPr>
          <p:cNvPr id="14" name="원호 13"/>
          <p:cNvSpPr/>
          <p:nvPr/>
        </p:nvSpPr>
        <p:spPr>
          <a:xfrm>
            <a:off x="1740898" y="2356829"/>
            <a:ext cx="1246141" cy="648710"/>
          </a:xfrm>
          <a:prstGeom prst="arc">
            <a:avLst>
              <a:gd name="adj1" fmla="val 11278146"/>
              <a:gd name="adj2" fmla="val 21120717"/>
            </a:avLst>
          </a:prstGeom>
          <a:ln w="9525">
            <a:solidFill>
              <a:srgbClr val="C00000"/>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sp>
        <p:nvSpPr>
          <p:cNvPr id="15" name="모서리가 둥근 직사각형 14"/>
          <p:cNvSpPr/>
          <p:nvPr/>
        </p:nvSpPr>
        <p:spPr>
          <a:xfrm>
            <a:off x="1403413" y="2589252"/>
            <a:ext cx="516828" cy="191429"/>
          </a:xfrm>
          <a:prstGeom prst="roundRect">
            <a:avLst/>
          </a:prstGeom>
          <a:noFill/>
          <a:ln>
            <a:solidFill>
              <a:srgbClr val="C0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4166190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mc:AlternateContent xmlns:mc="http://schemas.openxmlformats.org/markup-compatibility/2006" xmlns:a14="http://schemas.microsoft.com/office/drawing/2010/main">
        <mc:Choice Requires="a14">
          <p:graphicFrame>
            <p:nvGraphicFramePr>
              <p:cNvPr id="10" name="표 9"/>
              <p:cNvGraphicFramePr>
                <a:graphicFrameLocks noGrp="1"/>
              </p:cNvGraphicFramePr>
              <p:nvPr>
                <p:extLst>
                  <p:ext uri="{D42A27DB-BD31-4B8C-83A1-F6EECF244321}">
                    <p14:modId xmlns:p14="http://schemas.microsoft.com/office/powerpoint/2010/main" val="1971449974"/>
                  </p:ext>
                </p:extLst>
              </p:nvPr>
            </p:nvGraphicFramePr>
            <p:xfrm>
              <a:off x="930342" y="2531450"/>
              <a:ext cx="6019098" cy="3974538"/>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41513">
                    <a:tc>
                      <a:txBody>
                        <a:bodyPr/>
                        <a:lstStyle/>
                        <a:p>
                          <a:pPr algn="l" latinLnBrk="1"/>
                          <a14:m>
                            <m:oMathPara xmlns:m="http://schemas.openxmlformats.org/officeDocument/2006/math">
                              <m:oMathParaPr>
                                <m:jc m:val="left"/>
                              </m:oMathParaPr>
                              <m:oMath xmlns:m="http://schemas.openxmlformats.org/officeDocument/2006/math">
                                <m:func>
                                  <m:funcPr>
                                    <m:ctrlPr>
                                      <a:rPr lang="en-US" altLang="ko-KR" sz="1400" b="0" i="1" smtClean="0">
                                        <a:latin typeface="Cambria Math" panose="02040503050406030204" pitchFamily="18" charset="0"/>
                                      </a:rPr>
                                    </m:ctrlPr>
                                  </m:funcPr>
                                  <m:fName>
                                    <m:limLow>
                                      <m:limLowPr>
                                        <m:ctrlPr>
                                          <a:rPr lang="en-US" altLang="ko-KR" sz="1400" b="0" i="1" smtClean="0">
                                            <a:latin typeface="Cambria Math" panose="02040503050406030204" pitchFamily="18" charset="0"/>
                                          </a:rPr>
                                        </m:ctrlPr>
                                      </m:limLowPr>
                                      <m:e>
                                        <m:r>
                                          <a:rPr lang="en-US" altLang="ko-KR" sz="1400" b="0" i="1" smtClean="0">
                                            <a:latin typeface="Cambria Math" panose="02040503050406030204" pitchFamily="18" charset="0"/>
                                          </a:rPr>
                                          <m:t>𝑙𝑖𝑚</m:t>
                                        </m:r>
                                      </m:e>
                                      <m:lim>
                                        <m:r>
                                          <a:rPr lang="en-US" altLang="ko-KR" sz="1400" b="0" i="1" smtClean="0">
                                            <a:latin typeface="Cambria Math" panose="02040503050406030204" pitchFamily="18" charset="0"/>
                                          </a:rPr>
                                          <m:t>𝑥</m:t>
                                        </m:r>
                                        <m:r>
                                          <a:rPr lang="en-US" altLang="ko-KR" sz="1400" b="0" i="1" smtClean="0">
                                            <a:latin typeface="Cambria Math" panose="02040503050406030204" pitchFamily="18" charset="0"/>
                                          </a:rPr>
                                          <m:t>→0</m:t>
                                        </m:r>
                                      </m:lim>
                                    </m:limLow>
                                  </m:fName>
                                  <m:e>
                                    <m:d>
                                      <m:dPr>
                                        <m:ctrlPr>
                                          <a:rPr lang="en-US" altLang="ko-KR" sz="1400" b="0" i="1" smtClean="0">
                                            <a:latin typeface="Cambria Math" panose="02040503050406030204" pitchFamily="18" charset="0"/>
                                          </a:rPr>
                                        </m:ctrlPr>
                                      </m:dPr>
                                      <m:e>
                                        <m:f>
                                          <m:fPr>
                                            <m:ctrlPr>
                                              <a:rPr lang="en-US" altLang="ko-KR" sz="1400" b="0" i="1" smtClean="0">
                                                <a:latin typeface="Cambria Math" panose="02040503050406030204" pitchFamily="18" charset="0"/>
                                              </a:rPr>
                                            </m:ctrlPr>
                                          </m:fPr>
                                          <m:num>
                                            <m:sSup>
                                              <m:sSupPr>
                                                <m:ctrlPr>
                                                  <a:rPr lang="en-US" altLang="ko-KR" sz="1400" b="0" i="1" smtClean="0">
                                                    <a:latin typeface="Cambria Math" panose="02040503050406030204" pitchFamily="18" charset="0"/>
                                                  </a:rPr>
                                                </m:ctrlPr>
                                              </m:sSupPr>
                                              <m:e>
                                                <m:r>
                                                  <a:rPr lang="en-US" altLang="ko-KR" sz="1400" b="0" i="1" smtClean="0">
                                                    <a:latin typeface="Cambria Math" panose="02040503050406030204" pitchFamily="18" charset="0"/>
                                                  </a:rPr>
                                                  <m:t>𝑒</m:t>
                                                </m:r>
                                              </m:e>
                                              <m:sup>
                                                <m:r>
                                                  <a:rPr lang="en-US" altLang="ko-KR" sz="1400" b="0" i="1" smtClean="0">
                                                    <a:latin typeface="Cambria Math" panose="02040503050406030204" pitchFamily="18" charset="0"/>
                                                  </a:rPr>
                                                  <m:t>𝑥</m:t>
                                                </m:r>
                                              </m:sup>
                                            </m:sSup>
                                            <m:r>
                                              <a:rPr lang="en-US" altLang="ko-KR" sz="1400" b="0" i="1" smtClean="0">
                                                <a:latin typeface="Cambria Math" panose="02040503050406030204" pitchFamily="18" charset="0"/>
                                              </a:rPr>
                                              <m:t>−1</m:t>
                                            </m:r>
                                          </m:num>
                                          <m:den>
                                            <m:r>
                                              <a:rPr lang="en-US" altLang="ko-KR" sz="1400" b="0" i="1" smtClean="0">
                                                <a:latin typeface="Cambria Math" panose="02040503050406030204" pitchFamily="18" charset="0"/>
                                              </a:rPr>
                                              <m:t>𝑥</m:t>
                                            </m:r>
                                          </m:den>
                                        </m:f>
                                      </m:e>
                                    </m:d>
                                    <m:r>
                                      <a:rPr lang="en-US" altLang="ko-KR" sz="1400" b="0" i="1" smtClean="0">
                                        <a:latin typeface="Cambria Math" panose="02040503050406030204" pitchFamily="18" charset="0"/>
                                      </a:rPr>
                                      <m:t>=</m:t>
                                    </m:r>
                                  </m:e>
                                </m:func>
                                <m:func>
                                  <m:funcPr>
                                    <m:ctrlPr>
                                      <a:rPr lang="en-US" altLang="ko-KR" sz="1400" b="0" i="1" smtClean="0">
                                        <a:latin typeface="Cambria Math" panose="02040503050406030204" pitchFamily="18" charset="0"/>
                                      </a:rPr>
                                    </m:ctrlPr>
                                  </m:funcPr>
                                  <m:fName>
                                    <m:limLow>
                                      <m:limLowPr>
                                        <m:ctrlPr>
                                          <a:rPr lang="en-US" altLang="ko-KR" sz="1400" b="0" i="1" smtClean="0">
                                            <a:latin typeface="Cambria Math" panose="02040503050406030204" pitchFamily="18" charset="0"/>
                                          </a:rPr>
                                        </m:ctrlPr>
                                      </m:limLowPr>
                                      <m:e>
                                        <m:r>
                                          <a:rPr lang="en-US" altLang="ko-KR" sz="1400" b="0" i="1" smtClean="0">
                                            <a:latin typeface="Cambria Math" panose="02040503050406030204" pitchFamily="18" charset="0"/>
                                          </a:rPr>
                                          <m:t>𝑙𝑖𝑚</m:t>
                                        </m:r>
                                      </m:e>
                                      <m:lim>
                                        <m:r>
                                          <a:rPr lang="en-US" altLang="ko-KR" sz="1400" b="0" i="1" smtClean="0">
                                            <a:latin typeface="Cambria Math" panose="02040503050406030204" pitchFamily="18" charset="0"/>
                                          </a:rPr>
                                          <m:t>𝑡</m:t>
                                        </m:r>
                                        <m:r>
                                          <a:rPr lang="en-US" altLang="ko-KR" sz="1400" b="0" i="1" smtClean="0">
                                            <a:latin typeface="Cambria Math" panose="02040503050406030204" pitchFamily="18" charset="0"/>
                                          </a:rPr>
                                          <m:t>→0</m:t>
                                        </m:r>
                                      </m:lim>
                                    </m:limLow>
                                  </m:fName>
                                  <m:e>
                                    <m:d>
                                      <m:dPr>
                                        <m:ctrlPr>
                                          <a:rPr lang="en-US" altLang="ko-KR" sz="1400" b="0" i="1" smtClean="0">
                                            <a:latin typeface="Cambria Math" panose="02040503050406030204" pitchFamily="18" charset="0"/>
                                          </a:rPr>
                                        </m:ctrlPr>
                                      </m:dPr>
                                      <m:e>
                                        <m:f>
                                          <m:fPr>
                                            <m:ctrlPr>
                                              <a:rPr lang="en-US" altLang="ko-KR" sz="1400" b="0" i="1" smtClean="0">
                                                <a:latin typeface="Cambria Math" panose="02040503050406030204" pitchFamily="18" charset="0"/>
                                              </a:rPr>
                                            </m:ctrlPr>
                                          </m:fPr>
                                          <m:num>
                                            <m:r>
                                              <a:rPr lang="en-US" altLang="ko-KR" sz="1400" b="0" i="1" smtClean="0">
                                                <a:latin typeface="Cambria Math" panose="02040503050406030204" pitchFamily="18" charset="0"/>
                                              </a:rPr>
                                              <m:t>𝑡</m:t>
                                            </m:r>
                                          </m:num>
                                          <m:den>
                                            <m:r>
                                              <a:rPr lang="en-US" altLang="ko-KR" sz="1400" b="0" i="1" smtClean="0">
                                                <a:latin typeface="Cambria Math" panose="02040503050406030204" pitchFamily="18" charset="0"/>
                                              </a:rPr>
                                              <m:t>𝑙𝑛</m:t>
                                            </m:r>
                                            <m:r>
                                              <a:rPr lang="en-US" altLang="ko-KR" sz="1400" b="0" i="1" smtClean="0">
                                                <a:latin typeface="Cambria Math" panose="02040503050406030204" pitchFamily="18" charset="0"/>
                                              </a:rPr>
                                              <m:t>⁡(1+</m:t>
                                            </m:r>
                                            <m:r>
                                              <a:rPr lang="en-US" altLang="ko-KR" sz="1400" b="0" i="1" smtClean="0">
                                                <a:latin typeface="Cambria Math" panose="02040503050406030204" pitchFamily="18" charset="0"/>
                                              </a:rPr>
                                              <m:t>𝑡</m:t>
                                            </m:r>
                                            <m:r>
                                              <a:rPr lang="en-US" altLang="ko-KR" sz="1400" b="0" i="1" smtClean="0">
                                                <a:latin typeface="Cambria Math" panose="02040503050406030204" pitchFamily="18" charset="0"/>
                                              </a:rPr>
                                              <m:t>)</m:t>
                                            </m:r>
                                          </m:den>
                                        </m:f>
                                      </m:e>
                                    </m:d>
                                    <m:r>
                                      <a:rPr lang="en-US" altLang="ko-KR" sz="1400" b="0" i="1" smtClean="0">
                                        <a:latin typeface="Cambria Math" panose="02040503050406030204" pitchFamily="18" charset="0"/>
                                      </a:rPr>
                                      <m:t> </m:t>
                                    </m:r>
                                  </m:e>
                                </m:func>
                              </m:oMath>
                            </m:oMathPara>
                          </a14:m>
                          <a:endParaRPr lang="ko-KR" altLang="en-US" sz="1400" i="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49850590"/>
                      </a:ext>
                    </a:extLst>
                  </a:tr>
                  <a:tr h="641513">
                    <a:tc>
                      <a:txBody>
                        <a:bodyPr/>
                        <a:lstStyle/>
                        <a:p>
                          <a:pPr algn="l" latinLnBrk="1"/>
                          <a14:m>
                            <m:oMathPara xmlns:m="http://schemas.openxmlformats.org/officeDocument/2006/math">
                              <m:oMathParaPr>
                                <m:jc m:val="left"/>
                              </m:oMathParaPr>
                              <m:oMath xmlns:m="http://schemas.openxmlformats.org/officeDocument/2006/math">
                                <m:r>
                                  <a:rPr lang="en-US" altLang="ko-KR" sz="1400" b="0" i="1" smtClean="0">
                                    <a:latin typeface="Cambria Math" panose="02040503050406030204" pitchFamily="18" charset="0"/>
                                  </a:rPr>
                                  <m:t>=</m:t>
                                </m:r>
                                <m:func>
                                  <m:funcPr>
                                    <m:ctrlPr>
                                      <a:rPr lang="en-US" altLang="ko-KR" sz="1400" b="0" i="1" smtClean="0">
                                        <a:latin typeface="Cambria Math" panose="02040503050406030204" pitchFamily="18" charset="0"/>
                                      </a:rPr>
                                    </m:ctrlPr>
                                  </m:funcPr>
                                  <m:fName>
                                    <m:limLow>
                                      <m:limLowPr>
                                        <m:ctrlPr>
                                          <a:rPr lang="en-US" altLang="ko-KR" sz="1400" b="0" i="1" smtClean="0">
                                            <a:latin typeface="Cambria Math" panose="02040503050406030204" pitchFamily="18" charset="0"/>
                                          </a:rPr>
                                        </m:ctrlPr>
                                      </m:limLowPr>
                                      <m:e>
                                        <m:r>
                                          <a:rPr lang="en-US" altLang="ko-KR" sz="1400" b="0" i="1" smtClean="0">
                                            <a:latin typeface="Cambria Math" panose="02040503050406030204" pitchFamily="18" charset="0"/>
                                          </a:rPr>
                                          <m:t>𝑙𝑖𝑚</m:t>
                                        </m:r>
                                      </m:e>
                                      <m:lim>
                                        <m:r>
                                          <a:rPr lang="en-US" altLang="ko-KR" sz="1400" b="0" i="1" smtClean="0">
                                            <a:latin typeface="Cambria Math" panose="02040503050406030204" pitchFamily="18" charset="0"/>
                                          </a:rPr>
                                          <m:t>𝑡</m:t>
                                        </m:r>
                                        <m:r>
                                          <a:rPr lang="en-US" altLang="ko-KR" sz="1400" b="0" i="1" smtClean="0">
                                            <a:latin typeface="Cambria Math" panose="02040503050406030204" pitchFamily="18" charset="0"/>
                                          </a:rPr>
                                          <m:t>→0</m:t>
                                        </m:r>
                                      </m:lim>
                                    </m:limLow>
                                  </m:fName>
                                  <m:e>
                                    <m:d>
                                      <m:dPr>
                                        <m:ctrlPr>
                                          <a:rPr lang="en-US" altLang="ko-KR" sz="1400" b="0" i="1" smtClean="0">
                                            <a:latin typeface="Cambria Math" panose="02040503050406030204" pitchFamily="18" charset="0"/>
                                          </a:rPr>
                                        </m:ctrlPr>
                                      </m:dPr>
                                      <m:e>
                                        <m:f>
                                          <m:fPr>
                                            <m:ctrlPr>
                                              <a:rPr lang="en-US" altLang="ko-KR" sz="1400" b="0" i="1" smtClean="0">
                                                <a:latin typeface="Cambria Math" panose="02040503050406030204" pitchFamily="18" charset="0"/>
                                              </a:rPr>
                                            </m:ctrlPr>
                                          </m:fPr>
                                          <m:num>
                                            <m:f>
                                              <m:fPr>
                                                <m:ctrlPr>
                                                  <a:rPr lang="en-US" altLang="ko-KR" sz="1400" b="0" i="1" smtClean="0">
                                                    <a:latin typeface="Cambria Math" panose="02040503050406030204" pitchFamily="18" charset="0"/>
                                                  </a:rPr>
                                                </m:ctrlPr>
                                              </m:fPr>
                                              <m:num>
                                                <m:r>
                                                  <a:rPr lang="en-US" altLang="ko-KR" sz="1400" b="0" i="1" smtClean="0">
                                                    <a:latin typeface="Cambria Math" panose="02040503050406030204" pitchFamily="18" charset="0"/>
                                                  </a:rPr>
                                                  <m:t>1</m:t>
                                                </m:r>
                                              </m:num>
                                              <m:den>
                                                <m:r>
                                                  <a:rPr lang="en-US" altLang="ko-KR" sz="1400" b="0" i="1" smtClean="0">
                                                    <a:latin typeface="Cambria Math" panose="02040503050406030204" pitchFamily="18" charset="0"/>
                                                  </a:rPr>
                                                  <m:t>1</m:t>
                                                </m:r>
                                              </m:den>
                                            </m:f>
                                          </m:num>
                                          <m:den>
                                            <m:f>
                                              <m:fPr>
                                                <m:ctrlPr>
                                                  <a:rPr lang="en-US" altLang="ko-KR" sz="1400" b="0" i="1" smtClean="0">
                                                    <a:latin typeface="Cambria Math" panose="02040503050406030204" pitchFamily="18" charset="0"/>
                                                  </a:rPr>
                                                </m:ctrlPr>
                                              </m:fPr>
                                              <m:num>
                                                <m:r>
                                                  <a:rPr lang="en-US" altLang="ko-KR" sz="1400" b="0" i="1" smtClean="0">
                                                    <a:latin typeface="Cambria Math" panose="02040503050406030204" pitchFamily="18" charset="0"/>
                                                  </a:rPr>
                                                  <m:t>𝑙𝑛</m:t>
                                                </m:r>
                                                <m:r>
                                                  <a:rPr lang="en-US" altLang="ko-KR" sz="1400" b="0" i="1" smtClean="0">
                                                    <a:latin typeface="Cambria Math" panose="02040503050406030204" pitchFamily="18" charset="0"/>
                                                  </a:rPr>
                                                  <m:t>⁡(1+</m:t>
                                                </m:r>
                                                <m:r>
                                                  <a:rPr lang="en-US" altLang="ko-KR" sz="1400" b="0" i="1" smtClean="0">
                                                    <a:latin typeface="Cambria Math" panose="02040503050406030204" pitchFamily="18" charset="0"/>
                                                  </a:rPr>
                                                  <m:t>𝑡</m:t>
                                                </m:r>
                                                <m:r>
                                                  <a:rPr lang="en-US" altLang="ko-KR" sz="1400" b="0" i="1" smtClean="0">
                                                    <a:latin typeface="Cambria Math" panose="02040503050406030204" pitchFamily="18" charset="0"/>
                                                  </a:rPr>
                                                  <m:t>)</m:t>
                                                </m:r>
                                              </m:num>
                                              <m:den>
                                                <m:r>
                                                  <a:rPr lang="en-US" altLang="ko-KR" sz="1400" b="0" i="1" smtClean="0">
                                                    <a:latin typeface="Cambria Math" panose="02040503050406030204" pitchFamily="18" charset="0"/>
                                                  </a:rPr>
                                                  <m:t>𝑡</m:t>
                                                </m:r>
                                              </m:den>
                                            </m:f>
                                          </m:den>
                                        </m:f>
                                      </m:e>
                                    </m:d>
                                    <m:r>
                                      <a:rPr lang="en-US" altLang="ko-KR" sz="1400" b="0" i="1" smtClean="0">
                                        <a:latin typeface="Cambria Math" panose="02040503050406030204" pitchFamily="18" charset="0"/>
                                      </a:rPr>
                                      <m:t> </m:t>
                                    </m:r>
                                  </m:e>
                                </m:func>
                              </m:oMath>
                            </m:oMathPara>
                          </a14:m>
                          <a:endParaRPr lang="ko-KR" altLang="en-US" sz="1400" i="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50883624"/>
                      </a:ext>
                    </a:extLst>
                  </a:tr>
                  <a:tr h="72035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altLang="ko-KR" sz="1400" b="0" i="1" smtClean="0">
                                    <a:latin typeface="Cambria Math" panose="02040503050406030204" pitchFamily="18" charset="0"/>
                                  </a:rPr>
                                  <m:t>=</m:t>
                                </m:r>
                                <m:func>
                                  <m:funcPr>
                                    <m:ctrlPr>
                                      <a:rPr lang="en-US" altLang="ko-KR" sz="1400" b="0" i="1" smtClean="0">
                                        <a:latin typeface="Cambria Math" panose="02040503050406030204" pitchFamily="18" charset="0"/>
                                      </a:rPr>
                                    </m:ctrlPr>
                                  </m:funcPr>
                                  <m:fName>
                                    <m:limLow>
                                      <m:limLowPr>
                                        <m:ctrlPr>
                                          <a:rPr lang="en-US" altLang="ko-KR" sz="1400" b="0" i="1" smtClean="0">
                                            <a:latin typeface="Cambria Math" panose="02040503050406030204" pitchFamily="18" charset="0"/>
                                          </a:rPr>
                                        </m:ctrlPr>
                                      </m:limLowPr>
                                      <m:e>
                                        <m:r>
                                          <a:rPr lang="en-US" altLang="ko-KR" sz="1400" b="0" i="1" smtClean="0">
                                            <a:latin typeface="Cambria Math" panose="02040503050406030204" pitchFamily="18" charset="0"/>
                                          </a:rPr>
                                          <m:t>𝑙𝑖𝑚</m:t>
                                        </m:r>
                                      </m:e>
                                      <m:lim>
                                        <m:r>
                                          <a:rPr lang="en-US" altLang="ko-KR" sz="1400" b="0" i="1" smtClean="0">
                                            <a:latin typeface="Cambria Math" panose="02040503050406030204" pitchFamily="18" charset="0"/>
                                          </a:rPr>
                                          <m:t>𝑡</m:t>
                                        </m:r>
                                        <m:r>
                                          <a:rPr lang="en-US" altLang="ko-KR" sz="1400" b="0" i="1" smtClean="0">
                                            <a:latin typeface="Cambria Math" panose="02040503050406030204" pitchFamily="18" charset="0"/>
                                          </a:rPr>
                                          <m:t>→0</m:t>
                                        </m:r>
                                      </m:lim>
                                    </m:limLow>
                                  </m:fName>
                                  <m:e>
                                    <m:d>
                                      <m:dPr>
                                        <m:ctrlPr>
                                          <a:rPr lang="en-US" altLang="ko-KR" sz="1400" b="0" i="1" smtClean="0">
                                            <a:latin typeface="Cambria Math" panose="02040503050406030204" pitchFamily="18" charset="0"/>
                                          </a:rPr>
                                        </m:ctrlPr>
                                      </m:dPr>
                                      <m:e>
                                        <m:f>
                                          <m:fPr>
                                            <m:ctrlPr>
                                              <a:rPr lang="en-US" altLang="ko-KR" sz="1400" b="0" i="1" smtClean="0">
                                                <a:latin typeface="Cambria Math" panose="02040503050406030204" pitchFamily="18" charset="0"/>
                                              </a:rPr>
                                            </m:ctrlPr>
                                          </m:fPr>
                                          <m:num>
                                            <m:r>
                                              <a:rPr lang="en-US" altLang="ko-KR" sz="1400" b="0" i="1" smtClean="0">
                                                <a:latin typeface="Cambria Math" panose="02040503050406030204" pitchFamily="18" charset="0"/>
                                              </a:rPr>
                                              <m:t>1</m:t>
                                            </m:r>
                                          </m:num>
                                          <m:den>
                                            <m:f>
                                              <m:fPr>
                                                <m:ctrlPr>
                                                  <a:rPr lang="en-US" altLang="ko-KR" sz="1400" b="0" i="1" smtClean="0">
                                                    <a:latin typeface="Cambria Math" panose="02040503050406030204" pitchFamily="18" charset="0"/>
                                                  </a:rPr>
                                                </m:ctrlPr>
                                              </m:fPr>
                                              <m:num>
                                                <m:r>
                                                  <a:rPr lang="en-US" altLang="ko-KR" sz="1400" b="0" i="1" smtClean="0">
                                                    <a:latin typeface="Cambria Math" panose="02040503050406030204" pitchFamily="18" charset="0"/>
                                                  </a:rPr>
                                                  <m:t>1</m:t>
                                                </m:r>
                                              </m:num>
                                              <m:den>
                                                <m:r>
                                                  <a:rPr lang="en-US" altLang="ko-KR" sz="1400" b="0" i="1" smtClean="0">
                                                    <a:latin typeface="Cambria Math" panose="02040503050406030204" pitchFamily="18" charset="0"/>
                                                  </a:rPr>
                                                  <m:t>𝑡</m:t>
                                                </m:r>
                                              </m:den>
                                            </m:f>
                                            <m:r>
                                              <a:rPr lang="en-US" altLang="ko-KR" sz="1400" b="0" i="1" smtClean="0">
                                                <a:latin typeface="Cambria Math" panose="02040503050406030204" pitchFamily="18" charset="0"/>
                                              </a:rPr>
                                              <m:t>𝑙𝑛</m:t>
                                            </m:r>
                                            <m:r>
                                              <a:rPr lang="en-US" altLang="ko-KR" sz="1400" b="0" i="1" smtClean="0">
                                                <a:latin typeface="Cambria Math" panose="02040503050406030204" pitchFamily="18" charset="0"/>
                                              </a:rPr>
                                              <m:t>⁡(1+</m:t>
                                            </m:r>
                                            <m:r>
                                              <a:rPr lang="en-US" altLang="ko-KR" sz="1400" b="0" i="1" smtClean="0">
                                                <a:latin typeface="Cambria Math" panose="02040503050406030204" pitchFamily="18" charset="0"/>
                                              </a:rPr>
                                              <m:t>𝑡</m:t>
                                            </m:r>
                                            <m:r>
                                              <a:rPr lang="en-US" altLang="ko-KR" sz="1400" b="0" i="1" smtClean="0">
                                                <a:latin typeface="Cambria Math" panose="02040503050406030204" pitchFamily="18" charset="0"/>
                                              </a:rPr>
                                              <m:t>)</m:t>
                                            </m:r>
                                          </m:den>
                                        </m:f>
                                      </m:e>
                                    </m:d>
                                    <m:r>
                                      <a:rPr lang="en-US" altLang="ko-KR" sz="1400" b="0" i="1" smtClean="0">
                                        <a:latin typeface="Cambria Math" panose="02040503050406030204" pitchFamily="18" charset="0"/>
                                      </a:rPr>
                                      <m:t>= </m:t>
                                    </m:r>
                                  </m:e>
                                </m:func>
                                <m:func>
                                  <m:funcPr>
                                    <m:ctrlPr>
                                      <a:rPr lang="en-US" altLang="ko-KR" sz="1400" b="0" i="1" smtClean="0">
                                        <a:latin typeface="Cambria Math" panose="02040503050406030204" pitchFamily="18" charset="0"/>
                                      </a:rPr>
                                    </m:ctrlPr>
                                  </m:funcPr>
                                  <m:fName>
                                    <m:limLow>
                                      <m:limLowPr>
                                        <m:ctrlPr>
                                          <a:rPr lang="en-US" altLang="ko-KR" sz="1400" b="0" i="1" smtClean="0">
                                            <a:latin typeface="Cambria Math" panose="02040503050406030204" pitchFamily="18" charset="0"/>
                                          </a:rPr>
                                        </m:ctrlPr>
                                      </m:limLowPr>
                                      <m:e>
                                        <m:r>
                                          <a:rPr lang="en-US" altLang="ko-KR" sz="1400" b="0" i="1" smtClean="0">
                                            <a:latin typeface="Cambria Math" panose="02040503050406030204" pitchFamily="18" charset="0"/>
                                          </a:rPr>
                                          <m:t>𝑙𝑖𝑚</m:t>
                                        </m:r>
                                      </m:e>
                                      <m:lim>
                                        <m:r>
                                          <a:rPr lang="en-US" altLang="ko-KR" sz="1400" b="0" i="1" smtClean="0">
                                            <a:latin typeface="Cambria Math" panose="02040503050406030204" pitchFamily="18" charset="0"/>
                                          </a:rPr>
                                          <m:t>𝑡</m:t>
                                        </m:r>
                                        <m:r>
                                          <a:rPr lang="en-US" altLang="ko-KR" sz="1400" b="0" i="1" smtClean="0">
                                            <a:latin typeface="Cambria Math" panose="02040503050406030204" pitchFamily="18" charset="0"/>
                                          </a:rPr>
                                          <m:t>→0</m:t>
                                        </m:r>
                                      </m:lim>
                                    </m:limLow>
                                  </m:fName>
                                  <m:e>
                                    <m:d>
                                      <m:dPr>
                                        <m:ctrlPr>
                                          <a:rPr lang="en-US" altLang="ko-KR" sz="1400" b="0" i="1" smtClean="0">
                                            <a:latin typeface="Cambria Math" panose="02040503050406030204" pitchFamily="18" charset="0"/>
                                          </a:rPr>
                                        </m:ctrlPr>
                                      </m:dPr>
                                      <m:e>
                                        <m:f>
                                          <m:fPr>
                                            <m:ctrlPr>
                                              <a:rPr lang="en-US" altLang="ko-KR" sz="1400" b="0" i="1" smtClean="0">
                                                <a:latin typeface="Cambria Math" panose="02040503050406030204" pitchFamily="18" charset="0"/>
                                              </a:rPr>
                                            </m:ctrlPr>
                                          </m:fPr>
                                          <m:num>
                                            <m:r>
                                              <a:rPr lang="en-US" altLang="ko-KR" sz="1400" b="0" i="1" smtClean="0">
                                                <a:latin typeface="Cambria Math" panose="02040503050406030204" pitchFamily="18" charset="0"/>
                                              </a:rPr>
                                              <m:t>1</m:t>
                                            </m:r>
                                          </m:num>
                                          <m:den>
                                            <m:sSup>
                                              <m:sSupPr>
                                                <m:ctrlPr>
                                                  <a:rPr lang="en-US" altLang="ko-KR" sz="1400" b="0" i="1" smtClean="0">
                                                    <a:latin typeface="Cambria Math" panose="02040503050406030204" pitchFamily="18" charset="0"/>
                                                  </a:rPr>
                                                </m:ctrlPr>
                                              </m:sSupPr>
                                              <m:e>
                                                <m:r>
                                                  <a:rPr lang="en-US" altLang="ko-KR" sz="1400" b="0" i="1" smtClean="0">
                                                    <a:latin typeface="Cambria Math" panose="02040503050406030204" pitchFamily="18" charset="0"/>
                                                  </a:rPr>
                                                  <m:t>𝑙𝑛</m:t>
                                                </m:r>
                                                <m:r>
                                                  <a:rPr lang="en-US" altLang="ko-KR" sz="1400" b="0" i="1" smtClean="0">
                                                    <a:latin typeface="Cambria Math" panose="02040503050406030204" pitchFamily="18" charset="0"/>
                                                  </a:rPr>
                                                  <m:t>⁡(1+</m:t>
                                                </m:r>
                                                <m:r>
                                                  <a:rPr lang="en-US" altLang="ko-KR" sz="1400" b="0" i="1" smtClean="0">
                                                    <a:latin typeface="Cambria Math" panose="02040503050406030204" pitchFamily="18" charset="0"/>
                                                  </a:rPr>
                                                  <m:t>𝑡</m:t>
                                                </m:r>
                                                <m:r>
                                                  <a:rPr lang="en-US" altLang="ko-KR" sz="1400" b="0" i="1" smtClean="0">
                                                    <a:latin typeface="Cambria Math" panose="02040503050406030204" pitchFamily="18" charset="0"/>
                                                  </a:rPr>
                                                  <m:t>)</m:t>
                                                </m:r>
                                              </m:e>
                                              <m:sup>
                                                <m:f>
                                                  <m:fPr>
                                                    <m:ctrlPr>
                                                      <a:rPr lang="en-US" altLang="ko-KR" sz="1400" b="0" i="1" smtClean="0">
                                                        <a:latin typeface="Cambria Math" panose="02040503050406030204" pitchFamily="18" charset="0"/>
                                                      </a:rPr>
                                                    </m:ctrlPr>
                                                  </m:fPr>
                                                  <m:num>
                                                    <m:r>
                                                      <a:rPr lang="en-US" altLang="ko-KR" sz="1400" b="0" i="1" smtClean="0">
                                                        <a:latin typeface="Cambria Math" panose="02040503050406030204" pitchFamily="18" charset="0"/>
                                                      </a:rPr>
                                                      <m:t>1</m:t>
                                                    </m:r>
                                                  </m:num>
                                                  <m:den>
                                                    <m:r>
                                                      <a:rPr lang="en-US" altLang="ko-KR" sz="1400" b="0" i="1" smtClean="0">
                                                        <a:latin typeface="Cambria Math" panose="02040503050406030204" pitchFamily="18" charset="0"/>
                                                      </a:rPr>
                                                      <m:t>𝑡</m:t>
                                                    </m:r>
                                                  </m:den>
                                                </m:f>
                                              </m:sup>
                                            </m:sSup>
                                          </m:den>
                                        </m:f>
                                      </m:e>
                                    </m:d>
                                    <m:r>
                                      <a:rPr lang="en-US" altLang="ko-KR" sz="1400" b="0" i="1" smtClean="0">
                                        <a:latin typeface="Cambria Math" panose="02040503050406030204" pitchFamily="18" charset="0"/>
                                      </a:rPr>
                                      <m:t> </m:t>
                                    </m:r>
                                  </m:e>
                                </m:func>
                              </m:oMath>
                            </m:oMathPara>
                          </a14:m>
                          <a:endParaRPr lang="ko-KR" altLang="en-US"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9591821"/>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altLang="ko-KR" sz="1400" b="0" i="1" smtClean="0">
                                    <a:latin typeface="Cambria Math" panose="02040503050406030204" pitchFamily="18" charset="0"/>
                                  </a:rPr>
                                  <m:t>=</m:t>
                                </m:r>
                                <m:func>
                                  <m:funcPr>
                                    <m:ctrlPr>
                                      <a:rPr lang="en-US" altLang="ko-KR" sz="1400" b="0" i="1" smtClean="0">
                                        <a:latin typeface="Cambria Math" panose="02040503050406030204" pitchFamily="18" charset="0"/>
                                      </a:rPr>
                                    </m:ctrlPr>
                                  </m:funcPr>
                                  <m:fName>
                                    <m:f>
                                      <m:fPr>
                                        <m:ctrlPr>
                                          <a:rPr lang="en-US" altLang="ko-KR" sz="1400" i="1" smtClean="0">
                                            <a:latin typeface="Cambria Math" panose="02040503050406030204" pitchFamily="18" charset="0"/>
                                          </a:rPr>
                                        </m:ctrlPr>
                                      </m:fPr>
                                      <m:num>
                                        <m:r>
                                          <a:rPr lang="en-US" altLang="ko-KR" sz="1400" i="1">
                                            <a:latin typeface="Cambria Math" panose="02040503050406030204" pitchFamily="18" charset="0"/>
                                          </a:rPr>
                                          <m:t>1</m:t>
                                        </m:r>
                                      </m:num>
                                      <m:den>
                                        <m:r>
                                          <a:rPr lang="en-US" altLang="ko-KR" sz="1400" i="1">
                                            <a:latin typeface="Cambria Math" panose="02040503050406030204" pitchFamily="18" charset="0"/>
                                          </a:rPr>
                                          <m:t>𝑙𝑛</m:t>
                                        </m:r>
                                        <m:r>
                                          <a:rPr lang="en-US" altLang="ko-KR" sz="1400" i="1">
                                            <a:latin typeface="Cambria Math" panose="02040503050406030204" pitchFamily="18" charset="0"/>
                                          </a:rPr>
                                          <m:t>⁡(</m:t>
                                        </m:r>
                                        <m:func>
                                          <m:funcPr>
                                            <m:ctrlPr>
                                              <a:rPr lang="en-US" altLang="ko-KR" sz="1400" i="1">
                                                <a:latin typeface="Cambria Math" panose="02040503050406030204" pitchFamily="18" charset="0"/>
                                              </a:rPr>
                                            </m:ctrlPr>
                                          </m:funcPr>
                                          <m:fName>
                                            <m:limLow>
                                              <m:limLowPr>
                                                <m:ctrlPr>
                                                  <a:rPr lang="en-US" altLang="ko-KR" sz="1400" i="1">
                                                    <a:latin typeface="Cambria Math" panose="02040503050406030204" pitchFamily="18" charset="0"/>
                                                  </a:rPr>
                                                </m:ctrlPr>
                                              </m:limLowPr>
                                              <m:e>
                                                <m:r>
                                                  <m:rPr>
                                                    <m:sty m:val="p"/>
                                                  </m:rPr>
                                                  <a:rPr lang="en-US" altLang="ko-KR" sz="1400">
                                                    <a:latin typeface="Cambria Math" panose="02040503050406030204" pitchFamily="18" charset="0"/>
                                                  </a:rPr>
                                                  <m:t>lim</m:t>
                                                </m:r>
                                              </m:e>
                                              <m:lim>
                                                <m:r>
                                                  <a:rPr lang="en-US" altLang="ko-KR" sz="1400" i="1">
                                                    <a:latin typeface="Cambria Math" panose="02040503050406030204" pitchFamily="18" charset="0"/>
                                                  </a:rPr>
                                                  <m:t>𝑡</m:t>
                                                </m:r>
                                                <m:r>
                                                  <a:rPr lang="en-US" altLang="ko-KR" sz="1400" i="1">
                                                    <a:latin typeface="Cambria Math" panose="02040503050406030204" pitchFamily="18" charset="0"/>
                                                  </a:rPr>
                                                  <m:t>→0</m:t>
                                                </m:r>
                                              </m:lim>
                                            </m:limLow>
                                          </m:fName>
                                          <m:e>
                                            <m:sSup>
                                              <m:sSupPr>
                                                <m:ctrlPr>
                                                  <a:rPr lang="en-US" altLang="ko-KR" sz="1400" i="1">
                                                    <a:latin typeface="Cambria Math" panose="02040503050406030204" pitchFamily="18" charset="0"/>
                                                  </a:rPr>
                                                </m:ctrlPr>
                                              </m:sSupPr>
                                              <m:e>
                                                <m:d>
                                                  <m:dPr>
                                                    <m:ctrlPr>
                                                      <a:rPr lang="en-US" altLang="ko-KR" sz="1400" i="1">
                                                        <a:latin typeface="Cambria Math" panose="02040503050406030204" pitchFamily="18" charset="0"/>
                                                      </a:rPr>
                                                    </m:ctrlPr>
                                                  </m:dPr>
                                                  <m:e>
                                                    <m:r>
                                                      <a:rPr lang="en-US" altLang="ko-KR" sz="1400" i="1">
                                                        <a:latin typeface="Cambria Math" panose="02040503050406030204" pitchFamily="18" charset="0"/>
                                                      </a:rPr>
                                                      <m:t>1+</m:t>
                                                    </m:r>
                                                    <m:r>
                                                      <a:rPr lang="en-US" altLang="ko-KR" sz="1400" i="1">
                                                        <a:latin typeface="Cambria Math" panose="02040503050406030204" pitchFamily="18" charset="0"/>
                                                      </a:rPr>
                                                      <m:t>𝑡</m:t>
                                                    </m:r>
                                                  </m:e>
                                                </m:d>
                                              </m:e>
                                              <m:sup>
                                                <m:f>
                                                  <m:fPr>
                                                    <m:ctrlPr>
                                                      <a:rPr lang="en-US" altLang="ko-KR" sz="1400" i="1">
                                                        <a:latin typeface="Cambria Math" panose="02040503050406030204" pitchFamily="18" charset="0"/>
                                                      </a:rPr>
                                                    </m:ctrlPr>
                                                  </m:fPr>
                                                  <m:num>
                                                    <m:r>
                                                      <a:rPr lang="en-US" altLang="ko-KR" sz="1400" i="1">
                                                        <a:latin typeface="Cambria Math" panose="02040503050406030204" pitchFamily="18" charset="0"/>
                                                      </a:rPr>
                                                      <m:t>1</m:t>
                                                    </m:r>
                                                  </m:num>
                                                  <m:den>
                                                    <m:r>
                                                      <a:rPr lang="en-US" altLang="ko-KR" sz="1400" i="1">
                                                        <a:latin typeface="Cambria Math" panose="02040503050406030204" pitchFamily="18" charset="0"/>
                                                      </a:rPr>
                                                      <m:t>𝑡</m:t>
                                                    </m:r>
                                                  </m:den>
                                                </m:f>
                                              </m:sup>
                                            </m:sSup>
                                          </m:e>
                                        </m:func>
                                        <m:r>
                                          <a:rPr lang="en-US" altLang="ko-KR" sz="1400" i="1">
                                            <a:latin typeface="Cambria Math" panose="02040503050406030204" pitchFamily="18" charset="0"/>
                                          </a:rPr>
                                          <m:t>)</m:t>
                                        </m:r>
                                      </m:den>
                                    </m:f>
                                  </m:fName>
                                  <m:e>
                                    <m:r>
                                      <a:rPr lang="en-US" altLang="ko-KR" sz="1400" b="0" i="1" smtClean="0">
                                        <a:latin typeface="Cambria Math" panose="02040503050406030204" pitchFamily="18" charset="0"/>
                                      </a:rPr>
                                      <m:t> </m:t>
                                    </m:r>
                                  </m:e>
                                </m:func>
                              </m:oMath>
                            </m:oMathPara>
                          </a14:m>
                          <a:endParaRPr lang="ko-KR" altLang="en-US"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71924127"/>
                      </a:ext>
                    </a:extLst>
                  </a:tr>
                  <a:tr h="549223">
                    <a:tc>
                      <a:txBody>
                        <a:bodyPr/>
                        <a:lstStyle/>
                        <a:p>
                          <a:pPr algn="l" latinLnBrk="1"/>
                          <a:endParaRPr lang="ko-KR" altLang="en-US" sz="1400" i="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33410646"/>
                      </a:ext>
                    </a:extLst>
                  </a:tr>
                </a:tbl>
              </a:graphicData>
            </a:graphic>
          </p:graphicFrame>
        </mc:Choice>
        <mc:Fallback xmlns="">
          <p:graphicFrame>
            <p:nvGraphicFramePr>
              <p:cNvPr id="10" name="표 9"/>
              <p:cNvGraphicFramePr>
                <a:graphicFrameLocks noGrp="1"/>
              </p:cNvGraphicFramePr>
              <p:nvPr>
                <p:extLst>
                  <p:ext uri="{D42A27DB-BD31-4B8C-83A1-F6EECF244321}">
                    <p14:modId xmlns:p14="http://schemas.microsoft.com/office/powerpoint/2010/main" val="1971449974"/>
                  </p:ext>
                </p:extLst>
              </p:nvPr>
            </p:nvGraphicFramePr>
            <p:xfrm>
              <a:off x="930342" y="2531450"/>
              <a:ext cx="6019098" cy="3974538"/>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41513">
                    <a:tc>
                      <a:txBody>
                        <a:bodyPr/>
                        <a:lstStyle/>
                        <a:p>
                          <a:endParaRPr lang="ko-K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b="-521905"/>
                          </a:stretch>
                        </a:blipFill>
                      </a:tcPr>
                    </a:tc>
                    <a:extLst>
                      <a:ext uri="{0D108BD9-81ED-4DB2-BD59-A6C34878D82A}">
                        <a16:rowId xmlns:a16="http://schemas.microsoft.com/office/drawing/2014/main" val="1349850590"/>
                      </a:ext>
                    </a:extLst>
                  </a:tr>
                  <a:tr h="811276">
                    <a:tc>
                      <a:txBody>
                        <a:bodyPr/>
                        <a:lstStyle/>
                        <a:p>
                          <a:endParaRPr lang="ko-K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78358" b="-308955"/>
                          </a:stretch>
                        </a:blipFill>
                      </a:tcPr>
                    </a:tc>
                    <a:extLst>
                      <a:ext uri="{0D108BD9-81ED-4DB2-BD59-A6C34878D82A}">
                        <a16:rowId xmlns:a16="http://schemas.microsoft.com/office/drawing/2014/main" val="450883624"/>
                      </a:ext>
                    </a:extLst>
                  </a:tr>
                  <a:tr h="720358">
                    <a:tc>
                      <a:txBody>
                        <a:bodyPr/>
                        <a:lstStyle/>
                        <a:p>
                          <a:endParaRPr lang="ko-K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202542" b="-250847"/>
                          </a:stretch>
                        </a:blipFill>
                      </a:tcPr>
                    </a:tc>
                    <a:extLst>
                      <a:ext uri="{0D108BD9-81ED-4DB2-BD59-A6C34878D82A}">
                        <a16:rowId xmlns:a16="http://schemas.microsoft.com/office/drawing/2014/main" val="549591821"/>
                      </a:ext>
                    </a:extLst>
                  </a:tr>
                  <a:tr h="702945">
                    <a:tc>
                      <a:txBody>
                        <a:bodyPr/>
                        <a:lstStyle/>
                        <a:p>
                          <a:endParaRPr lang="ko-K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307759" b="-155172"/>
                          </a:stretch>
                        </a:blipFill>
                      </a:tcPr>
                    </a:tc>
                    <a:extLst>
                      <a:ext uri="{0D108BD9-81ED-4DB2-BD59-A6C34878D82A}">
                        <a16:rowId xmlns:a16="http://schemas.microsoft.com/office/drawing/2014/main" val="2571924127"/>
                      </a:ext>
                    </a:extLst>
                  </a:tr>
                  <a:tr h="549223">
                    <a:tc>
                      <a:txBody>
                        <a:bodyPr/>
                        <a:lstStyle/>
                        <a:p>
                          <a:pPr algn="l" latinLnBrk="1"/>
                          <a:endParaRPr lang="ko-KR" altLang="en-US" sz="1400" i="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33410646"/>
                      </a:ext>
                    </a:extLst>
                  </a:tr>
                </a:tbl>
              </a:graphicData>
            </a:graphic>
          </p:graphicFrame>
        </mc:Fallback>
      </mc:AlternateContent>
      <p:sp>
        <p:nvSpPr>
          <p:cNvPr id="12" name="원호 11"/>
          <p:cNvSpPr/>
          <p:nvPr/>
        </p:nvSpPr>
        <p:spPr>
          <a:xfrm>
            <a:off x="1974341" y="2780681"/>
            <a:ext cx="914400" cy="914400"/>
          </a:xfrm>
          <a:prstGeom prst="arc">
            <a:avLst>
              <a:gd name="adj1" fmla="val 21502301"/>
              <a:gd name="adj2" fmla="val 5600308"/>
            </a:avLst>
          </a:prstGeom>
          <a:ln w="9525">
            <a:solidFill>
              <a:srgbClr val="C00000"/>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mc:AlternateContent xmlns:mc="http://schemas.openxmlformats.org/markup-compatibility/2006" xmlns:a14="http://schemas.microsoft.com/office/drawing/2010/main">
        <mc:Choice Requires="a14">
          <p:sp>
            <p:nvSpPr>
              <p:cNvPr id="4" name="직사각형 3"/>
              <p:cNvSpPr/>
              <p:nvPr/>
            </p:nvSpPr>
            <p:spPr>
              <a:xfrm>
                <a:off x="2859920" y="3190673"/>
                <a:ext cx="3646255" cy="64985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nor/>
                        </m:rPr>
                        <a:rPr lang="en-US" altLang="ko-KR" sz="1200" i="1" dirty="0" smtClean="0">
                          <a:solidFill>
                            <a:srgbClr val="C00000"/>
                          </a:solidFill>
                        </a:rPr>
                        <m:t>by</m:t>
                      </m:r>
                      <m:r>
                        <m:rPr>
                          <m:nor/>
                        </m:rPr>
                        <a:rPr lang="en-US" altLang="ko-KR" sz="1200" i="1" dirty="0" smtClean="0">
                          <a:solidFill>
                            <a:srgbClr val="C00000"/>
                          </a:solidFill>
                        </a:rPr>
                        <m:t> </m:t>
                      </m:r>
                      <m:r>
                        <m:rPr>
                          <m:nor/>
                        </m:rPr>
                        <a:rPr lang="en-US" altLang="ko-KR" sz="1200" i="1" dirty="0" smtClean="0">
                          <a:solidFill>
                            <a:srgbClr val="C00000"/>
                          </a:solidFill>
                        </a:rPr>
                        <m:t>the</m:t>
                      </m:r>
                      <m:r>
                        <m:rPr>
                          <m:nor/>
                        </m:rPr>
                        <a:rPr lang="en-US" altLang="ko-KR" sz="1200" i="1" dirty="0" smtClean="0">
                          <a:solidFill>
                            <a:srgbClr val="C00000"/>
                          </a:solidFill>
                        </a:rPr>
                        <m:t> </m:t>
                      </m:r>
                      <m:r>
                        <m:rPr>
                          <m:nor/>
                        </m:rPr>
                        <a:rPr lang="en-US" altLang="ko-KR" sz="1200" i="1" dirty="0" smtClean="0">
                          <a:solidFill>
                            <a:srgbClr val="C00000"/>
                          </a:solidFill>
                        </a:rPr>
                        <m:t>complex</m:t>
                      </m:r>
                      <m:r>
                        <m:rPr>
                          <m:nor/>
                        </m:rPr>
                        <a:rPr lang="en-US" altLang="ko-KR" sz="1200" i="1" dirty="0" smtClean="0">
                          <a:solidFill>
                            <a:srgbClr val="C00000"/>
                          </a:solidFill>
                        </a:rPr>
                        <m:t> </m:t>
                      </m:r>
                      <m:r>
                        <m:rPr>
                          <m:nor/>
                        </m:rPr>
                        <a:rPr lang="en-US" altLang="ko-KR" sz="1200" i="1" dirty="0" smtClean="0">
                          <a:solidFill>
                            <a:srgbClr val="C00000"/>
                          </a:solidFill>
                        </a:rPr>
                        <m:t>fraction</m:t>
                      </m:r>
                      <m:r>
                        <m:rPr>
                          <m:nor/>
                        </m:rPr>
                        <a:rPr lang="en-US" altLang="ko-KR" sz="1200" i="1" dirty="0" smtClean="0">
                          <a:solidFill>
                            <a:srgbClr val="C00000"/>
                          </a:solidFill>
                        </a:rPr>
                        <m:t> </m:t>
                      </m:r>
                      <m:r>
                        <m:rPr>
                          <m:nor/>
                        </m:rPr>
                        <a:rPr lang="en-US" altLang="ko-KR" sz="1200" i="1" dirty="0" smtClean="0">
                          <a:solidFill>
                            <a:srgbClr val="C00000"/>
                          </a:solidFill>
                        </a:rPr>
                        <m:t>theorem</m:t>
                      </m:r>
                      <m:r>
                        <a:rPr lang="en-US" altLang="ko-KR" sz="1200" b="0" i="1" dirty="0" smtClean="0">
                          <a:latin typeface="Cambria Math" panose="02040503050406030204" pitchFamily="18" charset="0"/>
                        </a:rPr>
                        <m:t>,  </m:t>
                      </m:r>
                      <m:f>
                        <m:fPr>
                          <m:ctrlPr>
                            <a:rPr lang="en-US" altLang="ko-KR" sz="1200" i="1" smtClean="0">
                              <a:latin typeface="Cambria Math" panose="02040503050406030204" pitchFamily="18" charset="0"/>
                            </a:rPr>
                          </m:ctrlPr>
                        </m:fPr>
                        <m:num>
                          <m:r>
                            <a:rPr lang="en-US" altLang="ko-KR" sz="1200" b="0" i="1" smtClean="0">
                              <a:latin typeface="Cambria Math" panose="02040503050406030204" pitchFamily="18" charset="0"/>
                            </a:rPr>
                            <m:t>𝑎𝑑</m:t>
                          </m:r>
                        </m:num>
                        <m:den>
                          <m:r>
                            <a:rPr lang="en-US" altLang="ko-KR" sz="1200" b="0" i="1" smtClean="0">
                              <a:latin typeface="Cambria Math" panose="02040503050406030204" pitchFamily="18" charset="0"/>
                            </a:rPr>
                            <m:t>𝑏𝑐</m:t>
                          </m:r>
                        </m:den>
                      </m:f>
                      <m:r>
                        <a:rPr lang="en-US" altLang="ko-KR" sz="1200" b="0" i="1" smtClean="0">
                          <a:latin typeface="Cambria Math" panose="02040503050406030204" pitchFamily="18" charset="0"/>
                        </a:rPr>
                        <m:t>=</m:t>
                      </m:r>
                      <m:f>
                        <m:fPr>
                          <m:ctrlPr>
                            <a:rPr lang="en-US" altLang="ko-KR" sz="1200" i="1">
                              <a:latin typeface="Cambria Math" panose="02040503050406030204" pitchFamily="18" charset="0"/>
                            </a:rPr>
                          </m:ctrlPr>
                        </m:fPr>
                        <m:num>
                          <m:r>
                            <a:rPr lang="en-US" altLang="ko-KR" sz="1200" i="1">
                              <a:latin typeface="Cambria Math" panose="02040503050406030204" pitchFamily="18" charset="0"/>
                            </a:rPr>
                            <m:t>𝑎</m:t>
                          </m:r>
                        </m:num>
                        <m:den>
                          <m:r>
                            <a:rPr lang="en-US" altLang="ko-KR" sz="1200" i="1">
                              <a:latin typeface="Cambria Math" panose="02040503050406030204" pitchFamily="18" charset="0"/>
                            </a:rPr>
                            <m:t>𝑏</m:t>
                          </m:r>
                        </m:den>
                      </m:f>
                      <m:r>
                        <a:rPr lang="en-US" altLang="ko-KR" sz="1200" i="1" smtClean="0">
                          <a:latin typeface="Cambria Math" panose="02040503050406030204" pitchFamily="18" charset="0"/>
                          <a:ea typeface="Cambria Math" panose="02040503050406030204" pitchFamily="18" charset="0"/>
                        </a:rPr>
                        <m:t>÷</m:t>
                      </m:r>
                      <m:f>
                        <m:fPr>
                          <m:ctrlPr>
                            <a:rPr lang="en-US" altLang="ko-KR" sz="1200" i="1">
                              <a:latin typeface="Cambria Math" panose="02040503050406030204" pitchFamily="18" charset="0"/>
                            </a:rPr>
                          </m:ctrlPr>
                        </m:fPr>
                        <m:num>
                          <m:r>
                            <a:rPr lang="en-US" altLang="ko-KR" sz="1200" i="1">
                              <a:latin typeface="Cambria Math" panose="02040503050406030204" pitchFamily="18" charset="0"/>
                            </a:rPr>
                            <m:t>𝑐</m:t>
                          </m:r>
                        </m:num>
                        <m:den>
                          <m:r>
                            <a:rPr lang="en-US" altLang="ko-KR" sz="1200" i="1">
                              <a:latin typeface="Cambria Math" panose="02040503050406030204" pitchFamily="18" charset="0"/>
                            </a:rPr>
                            <m:t>𝑑</m:t>
                          </m:r>
                        </m:den>
                      </m:f>
                      <m:r>
                        <a:rPr lang="en-US" altLang="ko-KR" sz="1200" b="0" i="1" smtClean="0">
                          <a:latin typeface="Cambria Math" panose="02040503050406030204" pitchFamily="18" charset="0"/>
                        </a:rPr>
                        <m:t>=</m:t>
                      </m:r>
                      <m:f>
                        <m:fPr>
                          <m:ctrlPr>
                            <a:rPr lang="en-US" altLang="ko-KR" sz="1200" i="1" smtClean="0">
                              <a:latin typeface="Cambria Math" panose="02040503050406030204" pitchFamily="18" charset="0"/>
                            </a:rPr>
                          </m:ctrlPr>
                        </m:fPr>
                        <m:num>
                          <m:f>
                            <m:fPr>
                              <m:ctrlPr>
                                <a:rPr lang="en-US" altLang="ko-KR" sz="1200" i="1">
                                  <a:latin typeface="Cambria Math" panose="02040503050406030204" pitchFamily="18" charset="0"/>
                                </a:rPr>
                              </m:ctrlPr>
                            </m:fPr>
                            <m:num>
                              <m:r>
                                <a:rPr lang="en-US" altLang="ko-KR" sz="1200" b="0" i="1" smtClean="0">
                                  <a:latin typeface="Cambria Math" panose="02040503050406030204" pitchFamily="18" charset="0"/>
                                </a:rPr>
                                <m:t>𝑎</m:t>
                              </m:r>
                            </m:num>
                            <m:den>
                              <m:r>
                                <a:rPr lang="en-US" altLang="ko-KR" sz="1200" b="0" i="1" smtClean="0">
                                  <a:latin typeface="Cambria Math" panose="02040503050406030204" pitchFamily="18" charset="0"/>
                                </a:rPr>
                                <m:t>𝑏</m:t>
                              </m:r>
                            </m:den>
                          </m:f>
                        </m:num>
                        <m:den>
                          <m:f>
                            <m:fPr>
                              <m:ctrlPr>
                                <a:rPr lang="en-US" altLang="ko-KR" sz="1200" i="1">
                                  <a:latin typeface="Cambria Math" panose="02040503050406030204" pitchFamily="18" charset="0"/>
                                </a:rPr>
                              </m:ctrlPr>
                            </m:fPr>
                            <m:num>
                              <m:r>
                                <a:rPr lang="en-US" altLang="ko-KR" sz="1200" b="0" i="1" smtClean="0">
                                  <a:latin typeface="Cambria Math" panose="02040503050406030204" pitchFamily="18" charset="0"/>
                                </a:rPr>
                                <m:t>𝑐</m:t>
                              </m:r>
                            </m:num>
                            <m:den>
                              <m:r>
                                <a:rPr lang="en-US" altLang="ko-KR" sz="1200" b="0" i="1" smtClean="0">
                                  <a:latin typeface="Cambria Math" panose="02040503050406030204" pitchFamily="18" charset="0"/>
                                </a:rPr>
                                <m:t>𝑑</m:t>
                              </m:r>
                            </m:den>
                          </m:f>
                        </m:den>
                      </m:f>
                    </m:oMath>
                  </m:oMathPara>
                </a14:m>
                <a:endParaRPr lang="ko-KR" altLang="en-US" sz="1200" dirty="0"/>
              </a:p>
            </p:txBody>
          </p:sp>
        </mc:Choice>
        <mc:Fallback xmlns="">
          <p:sp>
            <p:nvSpPr>
              <p:cNvPr id="4" name="직사각형 3"/>
              <p:cNvSpPr>
                <a:spLocks noRot="1" noChangeAspect="1" noMove="1" noResize="1" noEditPoints="1" noAdjustHandles="1" noChangeArrowheads="1" noChangeShapeType="1" noTextEdit="1"/>
              </p:cNvSpPr>
              <p:nvPr/>
            </p:nvSpPr>
            <p:spPr>
              <a:xfrm>
                <a:off x="2859920" y="3190673"/>
                <a:ext cx="3646255" cy="649858"/>
              </a:xfrm>
              <a:prstGeom prst="rect">
                <a:avLst/>
              </a:prstGeom>
              <a:blipFill>
                <a:blip r:embed="rId4"/>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918755" y="1419294"/>
                <a:ext cx="1847493" cy="494751"/>
              </a:xfrm>
              <a:prstGeom prst="rect">
                <a:avLst/>
              </a:prstGeom>
              <a:noFill/>
            </p:spPr>
            <p:txBody>
              <a:bodyPr wrap="none" lIns="0" tIns="0" rIns="0" bIns="0" rtlCol="0">
                <a:spAutoFit/>
              </a:bodyPr>
              <a:lstStyle/>
              <a:p>
                <a:r>
                  <a:rPr lang="ko-KR" altLang="en-US" sz="2000" dirty="0"/>
                  <a:t>③</a:t>
                </a:r>
                <a14:m>
                  <m:oMath xmlns:m="http://schemas.openxmlformats.org/officeDocument/2006/math">
                    <m:func>
                      <m:funcPr>
                        <m:ctrlPr>
                          <a:rPr lang="en-US" altLang="ko-KR" sz="2000" b="0" i="1" smtClean="0">
                            <a:latin typeface="Cambria Math" panose="02040503050406030204" pitchFamily="18" charset="0"/>
                          </a:rPr>
                        </m:ctrlPr>
                      </m:funcPr>
                      <m:fName>
                        <m:limLow>
                          <m:limLowPr>
                            <m:ctrlPr>
                              <a:rPr lang="en-US" altLang="ko-KR" sz="2000" b="0" i="1" smtClean="0">
                                <a:latin typeface="Cambria Math" panose="02040503050406030204" pitchFamily="18" charset="0"/>
                              </a:rPr>
                            </m:ctrlPr>
                          </m:limLowPr>
                          <m:e>
                            <m:r>
                              <a:rPr lang="en-US" altLang="ko-KR" sz="2000" b="0" i="1" smtClean="0">
                                <a:latin typeface="Cambria Math" panose="02040503050406030204" pitchFamily="18" charset="0"/>
                              </a:rPr>
                              <m:t>𝑙𝑖𝑚</m:t>
                            </m:r>
                          </m:e>
                          <m:lim>
                            <m:r>
                              <a:rPr lang="en-US" altLang="ko-KR" sz="2000" b="0" i="1" smtClean="0">
                                <a:latin typeface="Cambria Math" panose="02040503050406030204" pitchFamily="18" charset="0"/>
                              </a:rPr>
                              <m:t>𝑥</m:t>
                            </m:r>
                            <m:r>
                              <a:rPr lang="en-US" altLang="ko-KR" sz="2000" b="0" i="1" smtClean="0">
                                <a:latin typeface="Cambria Math" panose="02040503050406030204" pitchFamily="18" charset="0"/>
                              </a:rPr>
                              <m:t>→0</m:t>
                            </m:r>
                          </m:lim>
                        </m:limLow>
                      </m:fName>
                      <m:e>
                        <m:d>
                          <m:dPr>
                            <m:ctrlPr>
                              <a:rPr lang="en-US" altLang="ko-KR" sz="2000" b="0" i="1" smtClean="0">
                                <a:latin typeface="Cambria Math" panose="02040503050406030204" pitchFamily="18" charset="0"/>
                              </a:rPr>
                            </m:ctrlPr>
                          </m:dPr>
                          <m:e>
                            <m:f>
                              <m:fPr>
                                <m:ctrlPr>
                                  <a:rPr lang="en-US" altLang="ko-KR" sz="2000" b="0" i="1" smtClean="0">
                                    <a:latin typeface="Cambria Math" panose="02040503050406030204" pitchFamily="18" charset="0"/>
                                  </a:rPr>
                                </m:ctrlPr>
                              </m:fPr>
                              <m:num>
                                <m:sSup>
                                  <m:sSupPr>
                                    <m:ctrlPr>
                                      <a:rPr lang="en-US" altLang="ko-KR" sz="2000" b="0" i="1" smtClean="0">
                                        <a:latin typeface="Cambria Math" panose="02040503050406030204" pitchFamily="18" charset="0"/>
                                      </a:rPr>
                                    </m:ctrlPr>
                                  </m:sSupPr>
                                  <m:e>
                                    <m:r>
                                      <a:rPr lang="en-US" altLang="ko-KR" sz="2000" b="0" i="1" smtClean="0">
                                        <a:latin typeface="Cambria Math" panose="02040503050406030204" pitchFamily="18" charset="0"/>
                                      </a:rPr>
                                      <m:t>𝑒</m:t>
                                    </m:r>
                                  </m:e>
                                  <m:sup>
                                    <m:r>
                                      <a:rPr lang="en-US" altLang="ko-KR" sz="2000" b="0" i="1" smtClean="0">
                                        <a:latin typeface="Cambria Math" panose="02040503050406030204" pitchFamily="18" charset="0"/>
                                      </a:rPr>
                                      <m:t>𝑥</m:t>
                                    </m:r>
                                  </m:sup>
                                </m:sSup>
                                <m:r>
                                  <a:rPr lang="en-US" altLang="ko-KR" sz="2000" b="0" i="1" smtClean="0">
                                    <a:latin typeface="Cambria Math" panose="02040503050406030204" pitchFamily="18" charset="0"/>
                                  </a:rPr>
                                  <m:t>−1</m:t>
                                </m:r>
                              </m:num>
                              <m:den>
                                <m:r>
                                  <a:rPr lang="en-US" altLang="ko-KR" sz="2000" b="0" i="1" smtClean="0">
                                    <a:latin typeface="Cambria Math" panose="02040503050406030204" pitchFamily="18" charset="0"/>
                                  </a:rPr>
                                  <m:t>𝑥</m:t>
                                </m:r>
                              </m:den>
                            </m:f>
                          </m:e>
                        </m:d>
                        <m:r>
                          <a:rPr lang="en-US" altLang="ko-KR" sz="2000" b="0" i="1" smtClean="0">
                            <a:latin typeface="Cambria Math" panose="02040503050406030204" pitchFamily="18" charset="0"/>
                          </a:rPr>
                          <m:t>=</m:t>
                        </m:r>
                      </m:e>
                    </m:func>
                    <m:r>
                      <a:rPr lang="en-US" altLang="ko-KR" sz="2000" b="0" i="1" smtClean="0">
                        <a:latin typeface="Cambria Math" panose="02040503050406030204" pitchFamily="18" charset="0"/>
                      </a:rPr>
                      <m:t>1</m:t>
                    </m:r>
                  </m:oMath>
                </a14:m>
                <a:endParaRPr lang="ko-KR" altLang="en-US" sz="2000" i="1" dirty="0"/>
              </a:p>
            </p:txBody>
          </p:sp>
        </mc:Choice>
        <mc:Fallback xmlns="">
          <p:sp>
            <p:nvSpPr>
              <p:cNvPr id="18" name="TextBox 17"/>
              <p:cNvSpPr txBox="1">
                <a:spLocks noRot="1" noChangeAspect="1" noMove="1" noResize="1" noEditPoints="1" noAdjustHandles="1" noChangeArrowheads="1" noChangeShapeType="1" noTextEdit="1"/>
              </p:cNvSpPr>
              <p:nvPr/>
            </p:nvSpPr>
            <p:spPr>
              <a:xfrm>
                <a:off x="918755" y="1419294"/>
                <a:ext cx="1847493" cy="494751"/>
              </a:xfrm>
              <a:prstGeom prst="rect">
                <a:avLst/>
              </a:prstGeom>
              <a:blipFill>
                <a:blip r:embed="rId6"/>
                <a:stretch>
                  <a:fillRect l="-8581" b="-9877"/>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 name="직사각형 1"/>
              <p:cNvSpPr/>
              <p:nvPr/>
            </p:nvSpPr>
            <p:spPr>
              <a:xfrm>
                <a:off x="2137139" y="2073987"/>
                <a:ext cx="2922467"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altLang="ko-KR" sz="1200" i="1" smtClean="0">
                              <a:latin typeface="Cambria Math" panose="02040503050406030204" pitchFamily="18" charset="0"/>
                            </a:rPr>
                          </m:ctrlPr>
                        </m:sSupPr>
                        <m:e>
                          <m:r>
                            <a:rPr lang="en-US" altLang="ko-KR" sz="1200" i="1">
                              <a:latin typeface="Cambria Math" panose="02040503050406030204" pitchFamily="18" charset="0"/>
                            </a:rPr>
                            <m:t>𝑒</m:t>
                          </m:r>
                        </m:e>
                        <m:sup>
                          <m:r>
                            <a:rPr lang="en-US" altLang="ko-KR" sz="1200" i="1">
                              <a:latin typeface="Cambria Math" panose="02040503050406030204" pitchFamily="18" charset="0"/>
                            </a:rPr>
                            <m:t>𝑥</m:t>
                          </m:r>
                        </m:sup>
                      </m:sSup>
                      <m:r>
                        <a:rPr lang="en-US" altLang="ko-KR" sz="1200" i="1">
                          <a:latin typeface="Cambria Math" panose="02040503050406030204" pitchFamily="18" charset="0"/>
                        </a:rPr>
                        <m:t>−1 </m:t>
                      </m:r>
                      <m:r>
                        <a:rPr lang="en-US" altLang="ko-KR" sz="1200" i="1">
                          <a:latin typeface="Cambria Math" panose="02040503050406030204" pitchFamily="18" charset="0"/>
                        </a:rPr>
                        <m:t>𝑖𝑠</m:t>
                      </m:r>
                      <m:r>
                        <a:rPr lang="en-US" altLang="ko-KR" sz="1200" i="1">
                          <a:latin typeface="Cambria Math" panose="02040503050406030204" pitchFamily="18" charset="0"/>
                        </a:rPr>
                        <m:t> </m:t>
                      </m:r>
                      <m:r>
                        <a:rPr lang="en-US" altLang="ko-KR" sz="1200" i="1">
                          <a:latin typeface="Cambria Math" panose="02040503050406030204" pitchFamily="18" charset="0"/>
                        </a:rPr>
                        <m:t>𝑠𝑢𝑏𝑠𝑡𝑖𝑡𝑢𝑡𝑒𝑑</m:t>
                      </m:r>
                      <m:r>
                        <a:rPr lang="en-US" altLang="ko-KR" sz="1200" i="1">
                          <a:latin typeface="Cambria Math" panose="02040503050406030204" pitchFamily="18" charset="0"/>
                        </a:rPr>
                        <m:t> </m:t>
                      </m:r>
                      <m:r>
                        <a:rPr lang="en-US" altLang="ko-KR" sz="1200" i="1">
                          <a:latin typeface="Cambria Math" panose="02040503050406030204" pitchFamily="18" charset="0"/>
                        </a:rPr>
                        <m:t>𝑏𝑦</m:t>
                      </m:r>
                      <m:r>
                        <a:rPr lang="en-US" altLang="ko-KR" sz="1200" i="1">
                          <a:latin typeface="Cambria Math" panose="02040503050406030204" pitchFamily="18" charset="0"/>
                        </a:rPr>
                        <m:t> </m:t>
                      </m:r>
                      <m:r>
                        <a:rPr lang="en-US" altLang="ko-KR" sz="1200" i="1">
                          <a:latin typeface="Cambria Math" panose="02040503050406030204" pitchFamily="18" charset="0"/>
                        </a:rPr>
                        <m:t>𝑡</m:t>
                      </m:r>
                      <m:r>
                        <a:rPr lang="en-US" altLang="ko-KR" sz="1200" i="1">
                          <a:latin typeface="Cambria Math" panose="02040503050406030204" pitchFamily="18" charset="0"/>
                        </a:rPr>
                        <m:t>   ∴</m:t>
                      </m:r>
                      <m:r>
                        <a:rPr lang="en-US" altLang="ko-KR" sz="1200" i="1">
                          <a:latin typeface="Cambria Math" panose="02040503050406030204" pitchFamily="18" charset="0"/>
                        </a:rPr>
                        <m:t>𝑡</m:t>
                      </m:r>
                      <m:r>
                        <a:rPr lang="en-US" altLang="ko-KR" sz="1200" b="0" i="1" smtClean="0">
                          <a:latin typeface="Cambria Math" panose="02040503050406030204" pitchFamily="18" charset="0"/>
                        </a:rPr>
                        <m:t>=</m:t>
                      </m:r>
                      <m:sSup>
                        <m:sSupPr>
                          <m:ctrlPr>
                            <a:rPr lang="en-US" altLang="ko-KR" sz="1200" i="1">
                              <a:latin typeface="Cambria Math" panose="02040503050406030204" pitchFamily="18" charset="0"/>
                            </a:rPr>
                          </m:ctrlPr>
                        </m:sSupPr>
                        <m:e>
                          <m:r>
                            <a:rPr lang="en-US" altLang="ko-KR" sz="1200" i="1">
                              <a:latin typeface="Cambria Math" panose="02040503050406030204" pitchFamily="18" charset="0"/>
                            </a:rPr>
                            <m:t>𝑒</m:t>
                          </m:r>
                        </m:e>
                        <m:sup>
                          <m:r>
                            <a:rPr lang="en-US" altLang="ko-KR" sz="1200" i="1">
                              <a:latin typeface="Cambria Math" panose="02040503050406030204" pitchFamily="18" charset="0"/>
                            </a:rPr>
                            <m:t>𝑥</m:t>
                          </m:r>
                        </m:sup>
                      </m:sSup>
                      <m:r>
                        <a:rPr lang="en-US" altLang="ko-KR" sz="1200" i="1">
                          <a:latin typeface="Cambria Math" panose="02040503050406030204" pitchFamily="18" charset="0"/>
                        </a:rPr>
                        <m:t>−1</m:t>
                      </m:r>
                    </m:oMath>
                  </m:oMathPara>
                </a14:m>
                <a:endParaRPr lang="ko-KR" altLang="en-US" sz="1200" dirty="0"/>
              </a:p>
            </p:txBody>
          </p:sp>
        </mc:Choice>
        <mc:Fallback xmlns="">
          <p:sp>
            <p:nvSpPr>
              <p:cNvPr id="2" name="직사각형 1"/>
              <p:cNvSpPr>
                <a:spLocks noRot="1" noChangeAspect="1" noMove="1" noResize="1" noEditPoints="1" noAdjustHandles="1" noChangeArrowheads="1" noChangeShapeType="1" noTextEdit="1"/>
              </p:cNvSpPr>
              <p:nvPr/>
            </p:nvSpPr>
            <p:spPr>
              <a:xfrm>
                <a:off x="2137139" y="2073987"/>
                <a:ext cx="2922467" cy="276999"/>
              </a:xfrm>
              <a:prstGeom prst="rect">
                <a:avLst/>
              </a:prstGeom>
              <a:blipFill>
                <a:blip r:embed="rId7"/>
                <a:stretch>
                  <a:fillRect b="-4348"/>
                </a:stretch>
              </a:blipFill>
            </p:spPr>
            <p:txBody>
              <a:bodyPr/>
              <a:lstStyle/>
              <a:p>
                <a:r>
                  <a:rPr lang="ko-KR" altLang="en-US">
                    <a:noFill/>
                  </a:rPr>
                  <a:t> </a:t>
                </a:r>
              </a:p>
            </p:txBody>
          </p:sp>
        </mc:Fallback>
      </mc:AlternateContent>
      <p:sp>
        <p:nvSpPr>
          <p:cNvPr id="14" name="원호 13"/>
          <p:cNvSpPr/>
          <p:nvPr/>
        </p:nvSpPr>
        <p:spPr>
          <a:xfrm>
            <a:off x="1740898" y="2356829"/>
            <a:ext cx="1246141" cy="648710"/>
          </a:xfrm>
          <a:prstGeom prst="arc">
            <a:avLst>
              <a:gd name="adj1" fmla="val 11278146"/>
              <a:gd name="adj2" fmla="val 21120717"/>
            </a:avLst>
          </a:prstGeom>
          <a:ln w="9525">
            <a:solidFill>
              <a:srgbClr val="C00000"/>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sp>
        <p:nvSpPr>
          <p:cNvPr id="15" name="모서리가 둥근 직사각형 14"/>
          <p:cNvSpPr/>
          <p:nvPr/>
        </p:nvSpPr>
        <p:spPr>
          <a:xfrm>
            <a:off x="1403413" y="2589252"/>
            <a:ext cx="516828" cy="191429"/>
          </a:xfrm>
          <a:prstGeom prst="roundRect">
            <a:avLst/>
          </a:prstGeom>
          <a:noFill/>
          <a:ln>
            <a:solidFill>
              <a:srgbClr val="C0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9595994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mc:AlternateContent xmlns:mc="http://schemas.openxmlformats.org/markup-compatibility/2006" xmlns:a14="http://schemas.microsoft.com/office/drawing/2010/main">
        <mc:Choice Requires="a14">
          <p:graphicFrame>
            <p:nvGraphicFramePr>
              <p:cNvPr id="10" name="표 9"/>
              <p:cNvGraphicFramePr>
                <a:graphicFrameLocks noGrp="1"/>
              </p:cNvGraphicFramePr>
              <p:nvPr>
                <p:extLst>
                  <p:ext uri="{D42A27DB-BD31-4B8C-83A1-F6EECF244321}">
                    <p14:modId xmlns:p14="http://schemas.microsoft.com/office/powerpoint/2010/main" val="1459529103"/>
                  </p:ext>
                </p:extLst>
              </p:nvPr>
            </p:nvGraphicFramePr>
            <p:xfrm>
              <a:off x="930342" y="2531450"/>
              <a:ext cx="6019098" cy="3974538"/>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41513">
                    <a:tc>
                      <a:txBody>
                        <a:bodyPr/>
                        <a:lstStyle/>
                        <a:p>
                          <a:pPr algn="l" latinLnBrk="1"/>
                          <a14:m>
                            <m:oMathPara xmlns:m="http://schemas.openxmlformats.org/officeDocument/2006/math">
                              <m:oMathParaPr>
                                <m:jc m:val="left"/>
                              </m:oMathParaPr>
                              <m:oMath xmlns:m="http://schemas.openxmlformats.org/officeDocument/2006/math">
                                <m:func>
                                  <m:funcPr>
                                    <m:ctrlPr>
                                      <a:rPr lang="en-US" altLang="ko-KR" sz="1400" b="0" i="1" smtClean="0">
                                        <a:latin typeface="Cambria Math" panose="02040503050406030204" pitchFamily="18" charset="0"/>
                                      </a:rPr>
                                    </m:ctrlPr>
                                  </m:funcPr>
                                  <m:fName>
                                    <m:limLow>
                                      <m:limLowPr>
                                        <m:ctrlPr>
                                          <a:rPr lang="en-US" altLang="ko-KR" sz="1400" b="0" i="1" smtClean="0">
                                            <a:latin typeface="Cambria Math" panose="02040503050406030204" pitchFamily="18" charset="0"/>
                                          </a:rPr>
                                        </m:ctrlPr>
                                      </m:limLowPr>
                                      <m:e>
                                        <m:r>
                                          <a:rPr lang="en-US" altLang="ko-KR" sz="1400" b="0" i="1" smtClean="0">
                                            <a:latin typeface="Cambria Math" panose="02040503050406030204" pitchFamily="18" charset="0"/>
                                          </a:rPr>
                                          <m:t>𝑙𝑖𝑚</m:t>
                                        </m:r>
                                      </m:e>
                                      <m:lim>
                                        <m:r>
                                          <a:rPr lang="en-US" altLang="ko-KR" sz="1400" b="0" i="1" smtClean="0">
                                            <a:latin typeface="Cambria Math" panose="02040503050406030204" pitchFamily="18" charset="0"/>
                                          </a:rPr>
                                          <m:t>𝑥</m:t>
                                        </m:r>
                                        <m:r>
                                          <a:rPr lang="en-US" altLang="ko-KR" sz="1400" b="0" i="1" smtClean="0">
                                            <a:latin typeface="Cambria Math" panose="02040503050406030204" pitchFamily="18" charset="0"/>
                                          </a:rPr>
                                          <m:t>→0</m:t>
                                        </m:r>
                                      </m:lim>
                                    </m:limLow>
                                  </m:fName>
                                  <m:e>
                                    <m:d>
                                      <m:dPr>
                                        <m:ctrlPr>
                                          <a:rPr lang="en-US" altLang="ko-KR" sz="1400" b="0" i="1" smtClean="0">
                                            <a:latin typeface="Cambria Math" panose="02040503050406030204" pitchFamily="18" charset="0"/>
                                          </a:rPr>
                                        </m:ctrlPr>
                                      </m:dPr>
                                      <m:e>
                                        <m:f>
                                          <m:fPr>
                                            <m:ctrlPr>
                                              <a:rPr lang="en-US" altLang="ko-KR" sz="1400" b="0" i="1" smtClean="0">
                                                <a:latin typeface="Cambria Math" panose="02040503050406030204" pitchFamily="18" charset="0"/>
                                              </a:rPr>
                                            </m:ctrlPr>
                                          </m:fPr>
                                          <m:num>
                                            <m:sSup>
                                              <m:sSupPr>
                                                <m:ctrlPr>
                                                  <a:rPr lang="en-US" altLang="ko-KR" sz="1400" b="0" i="1" smtClean="0">
                                                    <a:latin typeface="Cambria Math" panose="02040503050406030204" pitchFamily="18" charset="0"/>
                                                  </a:rPr>
                                                </m:ctrlPr>
                                              </m:sSupPr>
                                              <m:e>
                                                <m:r>
                                                  <a:rPr lang="en-US" altLang="ko-KR" sz="1400" b="0" i="1" smtClean="0">
                                                    <a:latin typeface="Cambria Math" panose="02040503050406030204" pitchFamily="18" charset="0"/>
                                                  </a:rPr>
                                                  <m:t>𝑒</m:t>
                                                </m:r>
                                              </m:e>
                                              <m:sup>
                                                <m:r>
                                                  <a:rPr lang="en-US" altLang="ko-KR" sz="1400" b="0" i="1" smtClean="0">
                                                    <a:latin typeface="Cambria Math" panose="02040503050406030204" pitchFamily="18" charset="0"/>
                                                  </a:rPr>
                                                  <m:t>𝑥</m:t>
                                                </m:r>
                                              </m:sup>
                                            </m:sSup>
                                            <m:r>
                                              <a:rPr lang="en-US" altLang="ko-KR" sz="1400" b="0" i="1" smtClean="0">
                                                <a:latin typeface="Cambria Math" panose="02040503050406030204" pitchFamily="18" charset="0"/>
                                              </a:rPr>
                                              <m:t>−1</m:t>
                                            </m:r>
                                          </m:num>
                                          <m:den>
                                            <m:r>
                                              <a:rPr lang="en-US" altLang="ko-KR" sz="1400" b="0" i="1" smtClean="0">
                                                <a:latin typeface="Cambria Math" panose="02040503050406030204" pitchFamily="18" charset="0"/>
                                              </a:rPr>
                                              <m:t>𝑥</m:t>
                                            </m:r>
                                          </m:den>
                                        </m:f>
                                      </m:e>
                                    </m:d>
                                    <m:r>
                                      <a:rPr lang="en-US" altLang="ko-KR" sz="1400" b="0" i="1" smtClean="0">
                                        <a:latin typeface="Cambria Math" panose="02040503050406030204" pitchFamily="18" charset="0"/>
                                      </a:rPr>
                                      <m:t>=</m:t>
                                    </m:r>
                                  </m:e>
                                </m:func>
                                <m:func>
                                  <m:funcPr>
                                    <m:ctrlPr>
                                      <a:rPr lang="en-US" altLang="ko-KR" sz="1400" b="0" i="1" smtClean="0">
                                        <a:latin typeface="Cambria Math" panose="02040503050406030204" pitchFamily="18" charset="0"/>
                                      </a:rPr>
                                    </m:ctrlPr>
                                  </m:funcPr>
                                  <m:fName>
                                    <m:limLow>
                                      <m:limLowPr>
                                        <m:ctrlPr>
                                          <a:rPr lang="en-US" altLang="ko-KR" sz="1400" b="0" i="1" smtClean="0">
                                            <a:latin typeface="Cambria Math" panose="02040503050406030204" pitchFamily="18" charset="0"/>
                                          </a:rPr>
                                        </m:ctrlPr>
                                      </m:limLowPr>
                                      <m:e>
                                        <m:r>
                                          <a:rPr lang="en-US" altLang="ko-KR" sz="1400" b="0" i="1" smtClean="0">
                                            <a:latin typeface="Cambria Math" panose="02040503050406030204" pitchFamily="18" charset="0"/>
                                          </a:rPr>
                                          <m:t>𝑙𝑖𝑚</m:t>
                                        </m:r>
                                      </m:e>
                                      <m:lim>
                                        <m:r>
                                          <a:rPr lang="en-US" altLang="ko-KR" sz="1400" b="0" i="1" smtClean="0">
                                            <a:latin typeface="Cambria Math" panose="02040503050406030204" pitchFamily="18" charset="0"/>
                                          </a:rPr>
                                          <m:t>𝑡</m:t>
                                        </m:r>
                                        <m:r>
                                          <a:rPr lang="en-US" altLang="ko-KR" sz="1400" b="0" i="1" smtClean="0">
                                            <a:latin typeface="Cambria Math" panose="02040503050406030204" pitchFamily="18" charset="0"/>
                                          </a:rPr>
                                          <m:t>→0</m:t>
                                        </m:r>
                                      </m:lim>
                                    </m:limLow>
                                  </m:fName>
                                  <m:e>
                                    <m:d>
                                      <m:dPr>
                                        <m:ctrlPr>
                                          <a:rPr lang="en-US" altLang="ko-KR" sz="1400" b="0" i="1" smtClean="0">
                                            <a:latin typeface="Cambria Math" panose="02040503050406030204" pitchFamily="18" charset="0"/>
                                          </a:rPr>
                                        </m:ctrlPr>
                                      </m:dPr>
                                      <m:e>
                                        <m:f>
                                          <m:fPr>
                                            <m:ctrlPr>
                                              <a:rPr lang="en-US" altLang="ko-KR" sz="1400" b="0" i="1" smtClean="0">
                                                <a:latin typeface="Cambria Math" panose="02040503050406030204" pitchFamily="18" charset="0"/>
                                              </a:rPr>
                                            </m:ctrlPr>
                                          </m:fPr>
                                          <m:num>
                                            <m:r>
                                              <a:rPr lang="en-US" altLang="ko-KR" sz="1400" b="0" i="1" smtClean="0">
                                                <a:latin typeface="Cambria Math" panose="02040503050406030204" pitchFamily="18" charset="0"/>
                                              </a:rPr>
                                              <m:t>𝑡</m:t>
                                            </m:r>
                                          </m:num>
                                          <m:den>
                                            <m:r>
                                              <a:rPr lang="en-US" altLang="ko-KR" sz="1400" b="0" i="1" smtClean="0">
                                                <a:latin typeface="Cambria Math" panose="02040503050406030204" pitchFamily="18" charset="0"/>
                                              </a:rPr>
                                              <m:t>𝑙𝑛</m:t>
                                            </m:r>
                                            <m:r>
                                              <a:rPr lang="en-US" altLang="ko-KR" sz="1400" b="0" i="1" smtClean="0">
                                                <a:latin typeface="Cambria Math" panose="02040503050406030204" pitchFamily="18" charset="0"/>
                                              </a:rPr>
                                              <m:t>⁡(1+</m:t>
                                            </m:r>
                                            <m:r>
                                              <a:rPr lang="en-US" altLang="ko-KR" sz="1400" b="0" i="1" smtClean="0">
                                                <a:latin typeface="Cambria Math" panose="02040503050406030204" pitchFamily="18" charset="0"/>
                                              </a:rPr>
                                              <m:t>𝑡</m:t>
                                            </m:r>
                                            <m:r>
                                              <a:rPr lang="en-US" altLang="ko-KR" sz="1400" b="0" i="1" smtClean="0">
                                                <a:latin typeface="Cambria Math" panose="02040503050406030204" pitchFamily="18" charset="0"/>
                                              </a:rPr>
                                              <m:t>)</m:t>
                                            </m:r>
                                          </m:den>
                                        </m:f>
                                      </m:e>
                                    </m:d>
                                    <m:r>
                                      <a:rPr lang="en-US" altLang="ko-KR" sz="1400" b="0" i="1" smtClean="0">
                                        <a:latin typeface="Cambria Math" panose="02040503050406030204" pitchFamily="18" charset="0"/>
                                      </a:rPr>
                                      <m:t> </m:t>
                                    </m:r>
                                  </m:e>
                                </m:func>
                              </m:oMath>
                            </m:oMathPara>
                          </a14:m>
                          <a:endParaRPr lang="ko-KR" altLang="en-US" sz="1400" i="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49850590"/>
                      </a:ext>
                    </a:extLst>
                  </a:tr>
                  <a:tr h="641513">
                    <a:tc>
                      <a:txBody>
                        <a:bodyPr/>
                        <a:lstStyle/>
                        <a:p>
                          <a:pPr algn="l" latinLnBrk="1"/>
                          <a14:m>
                            <m:oMathPara xmlns:m="http://schemas.openxmlformats.org/officeDocument/2006/math">
                              <m:oMathParaPr>
                                <m:jc m:val="left"/>
                              </m:oMathParaPr>
                              <m:oMath xmlns:m="http://schemas.openxmlformats.org/officeDocument/2006/math">
                                <m:r>
                                  <a:rPr lang="en-US" altLang="ko-KR" sz="1400" b="0" i="1" smtClean="0">
                                    <a:latin typeface="Cambria Math" panose="02040503050406030204" pitchFamily="18" charset="0"/>
                                  </a:rPr>
                                  <m:t>=</m:t>
                                </m:r>
                                <m:func>
                                  <m:funcPr>
                                    <m:ctrlPr>
                                      <a:rPr lang="en-US" altLang="ko-KR" sz="1400" b="0" i="1" smtClean="0">
                                        <a:latin typeface="Cambria Math" panose="02040503050406030204" pitchFamily="18" charset="0"/>
                                      </a:rPr>
                                    </m:ctrlPr>
                                  </m:funcPr>
                                  <m:fName>
                                    <m:limLow>
                                      <m:limLowPr>
                                        <m:ctrlPr>
                                          <a:rPr lang="en-US" altLang="ko-KR" sz="1400" b="0" i="1" smtClean="0">
                                            <a:latin typeface="Cambria Math" panose="02040503050406030204" pitchFamily="18" charset="0"/>
                                          </a:rPr>
                                        </m:ctrlPr>
                                      </m:limLowPr>
                                      <m:e>
                                        <m:r>
                                          <a:rPr lang="en-US" altLang="ko-KR" sz="1400" b="0" i="1" smtClean="0">
                                            <a:latin typeface="Cambria Math" panose="02040503050406030204" pitchFamily="18" charset="0"/>
                                          </a:rPr>
                                          <m:t>𝑙𝑖𝑚</m:t>
                                        </m:r>
                                      </m:e>
                                      <m:lim>
                                        <m:r>
                                          <a:rPr lang="en-US" altLang="ko-KR" sz="1400" b="0" i="1" smtClean="0">
                                            <a:latin typeface="Cambria Math" panose="02040503050406030204" pitchFamily="18" charset="0"/>
                                          </a:rPr>
                                          <m:t>𝑡</m:t>
                                        </m:r>
                                        <m:r>
                                          <a:rPr lang="en-US" altLang="ko-KR" sz="1400" b="0" i="1" smtClean="0">
                                            <a:latin typeface="Cambria Math" panose="02040503050406030204" pitchFamily="18" charset="0"/>
                                          </a:rPr>
                                          <m:t>→0</m:t>
                                        </m:r>
                                      </m:lim>
                                    </m:limLow>
                                  </m:fName>
                                  <m:e>
                                    <m:d>
                                      <m:dPr>
                                        <m:ctrlPr>
                                          <a:rPr lang="en-US" altLang="ko-KR" sz="1400" b="0" i="1" smtClean="0">
                                            <a:latin typeface="Cambria Math" panose="02040503050406030204" pitchFamily="18" charset="0"/>
                                          </a:rPr>
                                        </m:ctrlPr>
                                      </m:dPr>
                                      <m:e>
                                        <m:f>
                                          <m:fPr>
                                            <m:ctrlPr>
                                              <a:rPr lang="en-US" altLang="ko-KR" sz="1400" b="0" i="1" smtClean="0">
                                                <a:latin typeface="Cambria Math" panose="02040503050406030204" pitchFamily="18" charset="0"/>
                                              </a:rPr>
                                            </m:ctrlPr>
                                          </m:fPr>
                                          <m:num>
                                            <m:f>
                                              <m:fPr>
                                                <m:ctrlPr>
                                                  <a:rPr lang="en-US" altLang="ko-KR" sz="1400" b="0" i="1" smtClean="0">
                                                    <a:latin typeface="Cambria Math" panose="02040503050406030204" pitchFamily="18" charset="0"/>
                                                  </a:rPr>
                                                </m:ctrlPr>
                                              </m:fPr>
                                              <m:num>
                                                <m:r>
                                                  <a:rPr lang="en-US" altLang="ko-KR" sz="1400" b="0" i="1" smtClean="0">
                                                    <a:latin typeface="Cambria Math" panose="02040503050406030204" pitchFamily="18" charset="0"/>
                                                  </a:rPr>
                                                  <m:t>1</m:t>
                                                </m:r>
                                              </m:num>
                                              <m:den>
                                                <m:r>
                                                  <a:rPr lang="en-US" altLang="ko-KR" sz="1400" b="0" i="1" smtClean="0">
                                                    <a:latin typeface="Cambria Math" panose="02040503050406030204" pitchFamily="18" charset="0"/>
                                                  </a:rPr>
                                                  <m:t>1</m:t>
                                                </m:r>
                                              </m:den>
                                            </m:f>
                                          </m:num>
                                          <m:den>
                                            <m:f>
                                              <m:fPr>
                                                <m:ctrlPr>
                                                  <a:rPr lang="en-US" altLang="ko-KR" sz="1400" b="0" i="1" smtClean="0">
                                                    <a:latin typeface="Cambria Math" panose="02040503050406030204" pitchFamily="18" charset="0"/>
                                                  </a:rPr>
                                                </m:ctrlPr>
                                              </m:fPr>
                                              <m:num>
                                                <m:r>
                                                  <a:rPr lang="en-US" altLang="ko-KR" sz="1400" b="0" i="1" smtClean="0">
                                                    <a:latin typeface="Cambria Math" panose="02040503050406030204" pitchFamily="18" charset="0"/>
                                                  </a:rPr>
                                                  <m:t>𝑙𝑛</m:t>
                                                </m:r>
                                                <m:r>
                                                  <a:rPr lang="en-US" altLang="ko-KR" sz="1400" b="0" i="1" smtClean="0">
                                                    <a:latin typeface="Cambria Math" panose="02040503050406030204" pitchFamily="18" charset="0"/>
                                                  </a:rPr>
                                                  <m:t>⁡(1+</m:t>
                                                </m:r>
                                                <m:r>
                                                  <a:rPr lang="en-US" altLang="ko-KR" sz="1400" b="0" i="1" smtClean="0">
                                                    <a:latin typeface="Cambria Math" panose="02040503050406030204" pitchFamily="18" charset="0"/>
                                                  </a:rPr>
                                                  <m:t>𝑡</m:t>
                                                </m:r>
                                                <m:r>
                                                  <a:rPr lang="en-US" altLang="ko-KR" sz="1400" b="0" i="1" smtClean="0">
                                                    <a:latin typeface="Cambria Math" panose="02040503050406030204" pitchFamily="18" charset="0"/>
                                                  </a:rPr>
                                                  <m:t>)</m:t>
                                                </m:r>
                                              </m:num>
                                              <m:den>
                                                <m:r>
                                                  <a:rPr lang="en-US" altLang="ko-KR" sz="1400" b="0" i="1" smtClean="0">
                                                    <a:latin typeface="Cambria Math" panose="02040503050406030204" pitchFamily="18" charset="0"/>
                                                  </a:rPr>
                                                  <m:t>𝑡</m:t>
                                                </m:r>
                                              </m:den>
                                            </m:f>
                                          </m:den>
                                        </m:f>
                                      </m:e>
                                    </m:d>
                                    <m:r>
                                      <a:rPr lang="en-US" altLang="ko-KR" sz="1400" b="0" i="1" smtClean="0">
                                        <a:latin typeface="Cambria Math" panose="02040503050406030204" pitchFamily="18" charset="0"/>
                                      </a:rPr>
                                      <m:t> </m:t>
                                    </m:r>
                                  </m:e>
                                </m:func>
                              </m:oMath>
                            </m:oMathPara>
                          </a14:m>
                          <a:endParaRPr lang="ko-KR" altLang="en-US" sz="1400" i="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50883624"/>
                      </a:ext>
                    </a:extLst>
                  </a:tr>
                  <a:tr h="72035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altLang="ko-KR" sz="1400" b="0" i="1" smtClean="0">
                                    <a:latin typeface="Cambria Math" panose="02040503050406030204" pitchFamily="18" charset="0"/>
                                  </a:rPr>
                                  <m:t>=</m:t>
                                </m:r>
                                <m:func>
                                  <m:funcPr>
                                    <m:ctrlPr>
                                      <a:rPr lang="en-US" altLang="ko-KR" sz="1400" b="0" i="1" smtClean="0">
                                        <a:latin typeface="Cambria Math" panose="02040503050406030204" pitchFamily="18" charset="0"/>
                                      </a:rPr>
                                    </m:ctrlPr>
                                  </m:funcPr>
                                  <m:fName>
                                    <m:limLow>
                                      <m:limLowPr>
                                        <m:ctrlPr>
                                          <a:rPr lang="en-US" altLang="ko-KR" sz="1400" b="0" i="1" smtClean="0">
                                            <a:latin typeface="Cambria Math" panose="02040503050406030204" pitchFamily="18" charset="0"/>
                                          </a:rPr>
                                        </m:ctrlPr>
                                      </m:limLowPr>
                                      <m:e>
                                        <m:r>
                                          <a:rPr lang="en-US" altLang="ko-KR" sz="1400" b="0" i="1" smtClean="0">
                                            <a:latin typeface="Cambria Math" panose="02040503050406030204" pitchFamily="18" charset="0"/>
                                          </a:rPr>
                                          <m:t>𝑙𝑖𝑚</m:t>
                                        </m:r>
                                      </m:e>
                                      <m:lim>
                                        <m:r>
                                          <a:rPr lang="en-US" altLang="ko-KR" sz="1400" b="0" i="1" smtClean="0">
                                            <a:latin typeface="Cambria Math" panose="02040503050406030204" pitchFamily="18" charset="0"/>
                                          </a:rPr>
                                          <m:t>𝑡</m:t>
                                        </m:r>
                                        <m:r>
                                          <a:rPr lang="en-US" altLang="ko-KR" sz="1400" b="0" i="1" smtClean="0">
                                            <a:latin typeface="Cambria Math" panose="02040503050406030204" pitchFamily="18" charset="0"/>
                                          </a:rPr>
                                          <m:t>→0</m:t>
                                        </m:r>
                                      </m:lim>
                                    </m:limLow>
                                  </m:fName>
                                  <m:e>
                                    <m:d>
                                      <m:dPr>
                                        <m:ctrlPr>
                                          <a:rPr lang="en-US" altLang="ko-KR" sz="1400" b="0" i="1" smtClean="0">
                                            <a:latin typeface="Cambria Math" panose="02040503050406030204" pitchFamily="18" charset="0"/>
                                          </a:rPr>
                                        </m:ctrlPr>
                                      </m:dPr>
                                      <m:e>
                                        <m:f>
                                          <m:fPr>
                                            <m:ctrlPr>
                                              <a:rPr lang="en-US" altLang="ko-KR" sz="1400" b="0" i="1" smtClean="0">
                                                <a:latin typeface="Cambria Math" panose="02040503050406030204" pitchFamily="18" charset="0"/>
                                              </a:rPr>
                                            </m:ctrlPr>
                                          </m:fPr>
                                          <m:num>
                                            <m:r>
                                              <a:rPr lang="en-US" altLang="ko-KR" sz="1400" b="0" i="1" smtClean="0">
                                                <a:latin typeface="Cambria Math" panose="02040503050406030204" pitchFamily="18" charset="0"/>
                                              </a:rPr>
                                              <m:t>1</m:t>
                                            </m:r>
                                          </m:num>
                                          <m:den>
                                            <m:f>
                                              <m:fPr>
                                                <m:ctrlPr>
                                                  <a:rPr lang="en-US" altLang="ko-KR" sz="1400" b="0" i="1" smtClean="0">
                                                    <a:latin typeface="Cambria Math" panose="02040503050406030204" pitchFamily="18" charset="0"/>
                                                  </a:rPr>
                                                </m:ctrlPr>
                                              </m:fPr>
                                              <m:num>
                                                <m:r>
                                                  <a:rPr lang="en-US" altLang="ko-KR" sz="1400" b="0" i="1" smtClean="0">
                                                    <a:latin typeface="Cambria Math" panose="02040503050406030204" pitchFamily="18" charset="0"/>
                                                  </a:rPr>
                                                  <m:t>1</m:t>
                                                </m:r>
                                              </m:num>
                                              <m:den>
                                                <m:r>
                                                  <a:rPr lang="en-US" altLang="ko-KR" sz="1400" b="0" i="1" smtClean="0">
                                                    <a:latin typeface="Cambria Math" panose="02040503050406030204" pitchFamily="18" charset="0"/>
                                                  </a:rPr>
                                                  <m:t>𝑡</m:t>
                                                </m:r>
                                              </m:den>
                                            </m:f>
                                            <m:r>
                                              <a:rPr lang="en-US" altLang="ko-KR" sz="1400" b="0" i="1" smtClean="0">
                                                <a:latin typeface="Cambria Math" panose="02040503050406030204" pitchFamily="18" charset="0"/>
                                              </a:rPr>
                                              <m:t>𝑙𝑛</m:t>
                                            </m:r>
                                            <m:r>
                                              <a:rPr lang="en-US" altLang="ko-KR" sz="1400" b="0" i="1" smtClean="0">
                                                <a:latin typeface="Cambria Math" panose="02040503050406030204" pitchFamily="18" charset="0"/>
                                              </a:rPr>
                                              <m:t>⁡(1+</m:t>
                                            </m:r>
                                            <m:r>
                                              <a:rPr lang="en-US" altLang="ko-KR" sz="1400" b="0" i="1" smtClean="0">
                                                <a:latin typeface="Cambria Math" panose="02040503050406030204" pitchFamily="18" charset="0"/>
                                              </a:rPr>
                                              <m:t>𝑡</m:t>
                                            </m:r>
                                            <m:r>
                                              <a:rPr lang="en-US" altLang="ko-KR" sz="1400" b="0" i="1" smtClean="0">
                                                <a:latin typeface="Cambria Math" panose="02040503050406030204" pitchFamily="18" charset="0"/>
                                              </a:rPr>
                                              <m:t>)</m:t>
                                            </m:r>
                                          </m:den>
                                        </m:f>
                                      </m:e>
                                    </m:d>
                                    <m:r>
                                      <a:rPr lang="en-US" altLang="ko-KR" sz="1400" b="0" i="1" smtClean="0">
                                        <a:latin typeface="Cambria Math" panose="02040503050406030204" pitchFamily="18" charset="0"/>
                                      </a:rPr>
                                      <m:t>= </m:t>
                                    </m:r>
                                  </m:e>
                                </m:func>
                                <m:func>
                                  <m:funcPr>
                                    <m:ctrlPr>
                                      <a:rPr lang="en-US" altLang="ko-KR" sz="1400" b="0" i="1" smtClean="0">
                                        <a:latin typeface="Cambria Math" panose="02040503050406030204" pitchFamily="18" charset="0"/>
                                      </a:rPr>
                                    </m:ctrlPr>
                                  </m:funcPr>
                                  <m:fName>
                                    <m:limLow>
                                      <m:limLowPr>
                                        <m:ctrlPr>
                                          <a:rPr lang="en-US" altLang="ko-KR" sz="1400" b="0" i="1" smtClean="0">
                                            <a:latin typeface="Cambria Math" panose="02040503050406030204" pitchFamily="18" charset="0"/>
                                          </a:rPr>
                                        </m:ctrlPr>
                                      </m:limLowPr>
                                      <m:e>
                                        <m:r>
                                          <a:rPr lang="en-US" altLang="ko-KR" sz="1400" b="0" i="1" smtClean="0">
                                            <a:latin typeface="Cambria Math" panose="02040503050406030204" pitchFamily="18" charset="0"/>
                                          </a:rPr>
                                          <m:t>𝑙𝑖𝑚</m:t>
                                        </m:r>
                                      </m:e>
                                      <m:lim>
                                        <m:r>
                                          <a:rPr lang="en-US" altLang="ko-KR" sz="1400" b="0" i="1" smtClean="0">
                                            <a:latin typeface="Cambria Math" panose="02040503050406030204" pitchFamily="18" charset="0"/>
                                          </a:rPr>
                                          <m:t>𝑡</m:t>
                                        </m:r>
                                        <m:r>
                                          <a:rPr lang="en-US" altLang="ko-KR" sz="1400" b="0" i="1" smtClean="0">
                                            <a:latin typeface="Cambria Math" panose="02040503050406030204" pitchFamily="18" charset="0"/>
                                          </a:rPr>
                                          <m:t>→0</m:t>
                                        </m:r>
                                      </m:lim>
                                    </m:limLow>
                                  </m:fName>
                                  <m:e>
                                    <m:d>
                                      <m:dPr>
                                        <m:ctrlPr>
                                          <a:rPr lang="en-US" altLang="ko-KR" sz="1400" b="0" i="1" smtClean="0">
                                            <a:latin typeface="Cambria Math" panose="02040503050406030204" pitchFamily="18" charset="0"/>
                                          </a:rPr>
                                        </m:ctrlPr>
                                      </m:dPr>
                                      <m:e>
                                        <m:f>
                                          <m:fPr>
                                            <m:ctrlPr>
                                              <a:rPr lang="en-US" altLang="ko-KR" sz="1400" b="0" i="1" smtClean="0">
                                                <a:latin typeface="Cambria Math" panose="02040503050406030204" pitchFamily="18" charset="0"/>
                                              </a:rPr>
                                            </m:ctrlPr>
                                          </m:fPr>
                                          <m:num>
                                            <m:r>
                                              <a:rPr lang="en-US" altLang="ko-KR" sz="1400" b="0" i="1" smtClean="0">
                                                <a:latin typeface="Cambria Math" panose="02040503050406030204" pitchFamily="18" charset="0"/>
                                              </a:rPr>
                                              <m:t>1</m:t>
                                            </m:r>
                                          </m:num>
                                          <m:den>
                                            <m:sSup>
                                              <m:sSupPr>
                                                <m:ctrlPr>
                                                  <a:rPr lang="en-US" altLang="ko-KR" sz="1400" b="0" i="1" smtClean="0">
                                                    <a:latin typeface="Cambria Math" panose="02040503050406030204" pitchFamily="18" charset="0"/>
                                                  </a:rPr>
                                                </m:ctrlPr>
                                              </m:sSupPr>
                                              <m:e>
                                                <m:r>
                                                  <a:rPr lang="en-US" altLang="ko-KR" sz="1400" b="0" i="1" smtClean="0">
                                                    <a:latin typeface="Cambria Math" panose="02040503050406030204" pitchFamily="18" charset="0"/>
                                                  </a:rPr>
                                                  <m:t>𝑙𝑛</m:t>
                                                </m:r>
                                                <m:r>
                                                  <a:rPr lang="en-US" altLang="ko-KR" sz="1400" b="0" i="1" smtClean="0">
                                                    <a:latin typeface="Cambria Math" panose="02040503050406030204" pitchFamily="18" charset="0"/>
                                                  </a:rPr>
                                                  <m:t>⁡(1+</m:t>
                                                </m:r>
                                                <m:r>
                                                  <a:rPr lang="en-US" altLang="ko-KR" sz="1400" b="0" i="1" smtClean="0">
                                                    <a:latin typeface="Cambria Math" panose="02040503050406030204" pitchFamily="18" charset="0"/>
                                                  </a:rPr>
                                                  <m:t>𝑡</m:t>
                                                </m:r>
                                                <m:r>
                                                  <a:rPr lang="en-US" altLang="ko-KR" sz="1400" b="0" i="1" smtClean="0">
                                                    <a:latin typeface="Cambria Math" panose="02040503050406030204" pitchFamily="18" charset="0"/>
                                                  </a:rPr>
                                                  <m:t>)</m:t>
                                                </m:r>
                                              </m:e>
                                              <m:sup>
                                                <m:f>
                                                  <m:fPr>
                                                    <m:ctrlPr>
                                                      <a:rPr lang="en-US" altLang="ko-KR" sz="1400" b="0" i="1" smtClean="0">
                                                        <a:latin typeface="Cambria Math" panose="02040503050406030204" pitchFamily="18" charset="0"/>
                                                      </a:rPr>
                                                    </m:ctrlPr>
                                                  </m:fPr>
                                                  <m:num>
                                                    <m:r>
                                                      <a:rPr lang="en-US" altLang="ko-KR" sz="1400" b="0" i="1" smtClean="0">
                                                        <a:latin typeface="Cambria Math" panose="02040503050406030204" pitchFamily="18" charset="0"/>
                                                      </a:rPr>
                                                      <m:t>1</m:t>
                                                    </m:r>
                                                  </m:num>
                                                  <m:den>
                                                    <m:r>
                                                      <a:rPr lang="en-US" altLang="ko-KR" sz="1400" b="0" i="1" smtClean="0">
                                                        <a:latin typeface="Cambria Math" panose="02040503050406030204" pitchFamily="18" charset="0"/>
                                                      </a:rPr>
                                                      <m:t>𝑡</m:t>
                                                    </m:r>
                                                  </m:den>
                                                </m:f>
                                              </m:sup>
                                            </m:sSup>
                                          </m:den>
                                        </m:f>
                                      </m:e>
                                    </m:d>
                                    <m:r>
                                      <a:rPr lang="en-US" altLang="ko-KR" sz="1400" b="0" i="1" smtClean="0">
                                        <a:latin typeface="Cambria Math" panose="02040503050406030204" pitchFamily="18" charset="0"/>
                                      </a:rPr>
                                      <m:t> </m:t>
                                    </m:r>
                                  </m:e>
                                </m:func>
                              </m:oMath>
                            </m:oMathPara>
                          </a14:m>
                          <a:endParaRPr lang="ko-KR" altLang="en-US"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9591821"/>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altLang="ko-KR" sz="1400" b="0" i="1" smtClean="0">
                                    <a:latin typeface="Cambria Math" panose="02040503050406030204" pitchFamily="18" charset="0"/>
                                  </a:rPr>
                                  <m:t>=</m:t>
                                </m:r>
                                <m:func>
                                  <m:funcPr>
                                    <m:ctrlPr>
                                      <a:rPr lang="en-US" altLang="ko-KR" sz="1400" b="0" i="1" smtClean="0">
                                        <a:latin typeface="Cambria Math" panose="02040503050406030204" pitchFamily="18" charset="0"/>
                                      </a:rPr>
                                    </m:ctrlPr>
                                  </m:funcPr>
                                  <m:fName>
                                    <m:f>
                                      <m:fPr>
                                        <m:ctrlPr>
                                          <a:rPr lang="en-US" altLang="ko-KR" sz="1400" i="1" smtClean="0">
                                            <a:latin typeface="Cambria Math" panose="02040503050406030204" pitchFamily="18" charset="0"/>
                                          </a:rPr>
                                        </m:ctrlPr>
                                      </m:fPr>
                                      <m:num>
                                        <m:r>
                                          <a:rPr lang="en-US" altLang="ko-KR" sz="1400" i="1">
                                            <a:latin typeface="Cambria Math" panose="02040503050406030204" pitchFamily="18" charset="0"/>
                                          </a:rPr>
                                          <m:t>1</m:t>
                                        </m:r>
                                      </m:num>
                                      <m:den>
                                        <m:r>
                                          <a:rPr lang="en-US" altLang="ko-KR" sz="1400" i="1">
                                            <a:latin typeface="Cambria Math" panose="02040503050406030204" pitchFamily="18" charset="0"/>
                                          </a:rPr>
                                          <m:t>𝑙𝑛</m:t>
                                        </m:r>
                                        <m:r>
                                          <a:rPr lang="en-US" altLang="ko-KR" sz="1400" i="1">
                                            <a:latin typeface="Cambria Math" panose="02040503050406030204" pitchFamily="18" charset="0"/>
                                          </a:rPr>
                                          <m:t>⁡(</m:t>
                                        </m:r>
                                        <m:func>
                                          <m:funcPr>
                                            <m:ctrlPr>
                                              <a:rPr lang="en-US" altLang="ko-KR" sz="1400" i="1">
                                                <a:latin typeface="Cambria Math" panose="02040503050406030204" pitchFamily="18" charset="0"/>
                                              </a:rPr>
                                            </m:ctrlPr>
                                          </m:funcPr>
                                          <m:fName>
                                            <m:limLow>
                                              <m:limLowPr>
                                                <m:ctrlPr>
                                                  <a:rPr lang="en-US" altLang="ko-KR" sz="1400" i="1">
                                                    <a:latin typeface="Cambria Math" panose="02040503050406030204" pitchFamily="18" charset="0"/>
                                                  </a:rPr>
                                                </m:ctrlPr>
                                              </m:limLowPr>
                                              <m:e>
                                                <m:r>
                                                  <m:rPr>
                                                    <m:sty m:val="p"/>
                                                  </m:rPr>
                                                  <a:rPr lang="en-US" altLang="ko-KR" sz="1400">
                                                    <a:latin typeface="Cambria Math" panose="02040503050406030204" pitchFamily="18" charset="0"/>
                                                  </a:rPr>
                                                  <m:t>lim</m:t>
                                                </m:r>
                                              </m:e>
                                              <m:lim>
                                                <m:r>
                                                  <a:rPr lang="en-US" altLang="ko-KR" sz="1400" i="1">
                                                    <a:latin typeface="Cambria Math" panose="02040503050406030204" pitchFamily="18" charset="0"/>
                                                  </a:rPr>
                                                  <m:t>𝑡</m:t>
                                                </m:r>
                                                <m:r>
                                                  <a:rPr lang="en-US" altLang="ko-KR" sz="1400" i="1">
                                                    <a:latin typeface="Cambria Math" panose="02040503050406030204" pitchFamily="18" charset="0"/>
                                                  </a:rPr>
                                                  <m:t>→0</m:t>
                                                </m:r>
                                              </m:lim>
                                            </m:limLow>
                                          </m:fName>
                                          <m:e>
                                            <m:sSup>
                                              <m:sSupPr>
                                                <m:ctrlPr>
                                                  <a:rPr lang="en-US" altLang="ko-KR" sz="1400" i="1">
                                                    <a:latin typeface="Cambria Math" panose="02040503050406030204" pitchFamily="18" charset="0"/>
                                                  </a:rPr>
                                                </m:ctrlPr>
                                              </m:sSupPr>
                                              <m:e>
                                                <m:d>
                                                  <m:dPr>
                                                    <m:ctrlPr>
                                                      <a:rPr lang="en-US" altLang="ko-KR" sz="1400" i="1">
                                                        <a:latin typeface="Cambria Math" panose="02040503050406030204" pitchFamily="18" charset="0"/>
                                                      </a:rPr>
                                                    </m:ctrlPr>
                                                  </m:dPr>
                                                  <m:e>
                                                    <m:r>
                                                      <a:rPr lang="en-US" altLang="ko-KR" sz="1400" i="1">
                                                        <a:latin typeface="Cambria Math" panose="02040503050406030204" pitchFamily="18" charset="0"/>
                                                      </a:rPr>
                                                      <m:t>1+</m:t>
                                                    </m:r>
                                                    <m:r>
                                                      <a:rPr lang="en-US" altLang="ko-KR" sz="1400" i="1">
                                                        <a:latin typeface="Cambria Math" panose="02040503050406030204" pitchFamily="18" charset="0"/>
                                                      </a:rPr>
                                                      <m:t>𝑡</m:t>
                                                    </m:r>
                                                  </m:e>
                                                </m:d>
                                              </m:e>
                                              <m:sup>
                                                <m:f>
                                                  <m:fPr>
                                                    <m:ctrlPr>
                                                      <a:rPr lang="en-US" altLang="ko-KR" sz="1400" i="1">
                                                        <a:latin typeface="Cambria Math" panose="02040503050406030204" pitchFamily="18" charset="0"/>
                                                      </a:rPr>
                                                    </m:ctrlPr>
                                                  </m:fPr>
                                                  <m:num>
                                                    <m:r>
                                                      <a:rPr lang="en-US" altLang="ko-KR" sz="1400" i="1">
                                                        <a:latin typeface="Cambria Math" panose="02040503050406030204" pitchFamily="18" charset="0"/>
                                                      </a:rPr>
                                                      <m:t>1</m:t>
                                                    </m:r>
                                                  </m:num>
                                                  <m:den>
                                                    <m:r>
                                                      <a:rPr lang="en-US" altLang="ko-KR" sz="1400" i="1">
                                                        <a:latin typeface="Cambria Math" panose="02040503050406030204" pitchFamily="18" charset="0"/>
                                                      </a:rPr>
                                                      <m:t>𝑡</m:t>
                                                    </m:r>
                                                  </m:den>
                                                </m:f>
                                              </m:sup>
                                            </m:sSup>
                                          </m:e>
                                        </m:func>
                                        <m:r>
                                          <a:rPr lang="en-US" altLang="ko-KR" sz="1400" i="1">
                                            <a:latin typeface="Cambria Math" panose="02040503050406030204" pitchFamily="18" charset="0"/>
                                          </a:rPr>
                                          <m:t>)</m:t>
                                        </m:r>
                                      </m:den>
                                    </m:f>
                                  </m:fName>
                                  <m:e>
                                    <m:r>
                                      <a:rPr lang="en-US" altLang="ko-KR" sz="1400" b="0" i="1" smtClean="0">
                                        <a:latin typeface="Cambria Math" panose="02040503050406030204" pitchFamily="18" charset="0"/>
                                      </a:rPr>
                                      <m:t> </m:t>
                                    </m:r>
                                  </m:e>
                                </m:func>
                              </m:oMath>
                            </m:oMathPara>
                          </a14:m>
                          <a:endParaRPr lang="ko-KR" altLang="en-US"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71924127"/>
                      </a:ext>
                    </a:extLst>
                  </a:tr>
                  <a:tr h="549223">
                    <a:tc>
                      <a:txBody>
                        <a:bodyPr/>
                        <a:lstStyle/>
                        <a:p>
                          <a:pPr algn="l" latinLnBrk="1"/>
                          <a14:m>
                            <m:oMathPara xmlns:m="http://schemas.openxmlformats.org/officeDocument/2006/math">
                              <m:oMathParaPr>
                                <m:jc m:val="left"/>
                              </m:oMathParaPr>
                              <m:oMath xmlns:m="http://schemas.openxmlformats.org/officeDocument/2006/math">
                                <m:r>
                                  <a:rPr lang="en-US" altLang="ko-KR" sz="1400" b="0" i="1" smtClean="0">
                                    <a:latin typeface="Cambria Math" panose="02040503050406030204" pitchFamily="18" charset="0"/>
                                  </a:rPr>
                                  <m:t>=</m:t>
                                </m:r>
                                <m:f>
                                  <m:fPr>
                                    <m:ctrlPr>
                                      <a:rPr lang="en-US" altLang="ko-KR" sz="1400" i="1" smtClean="0">
                                        <a:latin typeface="Cambria Math" panose="02040503050406030204" pitchFamily="18" charset="0"/>
                                      </a:rPr>
                                    </m:ctrlPr>
                                  </m:fPr>
                                  <m:num>
                                    <m:r>
                                      <a:rPr lang="en-US" altLang="ko-KR" sz="1400" i="1">
                                        <a:latin typeface="Cambria Math" panose="02040503050406030204" pitchFamily="18" charset="0"/>
                                      </a:rPr>
                                      <m:t>1</m:t>
                                    </m:r>
                                  </m:num>
                                  <m:den>
                                    <m:r>
                                      <m:rPr>
                                        <m:sty m:val="p"/>
                                      </m:rPr>
                                      <a:rPr lang="en-US" altLang="ko-KR" sz="1400" b="0" i="0" smtClean="0">
                                        <a:latin typeface="Cambria Math" panose="02040503050406030204" pitchFamily="18" charset="0"/>
                                      </a:rPr>
                                      <m:t>ln</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ea typeface="Cambria Math" panose="02040503050406030204" pitchFamily="18" charset="0"/>
                                      </a:rPr>
                                      <m:t>𝑒</m:t>
                                    </m:r>
                                    <m:r>
                                      <a:rPr lang="en-US" altLang="ko-KR" sz="1400" b="0" i="1" smtClean="0">
                                        <a:latin typeface="Cambria Math" panose="02040503050406030204" pitchFamily="18" charset="0"/>
                                        <a:ea typeface="Cambria Math" panose="02040503050406030204" pitchFamily="18" charset="0"/>
                                      </a:rPr>
                                      <m:t>)</m:t>
                                    </m:r>
                                  </m:den>
                                </m:f>
                              </m:oMath>
                            </m:oMathPara>
                          </a14:m>
                          <a:endParaRPr lang="ko-KR" altLang="en-US" sz="1400" i="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altLang="ko-KR" sz="1400" b="0" i="1" smtClean="0">
                                    <a:latin typeface="Cambria Math" panose="02040503050406030204" pitchFamily="18" charset="0"/>
                                  </a:rPr>
                                  <m:t>=</m:t>
                                </m:r>
                                <m:func>
                                  <m:funcPr>
                                    <m:ctrlPr>
                                      <a:rPr lang="en-US" altLang="ko-KR" sz="1400" b="0" i="1" smtClean="0">
                                        <a:latin typeface="Cambria Math" panose="02040503050406030204" pitchFamily="18" charset="0"/>
                                      </a:rPr>
                                    </m:ctrlPr>
                                  </m:funcPr>
                                  <m:fName>
                                    <m:r>
                                      <a:rPr lang="en-US" altLang="ko-KR" sz="1400" b="0" i="1" smtClean="0">
                                        <a:latin typeface="Cambria Math" panose="02040503050406030204" pitchFamily="18" charset="0"/>
                                      </a:rPr>
                                      <m:t>1</m:t>
                                    </m:r>
                                  </m:fName>
                                  <m:e>
                                    <m:r>
                                      <a:rPr lang="en-US" altLang="ko-KR" sz="1400" b="0" i="1" smtClean="0">
                                        <a:latin typeface="Cambria Math" panose="02040503050406030204" pitchFamily="18" charset="0"/>
                                      </a:rPr>
                                      <m:t> </m:t>
                                    </m:r>
                                  </m:e>
                                </m:func>
                              </m:oMath>
                            </m:oMathPara>
                          </a14:m>
                          <a:endParaRPr lang="ko-KR" altLang="en-US"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33410646"/>
                      </a:ext>
                    </a:extLst>
                  </a:tr>
                </a:tbl>
              </a:graphicData>
            </a:graphic>
          </p:graphicFrame>
        </mc:Choice>
        <mc:Fallback xmlns="">
          <p:graphicFrame>
            <p:nvGraphicFramePr>
              <p:cNvPr id="10" name="표 9"/>
              <p:cNvGraphicFramePr>
                <a:graphicFrameLocks noGrp="1"/>
              </p:cNvGraphicFramePr>
              <p:nvPr>
                <p:extLst>
                  <p:ext uri="{D42A27DB-BD31-4B8C-83A1-F6EECF244321}">
                    <p14:modId xmlns:p14="http://schemas.microsoft.com/office/powerpoint/2010/main" val="1459529103"/>
                  </p:ext>
                </p:extLst>
              </p:nvPr>
            </p:nvGraphicFramePr>
            <p:xfrm>
              <a:off x="930342" y="2531450"/>
              <a:ext cx="6019098" cy="3974538"/>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41513">
                    <a:tc>
                      <a:txBody>
                        <a:bodyPr/>
                        <a:lstStyle/>
                        <a:p>
                          <a:endParaRPr lang="ko-K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b="-521905"/>
                          </a:stretch>
                        </a:blipFill>
                      </a:tcPr>
                    </a:tc>
                    <a:extLst>
                      <a:ext uri="{0D108BD9-81ED-4DB2-BD59-A6C34878D82A}">
                        <a16:rowId xmlns:a16="http://schemas.microsoft.com/office/drawing/2014/main" val="1349850590"/>
                      </a:ext>
                    </a:extLst>
                  </a:tr>
                  <a:tr h="811276">
                    <a:tc>
                      <a:txBody>
                        <a:bodyPr/>
                        <a:lstStyle/>
                        <a:p>
                          <a:endParaRPr lang="ko-K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78358" b="-308955"/>
                          </a:stretch>
                        </a:blipFill>
                      </a:tcPr>
                    </a:tc>
                    <a:extLst>
                      <a:ext uri="{0D108BD9-81ED-4DB2-BD59-A6C34878D82A}">
                        <a16:rowId xmlns:a16="http://schemas.microsoft.com/office/drawing/2014/main" val="450883624"/>
                      </a:ext>
                    </a:extLst>
                  </a:tr>
                  <a:tr h="720358">
                    <a:tc>
                      <a:txBody>
                        <a:bodyPr/>
                        <a:lstStyle/>
                        <a:p>
                          <a:endParaRPr lang="ko-K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202542" b="-250847"/>
                          </a:stretch>
                        </a:blipFill>
                      </a:tcPr>
                    </a:tc>
                    <a:extLst>
                      <a:ext uri="{0D108BD9-81ED-4DB2-BD59-A6C34878D82A}">
                        <a16:rowId xmlns:a16="http://schemas.microsoft.com/office/drawing/2014/main" val="549591821"/>
                      </a:ext>
                    </a:extLst>
                  </a:tr>
                  <a:tr h="702945">
                    <a:tc>
                      <a:txBody>
                        <a:bodyPr/>
                        <a:lstStyle/>
                        <a:p>
                          <a:endParaRPr lang="ko-K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307759" b="-155172"/>
                          </a:stretch>
                        </a:blipFill>
                      </a:tcPr>
                    </a:tc>
                    <a:extLst>
                      <a:ext uri="{0D108BD9-81ED-4DB2-BD59-A6C34878D82A}">
                        <a16:rowId xmlns:a16="http://schemas.microsoft.com/office/drawing/2014/main" val="2571924127"/>
                      </a:ext>
                    </a:extLst>
                  </a:tr>
                  <a:tr h="549223">
                    <a:tc>
                      <a:txBody>
                        <a:bodyPr/>
                        <a:lstStyle/>
                        <a:p>
                          <a:endParaRPr lang="ko-K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525556" b="-100000"/>
                          </a:stretch>
                        </a:blipFill>
                      </a:tcPr>
                    </a:tc>
                    <a:extLst>
                      <a:ext uri="{0D108BD9-81ED-4DB2-BD59-A6C34878D82A}">
                        <a16:rowId xmlns:a16="http://schemas.microsoft.com/office/drawing/2014/main" val="2867915854"/>
                      </a:ext>
                    </a:extLst>
                  </a:tr>
                  <a:tr h="549223">
                    <a:tc>
                      <a:txBody>
                        <a:bodyPr/>
                        <a:lstStyle/>
                        <a:p>
                          <a:endParaRPr lang="ko-K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625556"/>
                          </a:stretch>
                        </a:blipFill>
                      </a:tcPr>
                    </a:tc>
                    <a:extLst>
                      <a:ext uri="{0D108BD9-81ED-4DB2-BD59-A6C34878D82A}">
                        <a16:rowId xmlns:a16="http://schemas.microsoft.com/office/drawing/2014/main" val="2333410646"/>
                      </a:ext>
                    </a:extLst>
                  </a:tr>
                </a:tbl>
              </a:graphicData>
            </a:graphic>
          </p:graphicFrame>
        </mc:Fallback>
      </mc:AlternateContent>
      <p:sp>
        <p:nvSpPr>
          <p:cNvPr id="12" name="원호 11"/>
          <p:cNvSpPr/>
          <p:nvPr/>
        </p:nvSpPr>
        <p:spPr>
          <a:xfrm>
            <a:off x="1974341" y="2780681"/>
            <a:ext cx="914400" cy="914400"/>
          </a:xfrm>
          <a:prstGeom prst="arc">
            <a:avLst>
              <a:gd name="adj1" fmla="val 21502301"/>
              <a:gd name="adj2" fmla="val 5600308"/>
            </a:avLst>
          </a:prstGeom>
          <a:ln w="9525">
            <a:solidFill>
              <a:srgbClr val="C00000"/>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mc:AlternateContent xmlns:mc="http://schemas.openxmlformats.org/markup-compatibility/2006" xmlns:a14="http://schemas.microsoft.com/office/drawing/2010/main">
        <mc:Choice Requires="a14">
          <p:sp>
            <p:nvSpPr>
              <p:cNvPr id="4" name="직사각형 3"/>
              <p:cNvSpPr/>
              <p:nvPr/>
            </p:nvSpPr>
            <p:spPr>
              <a:xfrm>
                <a:off x="2859920" y="3190673"/>
                <a:ext cx="3646255" cy="64985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nor/>
                        </m:rPr>
                        <a:rPr lang="en-US" altLang="ko-KR" sz="1200" i="1" dirty="0" smtClean="0">
                          <a:solidFill>
                            <a:srgbClr val="C00000"/>
                          </a:solidFill>
                        </a:rPr>
                        <m:t>by</m:t>
                      </m:r>
                      <m:r>
                        <m:rPr>
                          <m:nor/>
                        </m:rPr>
                        <a:rPr lang="en-US" altLang="ko-KR" sz="1200" i="1" dirty="0" smtClean="0">
                          <a:solidFill>
                            <a:srgbClr val="C00000"/>
                          </a:solidFill>
                        </a:rPr>
                        <m:t> </m:t>
                      </m:r>
                      <m:r>
                        <m:rPr>
                          <m:nor/>
                        </m:rPr>
                        <a:rPr lang="en-US" altLang="ko-KR" sz="1200" i="1" dirty="0" smtClean="0">
                          <a:solidFill>
                            <a:srgbClr val="C00000"/>
                          </a:solidFill>
                        </a:rPr>
                        <m:t>the</m:t>
                      </m:r>
                      <m:r>
                        <m:rPr>
                          <m:nor/>
                        </m:rPr>
                        <a:rPr lang="en-US" altLang="ko-KR" sz="1200" i="1" dirty="0" smtClean="0">
                          <a:solidFill>
                            <a:srgbClr val="C00000"/>
                          </a:solidFill>
                        </a:rPr>
                        <m:t> </m:t>
                      </m:r>
                      <m:r>
                        <m:rPr>
                          <m:nor/>
                        </m:rPr>
                        <a:rPr lang="en-US" altLang="ko-KR" sz="1200" i="1" dirty="0" smtClean="0">
                          <a:solidFill>
                            <a:srgbClr val="C00000"/>
                          </a:solidFill>
                        </a:rPr>
                        <m:t>complex</m:t>
                      </m:r>
                      <m:r>
                        <m:rPr>
                          <m:nor/>
                        </m:rPr>
                        <a:rPr lang="en-US" altLang="ko-KR" sz="1200" i="1" dirty="0" smtClean="0">
                          <a:solidFill>
                            <a:srgbClr val="C00000"/>
                          </a:solidFill>
                        </a:rPr>
                        <m:t> </m:t>
                      </m:r>
                      <m:r>
                        <m:rPr>
                          <m:nor/>
                        </m:rPr>
                        <a:rPr lang="en-US" altLang="ko-KR" sz="1200" i="1" dirty="0" smtClean="0">
                          <a:solidFill>
                            <a:srgbClr val="C00000"/>
                          </a:solidFill>
                        </a:rPr>
                        <m:t>fraction</m:t>
                      </m:r>
                      <m:r>
                        <m:rPr>
                          <m:nor/>
                        </m:rPr>
                        <a:rPr lang="en-US" altLang="ko-KR" sz="1200" i="1" dirty="0" smtClean="0">
                          <a:solidFill>
                            <a:srgbClr val="C00000"/>
                          </a:solidFill>
                        </a:rPr>
                        <m:t> </m:t>
                      </m:r>
                      <m:r>
                        <m:rPr>
                          <m:nor/>
                        </m:rPr>
                        <a:rPr lang="en-US" altLang="ko-KR" sz="1200" i="1" dirty="0" smtClean="0">
                          <a:solidFill>
                            <a:srgbClr val="C00000"/>
                          </a:solidFill>
                        </a:rPr>
                        <m:t>theorem</m:t>
                      </m:r>
                      <m:r>
                        <a:rPr lang="en-US" altLang="ko-KR" sz="1200" b="0" i="1" dirty="0" smtClean="0">
                          <a:latin typeface="Cambria Math" panose="02040503050406030204" pitchFamily="18" charset="0"/>
                        </a:rPr>
                        <m:t>,  </m:t>
                      </m:r>
                      <m:f>
                        <m:fPr>
                          <m:ctrlPr>
                            <a:rPr lang="en-US" altLang="ko-KR" sz="1200" i="1" smtClean="0">
                              <a:latin typeface="Cambria Math" panose="02040503050406030204" pitchFamily="18" charset="0"/>
                            </a:rPr>
                          </m:ctrlPr>
                        </m:fPr>
                        <m:num>
                          <m:r>
                            <a:rPr lang="en-US" altLang="ko-KR" sz="1200" b="0" i="1" smtClean="0">
                              <a:latin typeface="Cambria Math" panose="02040503050406030204" pitchFamily="18" charset="0"/>
                            </a:rPr>
                            <m:t>𝑎𝑑</m:t>
                          </m:r>
                        </m:num>
                        <m:den>
                          <m:r>
                            <a:rPr lang="en-US" altLang="ko-KR" sz="1200" b="0" i="1" smtClean="0">
                              <a:latin typeface="Cambria Math" panose="02040503050406030204" pitchFamily="18" charset="0"/>
                            </a:rPr>
                            <m:t>𝑏𝑐</m:t>
                          </m:r>
                        </m:den>
                      </m:f>
                      <m:r>
                        <a:rPr lang="en-US" altLang="ko-KR" sz="1200" b="0" i="1" smtClean="0">
                          <a:latin typeface="Cambria Math" panose="02040503050406030204" pitchFamily="18" charset="0"/>
                        </a:rPr>
                        <m:t>=</m:t>
                      </m:r>
                      <m:f>
                        <m:fPr>
                          <m:ctrlPr>
                            <a:rPr lang="en-US" altLang="ko-KR" sz="1200" i="1">
                              <a:latin typeface="Cambria Math" panose="02040503050406030204" pitchFamily="18" charset="0"/>
                            </a:rPr>
                          </m:ctrlPr>
                        </m:fPr>
                        <m:num>
                          <m:r>
                            <a:rPr lang="en-US" altLang="ko-KR" sz="1200" i="1">
                              <a:latin typeface="Cambria Math" panose="02040503050406030204" pitchFamily="18" charset="0"/>
                            </a:rPr>
                            <m:t>𝑎</m:t>
                          </m:r>
                        </m:num>
                        <m:den>
                          <m:r>
                            <a:rPr lang="en-US" altLang="ko-KR" sz="1200" i="1">
                              <a:latin typeface="Cambria Math" panose="02040503050406030204" pitchFamily="18" charset="0"/>
                            </a:rPr>
                            <m:t>𝑏</m:t>
                          </m:r>
                        </m:den>
                      </m:f>
                      <m:r>
                        <a:rPr lang="en-US" altLang="ko-KR" sz="1200" i="1" smtClean="0">
                          <a:latin typeface="Cambria Math" panose="02040503050406030204" pitchFamily="18" charset="0"/>
                          <a:ea typeface="Cambria Math" panose="02040503050406030204" pitchFamily="18" charset="0"/>
                        </a:rPr>
                        <m:t>÷</m:t>
                      </m:r>
                      <m:f>
                        <m:fPr>
                          <m:ctrlPr>
                            <a:rPr lang="en-US" altLang="ko-KR" sz="1200" i="1">
                              <a:latin typeface="Cambria Math" panose="02040503050406030204" pitchFamily="18" charset="0"/>
                            </a:rPr>
                          </m:ctrlPr>
                        </m:fPr>
                        <m:num>
                          <m:r>
                            <a:rPr lang="en-US" altLang="ko-KR" sz="1200" i="1">
                              <a:latin typeface="Cambria Math" panose="02040503050406030204" pitchFamily="18" charset="0"/>
                            </a:rPr>
                            <m:t>𝑐</m:t>
                          </m:r>
                        </m:num>
                        <m:den>
                          <m:r>
                            <a:rPr lang="en-US" altLang="ko-KR" sz="1200" i="1">
                              <a:latin typeface="Cambria Math" panose="02040503050406030204" pitchFamily="18" charset="0"/>
                            </a:rPr>
                            <m:t>𝑑</m:t>
                          </m:r>
                        </m:den>
                      </m:f>
                      <m:r>
                        <a:rPr lang="en-US" altLang="ko-KR" sz="1200" b="0" i="1" smtClean="0">
                          <a:latin typeface="Cambria Math" panose="02040503050406030204" pitchFamily="18" charset="0"/>
                        </a:rPr>
                        <m:t>=</m:t>
                      </m:r>
                      <m:f>
                        <m:fPr>
                          <m:ctrlPr>
                            <a:rPr lang="en-US" altLang="ko-KR" sz="1200" i="1" smtClean="0">
                              <a:latin typeface="Cambria Math" panose="02040503050406030204" pitchFamily="18" charset="0"/>
                            </a:rPr>
                          </m:ctrlPr>
                        </m:fPr>
                        <m:num>
                          <m:f>
                            <m:fPr>
                              <m:ctrlPr>
                                <a:rPr lang="en-US" altLang="ko-KR" sz="1200" i="1">
                                  <a:latin typeface="Cambria Math" panose="02040503050406030204" pitchFamily="18" charset="0"/>
                                </a:rPr>
                              </m:ctrlPr>
                            </m:fPr>
                            <m:num>
                              <m:r>
                                <a:rPr lang="en-US" altLang="ko-KR" sz="1200" b="0" i="1" smtClean="0">
                                  <a:latin typeface="Cambria Math" panose="02040503050406030204" pitchFamily="18" charset="0"/>
                                </a:rPr>
                                <m:t>𝑎</m:t>
                              </m:r>
                            </m:num>
                            <m:den>
                              <m:r>
                                <a:rPr lang="en-US" altLang="ko-KR" sz="1200" b="0" i="1" smtClean="0">
                                  <a:latin typeface="Cambria Math" panose="02040503050406030204" pitchFamily="18" charset="0"/>
                                </a:rPr>
                                <m:t>𝑏</m:t>
                              </m:r>
                            </m:den>
                          </m:f>
                        </m:num>
                        <m:den>
                          <m:f>
                            <m:fPr>
                              <m:ctrlPr>
                                <a:rPr lang="en-US" altLang="ko-KR" sz="1200" i="1">
                                  <a:latin typeface="Cambria Math" panose="02040503050406030204" pitchFamily="18" charset="0"/>
                                </a:rPr>
                              </m:ctrlPr>
                            </m:fPr>
                            <m:num>
                              <m:r>
                                <a:rPr lang="en-US" altLang="ko-KR" sz="1200" b="0" i="1" smtClean="0">
                                  <a:latin typeface="Cambria Math" panose="02040503050406030204" pitchFamily="18" charset="0"/>
                                </a:rPr>
                                <m:t>𝑐</m:t>
                              </m:r>
                            </m:num>
                            <m:den>
                              <m:r>
                                <a:rPr lang="en-US" altLang="ko-KR" sz="1200" b="0" i="1" smtClean="0">
                                  <a:latin typeface="Cambria Math" panose="02040503050406030204" pitchFamily="18" charset="0"/>
                                </a:rPr>
                                <m:t>𝑑</m:t>
                              </m:r>
                            </m:den>
                          </m:f>
                        </m:den>
                      </m:f>
                    </m:oMath>
                  </m:oMathPara>
                </a14:m>
                <a:endParaRPr lang="ko-KR" altLang="en-US" sz="1200" dirty="0"/>
              </a:p>
            </p:txBody>
          </p:sp>
        </mc:Choice>
        <mc:Fallback xmlns="">
          <p:sp>
            <p:nvSpPr>
              <p:cNvPr id="4" name="직사각형 3"/>
              <p:cNvSpPr>
                <a:spLocks noRot="1" noChangeAspect="1" noMove="1" noResize="1" noEditPoints="1" noAdjustHandles="1" noChangeArrowheads="1" noChangeShapeType="1" noTextEdit="1"/>
              </p:cNvSpPr>
              <p:nvPr/>
            </p:nvSpPr>
            <p:spPr>
              <a:xfrm>
                <a:off x="2859920" y="3190673"/>
                <a:ext cx="3646255" cy="649858"/>
              </a:xfrm>
              <a:prstGeom prst="rect">
                <a:avLst/>
              </a:prstGeom>
              <a:blipFill>
                <a:blip r:embed="rId4"/>
                <a:stretch>
                  <a:fillRect/>
                </a:stretch>
              </a:blipFill>
            </p:spPr>
            <p:txBody>
              <a:bodyPr/>
              <a:lstStyle/>
              <a:p>
                <a:r>
                  <a:rPr lang="ko-KR" altLang="en-US">
                    <a:noFill/>
                  </a:rPr>
                  <a:t> </a:t>
                </a:r>
              </a:p>
            </p:txBody>
          </p:sp>
        </mc:Fallback>
      </mc:AlternateContent>
      <p:sp>
        <p:nvSpPr>
          <p:cNvPr id="16" name="원호 15"/>
          <p:cNvSpPr/>
          <p:nvPr/>
        </p:nvSpPr>
        <p:spPr>
          <a:xfrm>
            <a:off x="1411712" y="4898038"/>
            <a:ext cx="914400" cy="914400"/>
          </a:xfrm>
          <a:prstGeom prst="arc">
            <a:avLst>
              <a:gd name="adj1" fmla="val 21502301"/>
              <a:gd name="adj2" fmla="val 5600308"/>
            </a:avLst>
          </a:prstGeom>
          <a:ln w="9525">
            <a:solidFill>
              <a:srgbClr val="C00000"/>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mc:AlternateContent xmlns:mc="http://schemas.openxmlformats.org/markup-compatibility/2006" xmlns:a14="http://schemas.microsoft.com/office/drawing/2010/main">
        <mc:Choice Requires="a14">
          <p:sp>
            <p:nvSpPr>
              <p:cNvPr id="13" name="직사각형 12"/>
              <p:cNvSpPr/>
              <p:nvPr/>
            </p:nvSpPr>
            <p:spPr>
              <a:xfrm>
                <a:off x="2264083" y="5331759"/>
                <a:ext cx="1866087" cy="42216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ko-KR" sz="1200" i="1" smtClean="0">
                          <a:solidFill>
                            <a:srgbClr val="C00000"/>
                          </a:solidFill>
                          <a:latin typeface="Cambria Math" panose="02040503050406030204" pitchFamily="18" charset="0"/>
                        </a:rPr>
                        <m:t> </m:t>
                      </m:r>
                      <m:r>
                        <a:rPr lang="en-US" altLang="ko-KR" sz="1200" i="1" smtClean="0">
                          <a:solidFill>
                            <a:srgbClr val="C00000"/>
                          </a:solidFill>
                          <a:latin typeface="Cambria Math" panose="02040503050406030204" pitchFamily="18" charset="0"/>
                        </a:rPr>
                        <m:t>𝑠𝑖𝑛𝑐𝑒</m:t>
                      </m:r>
                      <m:func>
                        <m:funcPr>
                          <m:ctrlPr>
                            <a:rPr lang="en-US" altLang="ko-KR" sz="1200" i="1" smtClean="0">
                              <a:solidFill>
                                <a:schemeClr val="tx1"/>
                              </a:solidFill>
                              <a:latin typeface="Cambria Math" panose="02040503050406030204" pitchFamily="18" charset="0"/>
                            </a:rPr>
                          </m:ctrlPr>
                        </m:funcPr>
                        <m:fName>
                          <m:r>
                            <a:rPr lang="ko-KR" altLang="en-US" sz="1200" i="1">
                              <a:latin typeface="Cambria Math" panose="02040503050406030204" pitchFamily="18" charset="0"/>
                            </a:rPr>
                            <m:t>②</m:t>
                          </m:r>
                          <m:r>
                            <a:rPr lang="en-US" altLang="ko-KR" sz="1200" b="0" i="1" smtClean="0">
                              <a:latin typeface="Cambria Math" panose="02040503050406030204" pitchFamily="18" charset="0"/>
                            </a:rPr>
                            <m:t> </m:t>
                          </m:r>
                          <m:limLow>
                            <m:limLowPr>
                              <m:ctrlPr>
                                <a:rPr lang="en-US" altLang="ko-KR" sz="1200" i="1">
                                  <a:solidFill>
                                    <a:schemeClr val="tx1"/>
                                  </a:solidFill>
                                  <a:latin typeface="Cambria Math" panose="02040503050406030204" pitchFamily="18" charset="0"/>
                                </a:rPr>
                              </m:ctrlPr>
                            </m:limLowPr>
                            <m:e>
                              <m:r>
                                <a:rPr lang="en-US" altLang="ko-KR" sz="1200" i="1">
                                  <a:solidFill>
                                    <a:schemeClr val="tx1"/>
                                  </a:solidFill>
                                  <a:latin typeface="Cambria Math" panose="02040503050406030204" pitchFamily="18" charset="0"/>
                                </a:rPr>
                                <m:t>𝑙𝑖𝑚</m:t>
                              </m:r>
                            </m:e>
                            <m:lim>
                              <m:r>
                                <a:rPr lang="en-US" altLang="ko-KR" sz="1200" i="1">
                                  <a:solidFill>
                                    <a:schemeClr val="tx1"/>
                                  </a:solidFill>
                                  <a:latin typeface="Cambria Math" panose="02040503050406030204" pitchFamily="18" charset="0"/>
                                </a:rPr>
                                <m:t>𝑡</m:t>
                              </m:r>
                              <m:r>
                                <a:rPr lang="en-US" altLang="ko-KR" sz="1200" i="1">
                                  <a:solidFill>
                                    <a:schemeClr val="tx1"/>
                                  </a:solidFill>
                                  <a:latin typeface="Cambria Math" panose="02040503050406030204" pitchFamily="18" charset="0"/>
                                </a:rPr>
                                <m:t>→0</m:t>
                              </m:r>
                            </m:lim>
                          </m:limLow>
                        </m:fName>
                        <m:e>
                          <m:sSup>
                            <m:sSupPr>
                              <m:ctrlPr>
                                <a:rPr lang="en-US" altLang="ko-KR" sz="1200" i="1">
                                  <a:solidFill>
                                    <a:schemeClr val="tx1"/>
                                  </a:solidFill>
                                  <a:latin typeface="Cambria Math" panose="02040503050406030204" pitchFamily="18" charset="0"/>
                                </a:rPr>
                              </m:ctrlPr>
                            </m:sSupPr>
                            <m:e>
                              <m:d>
                                <m:dPr>
                                  <m:ctrlPr>
                                    <a:rPr lang="en-US" altLang="ko-KR" sz="1200" i="1">
                                      <a:solidFill>
                                        <a:schemeClr val="tx1"/>
                                      </a:solidFill>
                                      <a:latin typeface="Cambria Math" panose="02040503050406030204" pitchFamily="18" charset="0"/>
                                    </a:rPr>
                                  </m:ctrlPr>
                                </m:dPr>
                                <m:e>
                                  <m:r>
                                    <a:rPr lang="en-US" altLang="ko-KR" sz="1200" i="1">
                                      <a:solidFill>
                                        <a:schemeClr val="tx1"/>
                                      </a:solidFill>
                                      <a:latin typeface="Cambria Math" panose="02040503050406030204" pitchFamily="18" charset="0"/>
                                    </a:rPr>
                                    <m:t>1+</m:t>
                                  </m:r>
                                  <m:r>
                                    <a:rPr lang="en-US" altLang="ko-KR" sz="1200" i="1">
                                      <a:solidFill>
                                        <a:schemeClr val="tx1"/>
                                      </a:solidFill>
                                      <a:latin typeface="Cambria Math" panose="02040503050406030204" pitchFamily="18" charset="0"/>
                                    </a:rPr>
                                    <m:t>𝑡</m:t>
                                  </m:r>
                                </m:e>
                              </m:d>
                            </m:e>
                            <m:sup>
                              <m:f>
                                <m:fPr>
                                  <m:ctrlPr>
                                    <a:rPr lang="en-US" altLang="ko-KR" sz="1200" i="1">
                                      <a:solidFill>
                                        <a:schemeClr val="tx1"/>
                                      </a:solidFill>
                                      <a:latin typeface="Cambria Math" panose="02040503050406030204" pitchFamily="18" charset="0"/>
                                    </a:rPr>
                                  </m:ctrlPr>
                                </m:fPr>
                                <m:num>
                                  <m:r>
                                    <a:rPr lang="en-US" altLang="ko-KR" sz="1200" i="1">
                                      <a:solidFill>
                                        <a:schemeClr val="tx1"/>
                                      </a:solidFill>
                                      <a:latin typeface="Cambria Math" panose="02040503050406030204" pitchFamily="18" charset="0"/>
                                    </a:rPr>
                                    <m:t>1</m:t>
                                  </m:r>
                                </m:num>
                                <m:den>
                                  <m:r>
                                    <a:rPr lang="en-US" altLang="ko-KR" sz="1200" i="1">
                                      <a:solidFill>
                                        <a:schemeClr val="tx1"/>
                                      </a:solidFill>
                                      <a:latin typeface="Cambria Math" panose="02040503050406030204" pitchFamily="18" charset="0"/>
                                    </a:rPr>
                                    <m:t>𝑡</m:t>
                                  </m:r>
                                </m:den>
                              </m:f>
                            </m:sup>
                          </m:sSup>
                        </m:e>
                      </m:func>
                      <m:r>
                        <a:rPr lang="en-US" altLang="ko-KR" sz="1200" i="1">
                          <a:solidFill>
                            <a:schemeClr val="tx1"/>
                          </a:solidFill>
                          <a:latin typeface="Cambria Math" panose="02040503050406030204" pitchFamily="18" charset="0"/>
                        </a:rPr>
                        <m:t>=</m:t>
                      </m:r>
                      <m:r>
                        <a:rPr lang="en-US" altLang="ko-KR" sz="1200" i="1">
                          <a:solidFill>
                            <a:schemeClr val="tx1"/>
                          </a:solidFill>
                          <a:latin typeface="Cambria Math" panose="02040503050406030204" pitchFamily="18" charset="0"/>
                        </a:rPr>
                        <m:t>𝑒</m:t>
                      </m:r>
                    </m:oMath>
                  </m:oMathPara>
                </a14:m>
                <a:endParaRPr lang="ko-KR" altLang="en-US" sz="1200" dirty="0">
                  <a:solidFill>
                    <a:schemeClr val="tx1"/>
                  </a:solidFill>
                </a:endParaRPr>
              </a:p>
            </p:txBody>
          </p:sp>
        </mc:Choice>
        <mc:Fallback xmlns="">
          <p:sp>
            <p:nvSpPr>
              <p:cNvPr id="13" name="직사각형 12"/>
              <p:cNvSpPr>
                <a:spLocks noRot="1" noChangeAspect="1" noMove="1" noResize="1" noEditPoints="1" noAdjustHandles="1" noChangeArrowheads="1" noChangeShapeType="1" noTextEdit="1"/>
              </p:cNvSpPr>
              <p:nvPr/>
            </p:nvSpPr>
            <p:spPr>
              <a:xfrm>
                <a:off x="2264083" y="5331759"/>
                <a:ext cx="1866087" cy="422167"/>
              </a:xfrm>
              <a:prstGeom prst="rect">
                <a:avLst/>
              </a:prstGeom>
              <a:blipFill>
                <a:blip r:embed="rId5"/>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918755" y="1419294"/>
                <a:ext cx="1847493" cy="494751"/>
              </a:xfrm>
              <a:prstGeom prst="rect">
                <a:avLst/>
              </a:prstGeom>
              <a:noFill/>
            </p:spPr>
            <p:txBody>
              <a:bodyPr wrap="none" lIns="0" tIns="0" rIns="0" bIns="0" rtlCol="0">
                <a:spAutoFit/>
              </a:bodyPr>
              <a:lstStyle/>
              <a:p>
                <a:r>
                  <a:rPr lang="ko-KR" altLang="en-US" sz="2000" dirty="0"/>
                  <a:t>③</a:t>
                </a:r>
                <a14:m>
                  <m:oMath xmlns:m="http://schemas.openxmlformats.org/officeDocument/2006/math">
                    <m:func>
                      <m:funcPr>
                        <m:ctrlPr>
                          <a:rPr lang="en-US" altLang="ko-KR" sz="2000" b="0" i="1" smtClean="0">
                            <a:latin typeface="Cambria Math" panose="02040503050406030204" pitchFamily="18" charset="0"/>
                          </a:rPr>
                        </m:ctrlPr>
                      </m:funcPr>
                      <m:fName>
                        <m:limLow>
                          <m:limLowPr>
                            <m:ctrlPr>
                              <a:rPr lang="en-US" altLang="ko-KR" sz="2000" b="0" i="1" smtClean="0">
                                <a:latin typeface="Cambria Math" panose="02040503050406030204" pitchFamily="18" charset="0"/>
                              </a:rPr>
                            </m:ctrlPr>
                          </m:limLowPr>
                          <m:e>
                            <m:r>
                              <a:rPr lang="en-US" altLang="ko-KR" sz="2000" b="0" i="1" smtClean="0">
                                <a:latin typeface="Cambria Math" panose="02040503050406030204" pitchFamily="18" charset="0"/>
                              </a:rPr>
                              <m:t>𝑙𝑖𝑚</m:t>
                            </m:r>
                          </m:e>
                          <m:lim>
                            <m:r>
                              <a:rPr lang="en-US" altLang="ko-KR" sz="2000" b="0" i="1" smtClean="0">
                                <a:latin typeface="Cambria Math" panose="02040503050406030204" pitchFamily="18" charset="0"/>
                              </a:rPr>
                              <m:t>𝑥</m:t>
                            </m:r>
                            <m:r>
                              <a:rPr lang="en-US" altLang="ko-KR" sz="2000" b="0" i="1" smtClean="0">
                                <a:latin typeface="Cambria Math" panose="02040503050406030204" pitchFamily="18" charset="0"/>
                              </a:rPr>
                              <m:t>→0</m:t>
                            </m:r>
                          </m:lim>
                        </m:limLow>
                      </m:fName>
                      <m:e>
                        <m:d>
                          <m:dPr>
                            <m:ctrlPr>
                              <a:rPr lang="en-US" altLang="ko-KR" sz="2000" b="0" i="1" smtClean="0">
                                <a:latin typeface="Cambria Math" panose="02040503050406030204" pitchFamily="18" charset="0"/>
                              </a:rPr>
                            </m:ctrlPr>
                          </m:dPr>
                          <m:e>
                            <m:f>
                              <m:fPr>
                                <m:ctrlPr>
                                  <a:rPr lang="en-US" altLang="ko-KR" sz="2000" b="0" i="1" smtClean="0">
                                    <a:latin typeface="Cambria Math" panose="02040503050406030204" pitchFamily="18" charset="0"/>
                                  </a:rPr>
                                </m:ctrlPr>
                              </m:fPr>
                              <m:num>
                                <m:sSup>
                                  <m:sSupPr>
                                    <m:ctrlPr>
                                      <a:rPr lang="en-US" altLang="ko-KR" sz="2000" b="0" i="1" smtClean="0">
                                        <a:latin typeface="Cambria Math" panose="02040503050406030204" pitchFamily="18" charset="0"/>
                                      </a:rPr>
                                    </m:ctrlPr>
                                  </m:sSupPr>
                                  <m:e>
                                    <m:r>
                                      <a:rPr lang="en-US" altLang="ko-KR" sz="2000" b="0" i="1" smtClean="0">
                                        <a:latin typeface="Cambria Math" panose="02040503050406030204" pitchFamily="18" charset="0"/>
                                      </a:rPr>
                                      <m:t>𝑒</m:t>
                                    </m:r>
                                  </m:e>
                                  <m:sup>
                                    <m:r>
                                      <a:rPr lang="en-US" altLang="ko-KR" sz="2000" b="0" i="1" smtClean="0">
                                        <a:latin typeface="Cambria Math" panose="02040503050406030204" pitchFamily="18" charset="0"/>
                                      </a:rPr>
                                      <m:t>𝑥</m:t>
                                    </m:r>
                                  </m:sup>
                                </m:sSup>
                                <m:r>
                                  <a:rPr lang="en-US" altLang="ko-KR" sz="2000" b="0" i="1" smtClean="0">
                                    <a:latin typeface="Cambria Math" panose="02040503050406030204" pitchFamily="18" charset="0"/>
                                  </a:rPr>
                                  <m:t>−1</m:t>
                                </m:r>
                              </m:num>
                              <m:den>
                                <m:r>
                                  <a:rPr lang="en-US" altLang="ko-KR" sz="2000" b="0" i="1" smtClean="0">
                                    <a:latin typeface="Cambria Math" panose="02040503050406030204" pitchFamily="18" charset="0"/>
                                  </a:rPr>
                                  <m:t>𝑥</m:t>
                                </m:r>
                              </m:den>
                            </m:f>
                          </m:e>
                        </m:d>
                        <m:r>
                          <a:rPr lang="en-US" altLang="ko-KR" sz="2000" b="0" i="1" smtClean="0">
                            <a:latin typeface="Cambria Math" panose="02040503050406030204" pitchFamily="18" charset="0"/>
                          </a:rPr>
                          <m:t>=</m:t>
                        </m:r>
                      </m:e>
                    </m:func>
                    <m:r>
                      <a:rPr lang="en-US" altLang="ko-KR" sz="2000" b="0" i="1" smtClean="0">
                        <a:latin typeface="Cambria Math" panose="02040503050406030204" pitchFamily="18" charset="0"/>
                      </a:rPr>
                      <m:t>1</m:t>
                    </m:r>
                  </m:oMath>
                </a14:m>
                <a:endParaRPr lang="ko-KR" altLang="en-US" sz="2000" i="1" dirty="0"/>
              </a:p>
            </p:txBody>
          </p:sp>
        </mc:Choice>
        <mc:Fallback xmlns="">
          <p:sp>
            <p:nvSpPr>
              <p:cNvPr id="18" name="TextBox 17"/>
              <p:cNvSpPr txBox="1">
                <a:spLocks noRot="1" noChangeAspect="1" noMove="1" noResize="1" noEditPoints="1" noAdjustHandles="1" noChangeArrowheads="1" noChangeShapeType="1" noTextEdit="1"/>
              </p:cNvSpPr>
              <p:nvPr/>
            </p:nvSpPr>
            <p:spPr>
              <a:xfrm>
                <a:off x="918755" y="1419294"/>
                <a:ext cx="1847493" cy="494751"/>
              </a:xfrm>
              <a:prstGeom prst="rect">
                <a:avLst/>
              </a:prstGeom>
              <a:blipFill>
                <a:blip r:embed="rId6"/>
                <a:stretch>
                  <a:fillRect l="-8581" b="-9877"/>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 name="직사각형 1"/>
              <p:cNvSpPr/>
              <p:nvPr/>
            </p:nvSpPr>
            <p:spPr>
              <a:xfrm>
                <a:off x="2137139" y="2073987"/>
                <a:ext cx="2922467"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altLang="ko-KR" sz="1200" i="1" smtClean="0">
                              <a:latin typeface="Cambria Math" panose="02040503050406030204" pitchFamily="18" charset="0"/>
                            </a:rPr>
                          </m:ctrlPr>
                        </m:sSupPr>
                        <m:e>
                          <m:r>
                            <a:rPr lang="en-US" altLang="ko-KR" sz="1200" i="1">
                              <a:latin typeface="Cambria Math" panose="02040503050406030204" pitchFamily="18" charset="0"/>
                            </a:rPr>
                            <m:t>𝑒</m:t>
                          </m:r>
                        </m:e>
                        <m:sup>
                          <m:r>
                            <a:rPr lang="en-US" altLang="ko-KR" sz="1200" i="1">
                              <a:latin typeface="Cambria Math" panose="02040503050406030204" pitchFamily="18" charset="0"/>
                            </a:rPr>
                            <m:t>𝑥</m:t>
                          </m:r>
                        </m:sup>
                      </m:sSup>
                      <m:r>
                        <a:rPr lang="en-US" altLang="ko-KR" sz="1200" i="1">
                          <a:latin typeface="Cambria Math" panose="02040503050406030204" pitchFamily="18" charset="0"/>
                        </a:rPr>
                        <m:t>−1 </m:t>
                      </m:r>
                      <m:r>
                        <a:rPr lang="en-US" altLang="ko-KR" sz="1200" i="1">
                          <a:latin typeface="Cambria Math" panose="02040503050406030204" pitchFamily="18" charset="0"/>
                        </a:rPr>
                        <m:t>𝑖𝑠</m:t>
                      </m:r>
                      <m:r>
                        <a:rPr lang="en-US" altLang="ko-KR" sz="1200" i="1">
                          <a:latin typeface="Cambria Math" panose="02040503050406030204" pitchFamily="18" charset="0"/>
                        </a:rPr>
                        <m:t> </m:t>
                      </m:r>
                      <m:r>
                        <a:rPr lang="en-US" altLang="ko-KR" sz="1200" i="1">
                          <a:latin typeface="Cambria Math" panose="02040503050406030204" pitchFamily="18" charset="0"/>
                        </a:rPr>
                        <m:t>𝑠𝑢𝑏𝑠𝑡𝑖𝑡𝑢𝑡𝑒𝑑</m:t>
                      </m:r>
                      <m:r>
                        <a:rPr lang="en-US" altLang="ko-KR" sz="1200" i="1">
                          <a:latin typeface="Cambria Math" panose="02040503050406030204" pitchFamily="18" charset="0"/>
                        </a:rPr>
                        <m:t> </m:t>
                      </m:r>
                      <m:r>
                        <a:rPr lang="en-US" altLang="ko-KR" sz="1200" i="1">
                          <a:latin typeface="Cambria Math" panose="02040503050406030204" pitchFamily="18" charset="0"/>
                        </a:rPr>
                        <m:t>𝑏𝑦</m:t>
                      </m:r>
                      <m:r>
                        <a:rPr lang="en-US" altLang="ko-KR" sz="1200" i="1">
                          <a:latin typeface="Cambria Math" panose="02040503050406030204" pitchFamily="18" charset="0"/>
                        </a:rPr>
                        <m:t> </m:t>
                      </m:r>
                      <m:r>
                        <a:rPr lang="en-US" altLang="ko-KR" sz="1200" i="1">
                          <a:latin typeface="Cambria Math" panose="02040503050406030204" pitchFamily="18" charset="0"/>
                        </a:rPr>
                        <m:t>𝑡</m:t>
                      </m:r>
                      <m:r>
                        <a:rPr lang="en-US" altLang="ko-KR" sz="1200" i="1">
                          <a:latin typeface="Cambria Math" panose="02040503050406030204" pitchFamily="18" charset="0"/>
                        </a:rPr>
                        <m:t>   ∴</m:t>
                      </m:r>
                      <m:r>
                        <a:rPr lang="en-US" altLang="ko-KR" sz="1200" i="1">
                          <a:latin typeface="Cambria Math" panose="02040503050406030204" pitchFamily="18" charset="0"/>
                        </a:rPr>
                        <m:t>𝑡</m:t>
                      </m:r>
                      <m:r>
                        <a:rPr lang="en-US" altLang="ko-KR" sz="1200" b="0" i="1" smtClean="0">
                          <a:latin typeface="Cambria Math" panose="02040503050406030204" pitchFamily="18" charset="0"/>
                        </a:rPr>
                        <m:t>=</m:t>
                      </m:r>
                      <m:sSup>
                        <m:sSupPr>
                          <m:ctrlPr>
                            <a:rPr lang="en-US" altLang="ko-KR" sz="1200" i="1">
                              <a:latin typeface="Cambria Math" panose="02040503050406030204" pitchFamily="18" charset="0"/>
                            </a:rPr>
                          </m:ctrlPr>
                        </m:sSupPr>
                        <m:e>
                          <m:r>
                            <a:rPr lang="en-US" altLang="ko-KR" sz="1200" i="1">
                              <a:latin typeface="Cambria Math" panose="02040503050406030204" pitchFamily="18" charset="0"/>
                            </a:rPr>
                            <m:t>𝑒</m:t>
                          </m:r>
                        </m:e>
                        <m:sup>
                          <m:r>
                            <a:rPr lang="en-US" altLang="ko-KR" sz="1200" i="1">
                              <a:latin typeface="Cambria Math" panose="02040503050406030204" pitchFamily="18" charset="0"/>
                            </a:rPr>
                            <m:t>𝑥</m:t>
                          </m:r>
                        </m:sup>
                      </m:sSup>
                      <m:r>
                        <a:rPr lang="en-US" altLang="ko-KR" sz="1200" i="1">
                          <a:latin typeface="Cambria Math" panose="02040503050406030204" pitchFamily="18" charset="0"/>
                        </a:rPr>
                        <m:t>−1</m:t>
                      </m:r>
                    </m:oMath>
                  </m:oMathPara>
                </a14:m>
                <a:endParaRPr lang="ko-KR" altLang="en-US" sz="1200" dirty="0"/>
              </a:p>
            </p:txBody>
          </p:sp>
        </mc:Choice>
        <mc:Fallback xmlns="">
          <p:sp>
            <p:nvSpPr>
              <p:cNvPr id="2" name="직사각형 1"/>
              <p:cNvSpPr>
                <a:spLocks noRot="1" noChangeAspect="1" noMove="1" noResize="1" noEditPoints="1" noAdjustHandles="1" noChangeArrowheads="1" noChangeShapeType="1" noTextEdit="1"/>
              </p:cNvSpPr>
              <p:nvPr/>
            </p:nvSpPr>
            <p:spPr>
              <a:xfrm>
                <a:off x="2137139" y="2073987"/>
                <a:ext cx="2922467" cy="276999"/>
              </a:xfrm>
              <a:prstGeom prst="rect">
                <a:avLst/>
              </a:prstGeom>
              <a:blipFill>
                <a:blip r:embed="rId7"/>
                <a:stretch>
                  <a:fillRect b="-4348"/>
                </a:stretch>
              </a:blipFill>
            </p:spPr>
            <p:txBody>
              <a:bodyPr/>
              <a:lstStyle/>
              <a:p>
                <a:r>
                  <a:rPr lang="ko-KR" altLang="en-US">
                    <a:noFill/>
                  </a:rPr>
                  <a:t> </a:t>
                </a:r>
              </a:p>
            </p:txBody>
          </p:sp>
        </mc:Fallback>
      </mc:AlternateContent>
      <p:sp>
        <p:nvSpPr>
          <p:cNvPr id="14" name="원호 13"/>
          <p:cNvSpPr/>
          <p:nvPr/>
        </p:nvSpPr>
        <p:spPr>
          <a:xfrm>
            <a:off x="1740898" y="2356829"/>
            <a:ext cx="1246141" cy="648710"/>
          </a:xfrm>
          <a:prstGeom prst="arc">
            <a:avLst>
              <a:gd name="adj1" fmla="val 11278146"/>
              <a:gd name="adj2" fmla="val 21120717"/>
            </a:avLst>
          </a:prstGeom>
          <a:ln w="9525">
            <a:solidFill>
              <a:srgbClr val="C00000"/>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sp>
        <p:nvSpPr>
          <p:cNvPr id="15" name="모서리가 둥근 직사각형 14"/>
          <p:cNvSpPr/>
          <p:nvPr/>
        </p:nvSpPr>
        <p:spPr>
          <a:xfrm>
            <a:off x="1403413" y="2589252"/>
            <a:ext cx="516828" cy="191429"/>
          </a:xfrm>
          <a:prstGeom prst="roundRect">
            <a:avLst/>
          </a:prstGeom>
          <a:noFill/>
          <a:ln>
            <a:solidFill>
              <a:srgbClr val="C0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422307317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mc:AlternateContent xmlns:mc="http://schemas.openxmlformats.org/markup-compatibility/2006" xmlns:a14="http://schemas.microsoft.com/office/drawing/2010/main">
        <mc:Choice Requires="a14">
          <p:graphicFrame>
            <p:nvGraphicFramePr>
              <p:cNvPr id="10" name="표 9"/>
              <p:cNvGraphicFramePr>
                <a:graphicFrameLocks noGrp="1"/>
              </p:cNvGraphicFramePr>
              <p:nvPr>
                <p:extLst>
                  <p:ext uri="{D42A27DB-BD31-4B8C-83A1-F6EECF244321}">
                    <p14:modId xmlns:p14="http://schemas.microsoft.com/office/powerpoint/2010/main" val="3597618688"/>
                  </p:ext>
                </p:extLst>
              </p:nvPr>
            </p:nvGraphicFramePr>
            <p:xfrm>
              <a:off x="930342" y="2531450"/>
              <a:ext cx="6019098" cy="3651053"/>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4151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p>
                                  <m:sSupPr>
                                    <m:ctrlPr>
                                      <a:rPr lang="en-US" altLang="ko-KR" sz="1400" i="1" smtClean="0">
                                        <a:latin typeface="Cambria Math" panose="02040503050406030204" pitchFamily="18" charset="0"/>
                                      </a:rPr>
                                    </m:ctrlPr>
                                  </m:sSupPr>
                                  <m:e>
                                    <m:r>
                                      <a:rPr lang="en-US" altLang="ko-KR" sz="1400" b="0" i="1" smtClean="0">
                                        <a:latin typeface="Cambria Math" panose="02040503050406030204" pitchFamily="18" charset="0"/>
                                      </a:rPr>
                                      <m:t>𝑓</m:t>
                                    </m:r>
                                  </m:e>
                                  <m:sup>
                                    <m:r>
                                      <a:rPr lang="en-US" altLang="ko-KR" sz="1400" b="0" i="1" smtClean="0">
                                        <a:latin typeface="Cambria Math" panose="02040503050406030204" pitchFamily="18" charset="0"/>
                                      </a:rPr>
                                      <m:t>′</m:t>
                                    </m:r>
                                  </m:sup>
                                </m:sSup>
                                <m:d>
                                  <m:dPr>
                                    <m:ctrlPr>
                                      <a:rPr lang="en-US" altLang="ko-KR" sz="1400" i="1">
                                        <a:latin typeface="Cambria Math" panose="02040503050406030204" pitchFamily="18" charset="0"/>
                                      </a:rPr>
                                    </m:ctrlPr>
                                  </m:dPr>
                                  <m:e>
                                    <m:r>
                                      <a:rPr lang="en-US" altLang="ko-KR" sz="1400" i="1">
                                        <a:latin typeface="Cambria Math" panose="02040503050406030204" pitchFamily="18" charset="0"/>
                                      </a:rPr>
                                      <m:t>𝑥</m:t>
                                    </m:r>
                                  </m:e>
                                </m:d>
                                <m:r>
                                  <a:rPr lang="en-US" altLang="ko-KR" sz="1400" smtClean="0">
                                    <a:latin typeface="Cambria Math" panose="02040503050406030204" pitchFamily="18" charset="0"/>
                                  </a:rPr>
                                  <m:t>=</m:t>
                                </m:r>
                                <m:func>
                                  <m:funcPr>
                                    <m:ctrlPr>
                                      <a:rPr lang="en-US" altLang="ko-KR" sz="1400" i="1" smtClean="0">
                                        <a:latin typeface="Cambria Math" panose="02040503050406030204" pitchFamily="18" charset="0"/>
                                      </a:rPr>
                                    </m:ctrlPr>
                                  </m:funcPr>
                                  <m:fName>
                                    <m:limLow>
                                      <m:limLowPr>
                                        <m:ctrlPr>
                                          <a:rPr lang="en-US" altLang="ko-KR" sz="1400" i="1" smtClean="0">
                                            <a:latin typeface="Cambria Math" panose="02040503050406030204" pitchFamily="18" charset="0"/>
                                          </a:rPr>
                                        </m:ctrlPr>
                                      </m:limLowPr>
                                      <m:e>
                                        <m:r>
                                          <a:rPr lang="en-US" altLang="ko-KR" sz="1400" smtClean="0">
                                            <a:latin typeface="Cambria Math" panose="02040503050406030204" pitchFamily="18" charset="0"/>
                                          </a:rPr>
                                          <m:t>𝑙𝑖𝑚</m:t>
                                        </m:r>
                                      </m:e>
                                      <m:lim>
                                        <m:r>
                                          <a:rPr lang="en-US" altLang="ko-KR" sz="1400" smtClean="0">
                                            <a:latin typeface="Cambria Math" panose="02040503050406030204" pitchFamily="18" charset="0"/>
                                          </a:rPr>
                                          <m:t>h</m:t>
                                        </m:r>
                                        <m:r>
                                          <a:rPr lang="en-US" altLang="ko-KR" sz="1400" smtClean="0">
                                            <a:latin typeface="Cambria Math" panose="02040503050406030204" pitchFamily="18" charset="0"/>
                                          </a:rPr>
                                          <m:t>→0</m:t>
                                        </m:r>
                                      </m:lim>
                                    </m:limLow>
                                  </m:fName>
                                  <m:e>
                                    <m:f>
                                      <m:fPr>
                                        <m:ctrlPr>
                                          <a:rPr lang="en-US" altLang="ko-KR" sz="1400" i="1" smtClean="0">
                                            <a:latin typeface="Cambria Math" panose="02040503050406030204" pitchFamily="18" charset="0"/>
                                          </a:rPr>
                                        </m:ctrlPr>
                                      </m:fPr>
                                      <m:num>
                                        <m:r>
                                          <a:rPr lang="en-US" altLang="ko-KR" sz="1400" b="0" i="1" smtClean="0">
                                            <a:latin typeface="Cambria Math" panose="02040503050406030204" pitchFamily="18" charset="0"/>
                                          </a:rPr>
                                          <m:t>𝑓</m:t>
                                        </m:r>
                                        <m:d>
                                          <m:dPr>
                                            <m:ctrlPr>
                                              <a:rPr lang="en-US" altLang="ko-KR" sz="1400" i="1" smtClean="0">
                                                <a:latin typeface="Cambria Math" panose="02040503050406030204" pitchFamily="18" charset="0"/>
                                              </a:rPr>
                                            </m:ctrlPr>
                                          </m:dPr>
                                          <m:e>
                                            <m:r>
                                              <a:rPr lang="en-US" altLang="ko-KR" sz="1400" smtClean="0">
                                                <a:latin typeface="Cambria Math" panose="02040503050406030204" pitchFamily="18" charset="0"/>
                                              </a:rPr>
                                              <m:t>𝑥</m:t>
                                            </m:r>
                                            <m:r>
                                              <a:rPr lang="en-US" altLang="ko-KR" sz="1400" smtClean="0">
                                                <a:latin typeface="Cambria Math" panose="02040503050406030204" pitchFamily="18" charset="0"/>
                                              </a:rPr>
                                              <m:t>+</m:t>
                                            </m:r>
                                            <m:r>
                                              <a:rPr lang="en-US" altLang="ko-KR" sz="1400" smtClean="0">
                                                <a:latin typeface="Cambria Math" panose="02040503050406030204" pitchFamily="18" charset="0"/>
                                              </a:rPr>
                                              <m:t>h</m:t>
                                            </m:r>
                                          </m:e>
                                        </m:d>
                                        <m:r>
                                          <a:rPr lang="en-US" altLang="ko-KR" sz="1400" smtClean="0">
                                            <a:latin typeface="Cambria Math" panose="02040503050406030204" pitchFamily="18" charset="0"/>
                                          </a:rPr>
                                          <m:t>−</m:t>
                                        </m:r>
                                        <m:r>
                                          <a:rPr lang="en-US" altLang="ko-KR" sz="1400" b="0" i="1" smtClean="0">
                                            <a:latin typeface="Cambria Math" panose="02040503050406030204" pitchFamily="18" charset="0"/>
                                          </a:rPr>
                                          <m:t>𝑓</m:t>
                                        </m:r>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num>
                                      <m:den>
                                        <m:r>
                                          <a:rPr lang="en-US" altLang="ko-KR" sz="1400" smtClean="0">
                                            <a:latin typeface="Cambria Math" panose="02040503050406030204" pitchFamily="18" charset="0"/>
                                          </a:rPr>
                                          <m:t>h</m:t>
                                        </m:r>
                                      </m:den>
                                    </m:f>
                                  </m:e>
                                </m:func>
                              </m:oMath>
                            </m:oMathPara>
                          </a14:m>
                          <a:endParaRPr lang="ko-KR" altLang="en-US" sz="1400" i="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49850590"/>
                      </a:ext>
                    </a:extLst>
                  </a:tr>
                  <a:tr h="641513">
                    <a:tc>
                      <a:txBody>
                        <a:bodyPr/>
                        <a:lstStyle/>
                        <a:p>
                          <a:pPr algn="l" latinLnBrk="1"/>
                          <a:endParaRPr lang="ko-KR" altLang="en-US"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50883624"/>
                      </a:ext>
                    </a:extLst>
                  </a:tr>
                  <a:tr h="72035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9591821"/>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71924127"/>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33410646"/>
                      </a:ext>
                    </a:extLst>
                  </a:tr>
                </a:tbl>
              </a:graphicData>
            </a:graphic>
          </p:graphicFrame>
        </mc:Choice>
        <mc:Fallback xmlns="">
          <p:graphicFrame>
            <p:nvGraphicFramePr>
              <p:cNvPr id="10" name="표 9"/>
              <p:cNvGraphicFramePr>
                <a:graphicFrameLocks noGrp="1"/>
              </p:cNvGraphicFramePr>
              <p:nvPr>
                <p:extLst>
                  <p:ext uri="{D42A27DB-BD31-4B8C-83A1-F6EECF244321}">
                    <p14:modId xmlns:p14="http://schemas.microsoft.com/office/powerpoint/2010/main" val="3597618688"/>
                  </p:ext>
                </p:extLst>
              </p:nvPr>
            </p:nvGraphicFramePr>
            <p:xfrm>
              <a:off x="930342" y="2531450"/>
              <a:ext cx="6019098" cy="3651053"/>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41513">
                    <a:tc>
                      <a:txBody>
                        <a:bodyPr/>
                        <a:lstStyle/>
                        <a:p>
                          <a:endParaRPr lang="ko-K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b="-471429"/>
                          </a:stretch>
                        </a:blipFill>
                      </a:tcPr>
                    </a:tc>
                    <a:extLst>
                      <a:ext uri="{0D108BD9-81ED-4DB2-BD59-A6C34878D82A}">
                        <a16:rowId xmlns:a16="http://schemas.microsoft.com/office/drawing/2014/main" val="1349850590"/>
                      </a:ext>
                    </a:extLst>
                  </a:tr>
                  <a:tr h="641513">
                    <a:tc>
                      <a:txBody>
                        <a:bodyPr/>
                        <a:lstStyle/>
                        <a:p>
                          <a:pPr algn="l" latinLnBrk="1"/>
                          <a:endParaRPr lang="ko-KR" altLang="en-US"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50883624"/>
                      </a:ext>
                    </a:extLst>
                  </a:tr>
                  <a:tr h="72035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9591821"/>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71924127"/>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33410646"/>
                      </a:ext>
                    </a:extLst>
                  </a:tr>
                </a:tbl>
              </a:graphicData>
            </a:graphic>
          </p:graphicFrame>
        </mc:Fallback>
      </mc:AlternateContent>
      <mc:AlternateContent xmlns:mc="http://schemas.openxmlformats.org/markup-compatibility/2006" xmlns:a14="http://schemas.microsoft.com/office/drawing/2010/main">
        <mc:Choice Requires="a14">
          <p:sp>
            <p:nvSpPr>
              <p:cNvPr id="9" name="TextBox 8"/>
              <p:cNvSpPr txBox="1"/>
              <p:nvPr/>
            </p:nvSpPr>
            <p:spPr>
              <a:xfrm>
                <a:off x="918755" y="1506382"/>
                <a:ext cx="3462486" cy="307777"/>
              </a:xfrm>
              <a:prstGeom prst="rect">
                <a:avLst/>
              </a:prstGeom>
              <a:noFill/>
            </p:spPr>
            <p:txBody>
              <a:bodyPr wrap="none" lIns="0" tIns="0" rIns="0" bIns="0" rtlCol="0">
                <a:spAutoFit/>
              </a:bodyPr>
              <a:lstStyle/>
              <a:p>
                <a:r>
                  <a:rPr lang="ko-KR" altLang="en-US" sz="2000" dirty="0"/>
                  <a:t>④</a:t>
                </a:r>
                <a14:m>
                  <m:oMath xmlns:m="http://schemas.openxmlformats.org/officeDocument/2006/math">
                    <m:sSup>
                      <m:sSupPr>
                        <m:ctrlPr>
                          <a:rPr lang="en-US" altLang="ko-KR" sz="2000" i="1" smtClean="0">
                            <a:latin typeface="Cambria Math" panose="02040503050406030204" pitchFamily="18" charset="0"/>
                          </a:rPr>
                        </m:ctrlPr>
                      </m:sSupPr>
                      <m:e>
                        <m:r>
                          <a:rPr lang="en-US" altLang="ko-KR" sz="2000" b="0" i="1" smtClean="0">
                            <a:latin typeface="Cambria Math" panose="02040503050406030204" pitchFamily="18" charset="0"/>
                          </a:rPr>
                          <m:t>𝑓</m:t>
                        </m:r>
                      </m:e>
                      <m:sup>
                        <m:r>
                          <a:rPr lang="en-US" altLang="ko-KR" sz="2000" b="0" i="1" smtClean="0">
                            <a:latin typeface="Cambria Math" panose="02040503050406030204" pitchFamily="18" charset="0"/>
                          </a:rPr>
                          <m:t>′</m:t>
                        </m:r>
                      </m:sup>
                    </m:sSup>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sSup>
                      <m:sSupPr>
                        <m:ctrlPr>
                          <a:rPr lang="en-US" altLang="ko-KR" sz="2000" i="1">
                            <a:latin typeface="Cambria Math" panose="02040503050406030204" pitchFamily="18" charset="0"/>
                          </a:rPr>
                        </m:ctrlPr>
                      </m:sSupPr>
                      <m:e>
                        <m:r>
                          <a:rPr lang="en-US" altLang="ko-KR" sz="2000" b="0" i="1" smtClean="0">
                            <a:latin typeface="Cambria Math" panose="02040503050406030204" pitchFamily="18" charset="0"/>
                          </a:rPr>
                          <m:t>𝑒</m:t>
                        </m:r>
                      </m:e>
                      <m:sup>
                        <m:r>
                          <a:rPr lang="en-US" altLang="ko-KR" sz="2000" b="0" i="1" smtClean="0">
                            <a:latin typeface="Cambria Math" panose="02040503050406030204" pitchFamily="18" charset="0"/>
                          </a:rPr>
                          <m:t>𝑥</m:t>
                        </m:r>
                      </m:sup>
                    </m:sSup>
                    <m:r>
                      <a:rPr lang="en-US" altLang="ko-KR" sz="2000" b="0" i="1" smtClean="0">
                        <a:latin typeface="Cambria Math" panose="02040503050406030204" pitchFamily="18" charset="0"/>
                      </a:rPr>
                      <m:t>,  </m:t>
                    </m:r>
                    <m:r>
                      <a:rPr lang="en-US" altLang="ko-KR" sz="2000" i="1">
                        <a:latin typeface="Cambria Math" panose="02040503050406030204" pitchFamily="18" charset="0"/>
                      </a:rPr>
                      <m:t>𝑔𝑖𝑣𝑒𝑛</m:t>
                    </m:r>
                    <m:r>
                      <a:rPr lang="en-US" altLang="ko-KR" sz="2000" b="0" i="1" smtClean="0">
                        <a:latin typeface="Cambria Math" panose="02040503050406030204" pitchFamily="18" charset="0"/>
                      </a:rPr>
                      <m:t> </m:t>
                    </m:r>
                    <m:r>
                      <a:rPr lang="en-US" altLang="ko-KR" sz="2000" i="1">
                        <a:latin typeface="Cambria Math" panose="02040503050406030204" pitchFamily="18" charset="0"/>
                      </a:rPr>
                      <m:t>𝑓</m:t>
                    </m:r>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sSup>
                      <m:sSupPr>
                        <m:ctrlPr>
                          <a:rPr lang="en-US" altLang="ko-KR" sz="2000" i="1">
                            <a:latin typeface="Cambria Math" panose="02040503050406030204" pitchFamily="18" charset="0"/>
                          </a:rPr>
                        </m:ctrlPr>
                      </m:sSupPr>
                      <m:e>
                        <m:r>
                          <a:rPr lang="en-US" altLang="ko-KR" sz="2000" i="1">
                            <a:latin typeface="Cambria Math" panose="02040503050406030204" pitchFamily="18" charset="0"/>
                          </a:rPr>
                          <m:t>𝑒</m:t>
                        </m:r>
                      </m:e>
                      <m:sup>
                        <m:r>
                          <a:rPr lang="en-US" altLang="ko-KR" sz="2000" i="1">
                            <a:latin typeface="Cambria Math" panose="02040503050406030204" pitchFamily="18" charset="0"/>
                          </a:rPr>
                          <m:t>𝑥</m:t>
                        </m:r>
                      </m:sup>
                    </m:sSup>
                  </m:oMath>
                </a14:m>
                <a:endParaRPr lang="ko-KR" altLang="en-US" sz="2000" dirty="0"/>
              </a:p>
            </p:txBody>
          </p:sp>
        </mc:Choice>
        <mc:Fallback xmlns="">
          <p:sp>
            <p:nvSpPr>
              <p:cNvPr id="9" name="TextBox 8"/>
              <p:cNvSpPr txBox="1">
                <a:spLocks noRot="1" noChangeAspect="1" noMove="1" noResize="1" noEditPoints="1" noAdjustHandles="1" noChangeArrowheads="1" noChangeShapeType="1" noTextEdit="1"/>
              </p:cNvSpPr>
              <p:nvPr/>
            </p:nvSpPr>
            <p:spPr>
              <a:xfrm>
                <a:off x="918755" y="1506382"/>
                <a:ext cx="3462486" cy="307777"/>
              </a:xfrm>
              <a:prstGeom prst="rect">
                <a:avLst/>
              </a:prstGeom>
              <a:blipFill>
                <a:blip r:embed="rId4"/>
                <a:stretch>
                  <a:fillRect l="-4577" t="-29412" b="-45098"/>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19228229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mc:AlternateContent xmlns:mc="http://schemas.openxmlformats.org/markup-compatibility/2006" xmlns:a14="http://schemas.microsoft.com/office/drawing/2010/main">
        <mc:Choice Requires="a14">
          <p:graphicFrame>
            <p:nvGraphicFramePr>
              <p:cNvPr id="10" name="표 9"/>
              <p:cNvGraphicFramePr>
                <a:graphicFrameLocks noGrp="1"/>
              </p:cNvGraphicFramePr>
              <p:nvPr>
                <p:extLst>
                  <p:ext uri="{D42A27DB-BD31-4B8C-83A1-F6EECF244321}">
                    <p14:modId xmlns:p14="http://schemas.microsoft.com/office/powerpoint/2010/main" val="2487821017"/>
                  </p:ext>
                </p:extLst>
              </p:nvPr>
            </p:nvGraphicFramePr>
            <p:xfrm>
              <a:off x="930342" y="2531450"/>
              <a:ext cx="6019098" cy="3651053"/>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4151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p>
                                  <m:sSupPr>
                                    <m:ctrlPr>
                                      <a:rPr lang="en-US" altLang="ko-KR" sz="1400" i="1" smtClean="0">
                                        <a:latin typeface="Cambria Math" panose="02040503050406030204" pitchFamily="18" charset="0"/>
                                      </a:rPr>
                                    </m:ctrlPr>
                                  </m:sSupPr>
                                  <m:e>
                                    <m:r>
                                      <a:rPr lang="en-US" altLang="ko-KR" sz="1400" b="0" i="1" smtClean="0">
                                        <a:latin typeface="Cambria Math" panose="02040503050406030204" pitchFamily="18" charset="0"/>
                                      </a:rPr>
                                      <m:t>𝑓</m:t>
                                    </m:r>
                                  </m:e>
                                  <m:sup>
                                    <m:r>
                                      <a:rPr lang="en-US" altLang="ko-KR" sz="1400" b="0" i="1" smtClean="0">
                                        <a:latin typeface="Cambria Math" panose="02040503050406030204" pitchFamily="18" charset="0"/>
                                      </a:rPr>
                                      <m:t>′</m:t>
                                    </m:r>
                                  </m:sup>
                                </m:sSup>
                                <m:d>
                                  <m:dPr>
                                    <m:ctrlPr>
                                      <a:rPr lang="en-US" altLang="ko-KR" sz="1400" i="1">
                                        <a:latin typeface="Cambria Math" panose="02040503050406030204" pitchFamily="18" charset="0"/>
                                      </a:rPr>
                                    </m:ctrlPr>
                                  </m:dPr>
                                  <m:e>
                                    <m:r>
                                      <a:rPr lang="en-US" altLang="ko-KR" sz="1400" i="1">
                                        <a:latin typeface="Cambria Math" panose="02040503050406030204" pitchFamily="18" charset="0"/>
                                      </a:rPr>
                                      <m:t>𝑥</m:t>
                                    </m:r>
                                  </m:e>
                                </m:d>
                                <m:r>
                                  <a:rPr lang="en-US" altLang="ko-KR" sz="1400" smtClean="0">
                                    <a:latin typeface="Cambria Math" panose="02040503050406030204" pitchFamily="18" charset="0"/>
                                  </a:rPr>
                                  <m:t>=</m:t>
                                </m:r>
                                <m:func>
                                  <m:funcPr>
                                    <m:ctrlPr>
                                      <a:rPr lang="en-US" altLang="ko-KR" sz="1400" i="1" smtClean="0">
                                        <a:latin typeface="Cambria Math" panose="02040503050406030204" pitchFamily="18" charset="0"/>
                                      </a:rPr>
                                    </m:ctrlPr>
                                  </m:funcPr>
                                  <m:fName>
                                    <m:limLow>
                                      <m:limLowPr>
                                        <m:ctrlPr>
                                          <a:rPr lang="en-US" altLang="ko-KR" sz="1400" i="1" smtClean="0">
                                            <a:latin typeface="Cambria Math" panose="02040503050406030204" pitchFamily="18" charset="0"/>
                                          </a:rPr>
                                        </m:ctrlPr>
                                      </m:limLowPr>
                                      <m:e>
                                        <m:r>
                                          <a:rPr lang="en-US" altLang="ko-KR" sz="1400" smtClean="0">
                                            <a:latin typeface="Cambria Math" panose="02040503050406030204" pitchFamily="18" charset="0"/>
                                          </a:rPr>
                                          <m:t>𝑙𝑖𝑚</m:t>
                                        </m:r>
                                      </m:e>
                                      <m:lim>
                                        <m:r>
                                          <a:rPr lang="en-US" altLang="ko-KR" sz="1400" smtClean="0">
                                            <a:latin typeface="Cambria Math" panose="02040503050406030204" pitchFamily="18" charset="0"/>
                                          </a:rPr>
                                          <m:t>h</m:t>
                                        </m:r>
                                        <m:r>
                                          <a:rPr lang="en-US" altLang="ko-KR" sz="1400" smtClean="0">
                                            <a:latin typeface="Cambria Math" panose="02040503050406030204" pitchFamily="18" charset="0"/>
                                          </a:rPr>
                                          <m:t>→0</m:t>
                                        </m:r>
                                      </m:lim>
                                    </m:limLow>
                                  </m:fName>
                                  <m:e>
                                    <m:f>
                                      <m:fPr>
                                        <m:ctrlPr>
                                          <a:rPr lang="en-US" altLang="ko-KR" sz="1400" i="1" smtClean="0">
                                            <a:latin typeface="Cambria Math" panose="02040503050406030204" pitchFamily="18" charset="0"/>
                                          </a:rPr>
                                        </m:ctrlPr>
                                      </m:fPr>
                                      <m:num>
                                        <m:r>
                                          <a:rPr lang="en-US" altLang="ko-KR" sz="1400" b="0" i="1" smtClean="0">
                                            <a:latin typeface="Cambria Math" panose="02040503050406030204" pitchFamily="18" charset="0"/>
                                          </a:rPr>
                                          <m:t>𝑓</m:t>
                                        </m:r>
                                        <m:d>
                                          <m:dPr>
                                            <m:ctrlPr>
                                              <a:rPr lang="en-US" altLang="ko-KR" sz="1400" i="1" smtClean="0">
                                                <a:latin typeface="Cambria Math" panose="02040503050406030204" pitchFamily="18" charset="0"/>
                                              </a:rPr>
                                            </m:ctrlPr>
                                          </m:dPr>
                                          <m:e>
                                            <m:r>
                                              <a:rPr lang="en-US" altLang="ko-KR" sz="1400" smtClean="0">
                                                <a:latin typeface="Cambria Math" panose="02040503050406030204" pitchFamily="18" charset="0"/>
                                              </a:rPr>
                                              <m:t>𝑥</m:t>
                                            </m:r>
                                            <m:r>
                                              <a:rPr lang="en-US" altLang="ko-KR" sz="1400" smtClean="0">
                                                <a:latin typeface="Cambria Math" panose="02040503050406030204" pitchFamily="18" charset="0"/>
                                              </a:rPr>
                                              <m:t>+</m:t>
                                            </m:r>
                                            <m:r>
                                              <a:rPr lang="en-US" altLang="ko-KR" sz="1400" smtClean="0">
                                                <a:latin typeface="Cambria Math" panose="02040503050406030204" pitchFamily="18" charset="0"/>
                                              </a:rPr>
                                              <m:t>h</m:t>
                                            </m:r>
                                          </m:e>
                                        </m:d>
                                        <m:r>
                                          <a:rPr lang="en-US" altLang="ko-KR" sz="1400" smtClean="0">
                                            <a:latin typeface="Cambria Math" panose="02040503050406030204" pitchFamily="18" charset="0"/>
                                          </a:rPr>
                                          <m:t>−</m:t>
                                        </m:r>
                                        <m:r>
                                          <a:rPr lang="en-US" altLang="ko-KR" sz="1400" b="0" i="1" smtClean="0">
                                            <a:latin typeface="Cambria Math" panose="02040503050406030204" pitchFamily="18" charset="0"/>
                                          </a:rPr>
                                          <m:t>𝑓</m:t>
                                        </m:r>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num>
                                      <m:den>
                                        <m:r>
                                          <a:rPr lang="en-US" altLang="ko-KR" sz="1400" smtClean="0">
                                            <a:latin typeface="Cambria Math" panose="02040503050406030204" pitchFamily="18" charset="0"/>
                                          </a:rPr>
                                          <m:t>h</m:t>
                                        </m:r>
                                      </m:den>
                                    </m:f>
                                  </m:e>
                                </m:func>
                              </m:oMath>
                            </m:oMathPara>
                          </a14:m>
                          <a:endParaRPr lang="ko-KR" altLang="en-US" sz="1400" i="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49850590"/>
                      </a:ext>
                    </a:extLst>
                  </a:tr>
                  <a:tr h="641513">
                    <a:tc>
                      <a:txBody>
                        <a:bodyPr/>
                        <a:lstStyle/>
                        <a:p>
                          <a:pPr algn="l" latinLnBrk="1"/>
                          <a14:m>
                            <m:oMathPara xmlns:m="http://schemas.openxmlformats.org/officeDocument/2006/math">
                              <m:oMathParaPr>
                                <m:jc m:val="left"/>
                              </m:oMathParaPr>
                              <m:oMath xmlns:m="http://schemas.openxmlformats.org/officeDocument/2006/math">
                                <m:r>
                                  <a:rPr lang="en-US" altLang="ko-KR" sz="1400" smtClean="0">
                                    <a:latin typeface="Cambria Math" panose="02040503050406030204" pitchFamily="18" charset="0"/>
                                  </a:rPr>
                                  <m:t>=</m:t>
                                </m:r>
                                <m:func>
                                  <m:funcPr>
                                    <m:ctrlPr>
                                      <a:rPr lang="en-US" altLang="ko-KR" sz="1400" i="1" smtClean="0">
                                        <a:latin typeface="Cambria Math" panose="02040503050406030204" pitchFamily="18" charset="0"/>
                                      </a:rPr>
                                    </m:ctrlPr>
                                  </m:funcPr>
                                  <m:fName>
                                    <m:limLow>
                                      <m:limLowPr>
                                        <m:ctrlPr>
                                          <a:rPr lang="en-US" altLang="ko-KR" sz="1400" i="1" smtClean="0">
                                            <a:latin typeface="Cambria Math" panose="02040503050406030204" pitchFamily="18" charset="0"/>
                                          </a:rPr>
                                        </m:ctrlPr>
                                      </m:limLowPr>
                                      <m:e>
                                        <m:r>
                                          <a:rPr lang="en-US" altLang="ko-KR" sz="1400" smtClean="0">
                                            <a:latin typeface="Cambria Math" panose="02040503050406030204" pitchFamily="18" charset="0"/>
                                          </a:rPr>
                                          <m:t>𝑙𝑖𝑚</m:t>
                                        </m:r>
                                      </m:e>
                                      <m:lim>
                                        <m:r>
                                          <a:rPr lang="en-US" altLang="ko-KR" sz="1400" smtClean="0">
                                            <a:latin typeface="Cambria Math" panose="02040503050406030204" pitchFamily="18" charset="0"/>
                                          </a:rPr>
                                          <m:t>h</m:t>
                                        </m:r>
                                        <m:r>
                                          <a:rPr lang="en-US" altLang="ko-KR" sz="1400" smtClean="0">
                                            <a:latin typeface="Cambria Math" panose="02040503050406030204" pitchFamily="18" charset="0"/>
                                          </a:rPr>
                                          <m:t>→0</m:t>
                                        </m:r>
                                      </m:lim>
                                    </m:limLow>
                                  </m:fName>
                                  <m:e>
                                    <m:f>
                                      <m:fPr>
                                        <m:ctrlPr>
                                          <a:rPr lang="en-US" altLang="ko-KR" sz="1400" i="1" smtClean="0">
                                            <a:latin typeface="Cambria Math" panose="02040503050406030204" pitchFamily="18" charset="0"/>
                                          </a:rPr>
                                        </m:ctrlPr>
                                      </m:fPr>
                                      <m:num>
                                        <m:sSup>
                                          <m:sSupPr>
                                            <m:ctrlPr>
                                              <a:rPr lang="en-US" altLang="ko-KR" sz="1400" i="1" smtClean="0">
                                                <a:latin typeface="Cambria Math" panose="02040503050406030204" pitchFamily="18" charset="0"/>
                                              </a:rPr>
                                            </m:ctrlPr>
                                          </m:sSupPr>
                                          <m:e>
                                            <m:r>
                                              <a:rPr lang="en-US" altLang="ko-KR" sz="1400" b="0" i="1" smtClean="0">
                                                <a:latin typeface="Cambria Math" panose="02040503050406030204" pitchFamily="18" charset="0"/>
                                              </a:rPr>
                                              <m:t>𝑒</m:t>
                                            </m:r>
                                          </m:e>
                                          <m:sup>
                                            <m:r>
                                              <a:rPr lang="en-US" altLang="ko-KR" sz="1400" b="0" i="1" smtClean="0">
                                                <a:latin typeface="Cambria Math" panose="02040503050406030204" pitchFamily="18" charset="0"/>
                                              </a:rPr>
                                              <m:t>𝑥</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h</m:t>
                                            </m:r>
                                          </m:sup>
                                        </m:sSup>
                                        <m:r>
                                          <a:rPr lang="en-US" altLang="ko-KR" sz="1400" smtClean="0">
                                            <a:latin typeface="Cambria Math" panose="02040503050406030204" pitchFamily="18" charset="0"/>
                                          </a:rPr>
                                          <m:t>−</m:t>
                                        </m:r>
                                        <m:sSup>
                                          <m:sSupPr>
                                            <m:ctrlPr>
                                              <a:rPr lang="en-US" altLang="ko-KR" sz="1400" i="1" smtClean="0">
                                                <a:latin typeface="Cambria Math" panose="02040503050406030204" pitchFamily="18" charset="0"/>
                                              </a:rPr>
                                            </m:ctrlPr>
                                          </m:sSupPr>
                                          <m:e>
                                            <m:r>
                                              <a:rPr lang="en-US" altLang="ko-KR" sz="1400" b="0" i="1" smtClean="0">
                                                <a:latin typeface="Cambria Math" panose="02040503050406030204" pitchFamily="18" charset="0"/>
                                              </a:rPr>
                                              <m:t>𝑒</m:t>
                                            </m:r>
                                          </m:e>
                                          <m:sup>
                                            <m:r>
                                              <a:rPr lang="en-US" altLang="ko-KR" sz="1400" b="0" i="1" smtClean="0">
                                                <a:latin typeface="Cambria Math" panose="02040503050406030204" pitchFamily="18" charset="0"/>
                                              </a:rPr>
                                              <m:t>𝑥</m:t>
                                            </m:r>
                                          </m:sup>
                                        </m:sSup>
                                      </m:num>
                                      <m:den>
                                        <m:r>
                                          <a:rPr lang="en-US" altLang="ko-KR" sz="1400" smtClean="0">
                                            <a:latin typeface="Cambria Math" panose="02040503050406030204" pitchFamily="18" charset="0"/>
                                          </a:rPr>
                                          <m:t>h</m:t>
                                        </m:r>
                                      </m:den>
                                    </m:f>
                                  </m:e>
                                </m:func>
                              </m:oMath>
                            </m:oMathPara>
                          </a14:m>
                          <a:endParaRPr lang="ko-KR" altLang="en-US"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50883624"/>
                      </a:ext>
                    </a:extLst>
                  </a:tr>
                  <a:tr h="72035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9591821"/>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71924127"/>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33410646"/>
                      </a:ext>
                    </a:extLst>
                  </a:tr>
                </a:tbl>
              </a:graphicData>
            </a:graphic>
          </p:graphicFrame>
        </mc:Choice>
        <mc:Fallback xmlns="">
          <p:graphicFrame>
            <p:nvGraphicFramePr>
              <p:cNvPr id="10" name="표 9"/>
              <p:cNvGraphicFramePr>
                <a:graphicFrameLocks noGrp="1"/>
              </p:cNvGraphicFramePr>
              <p:nvPr>
                <p:extLst>
                  <p:ext uri="{D42A27DB-BD31-4B8C-83A1-F6EECF244321}">
                    <p14:modId xmlns:p14="http://schemas.microsoft.com/office/powerpoint/2010/main" val="2487821017"/>
                  </p:ext>
                </p:extLst>
              </p:nvPr>
            </p:nvGraphicFramePr>
            <p:xfrm>
              <a:off x="930342" y="2531450"/>
              <a:ext cx="6019098" cy="3651053"/>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41513">
                    <a:tc>
                      <a:txBody>
                        <a:bodyPr/>
                        <a:lstStyle/>
                        <a:p>
                          <a:endParaRPr lang="ko-K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b="-471429"/>
                          </a:stretch>
                        </a:blipFill>
                      </a:tcPr>
                    </a:tc>
                    <a:extLst>
                      <a:ext uri="{0D108BD9-81ED-4DB2-BD59-A6C34878D82A}">
                        <a16:rowId xmlns:a16="http://schemas.microsoft.com/office/drawing/2014/main" val="1349850590"/>
                      </a:ext>
                    </a:extLst>
                  </a:tr>
                  <a:tr h="641513">
                    <a:tc>
                      <a:txBody>
                        <a:bodyPr/>
                        <a:lstStyle/>
                        <a:p>
                          <a:endParaRPr lang="ko-K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99057" b="-366981"/>
                          </a:stretch>
                        </a:blipFill>
                      </a:tcPr>
                    </a:tc>
                    <a:extLst>
                      <a:ext uri="{0D108BD9-81ED-4DB2-BD59-A6C34878D82A}">
                        <a16:rowId xmlns:a16="http://schemas.microsoft.com/office/drawing/2014/main" val="450883624"/>
                      </a:ext>
                    </a:extLst>
                  </a:tr>
                  <a:tr h="72035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9591821"/>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71924127"/>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33410646"/>
                      </a:ext>
                    </a:extLst>
                  </a:tr>
                </a:tbl>
              </a:graphicData>
            </a:graphic>
          </p:graphicFrame>
        </mc:Fallback>
      </mc:AlternateContent>
      <mc:AlternateContent xmlns:mc="http://schemas.openxmlformats.org/markup-compatibility/2006" xmlns:a14="http://schemas.microsoft.com/office/drawing/2010/main">
        <mc:Choice Requires="a14">
          <p:sp>
            <p:nvSpPr>
              <p:cNvPr id="9" name="TextBox 8"/>
              <p:cNvSpPr txBox="1"/>
              <p:nvPr/>
            </p:nvSpPr>
            <p:spPr>
              <a:xfrm>
                <a:off x="918755" y="1506382"/>
                <a:ext cx="3462486" cy="307777"/>
              </a:xfrm>
              <a:prstGeom prst="rect">
                <a:avLst/>
              </a:prstGeom>
              <a:noFill/>
            </p:spPr>
            <p:txBody>
              <a:bodyPr wrap="none" lIns="0" tIns="0" rIns="0" bIns="0" rtlCol="0">
                <a:spAutoFit/>
              </a:bodyPr>
              <a:lstStyle/>
              <a:p>
                <a:r>
                  <a:rPr lang="ko-KR" altLang="en-US" sz="2000" dirty="0"/>
                  <a:t>④</a:t>
                </a:r>
                <a14:m>
                  <m:oMath xmlns:m="http://schemas.openxmlformats.org/officeDocument/2006/math">
                    <m:sSup>
                      <m:sSupPr>
                        <m:ctrlPr>
                          <a:rPr lang="en-US" altLang="ko-KR" sz="2000" i="1" smtClean="0">
                            <a:latin typeface="Cambria Math" panose="02040503050406030204" pitchFamily="18" charset="0"/>
                          </a:rPr>
                        </m:ctrlPr>
                      </m:sSupPr>
                      <m:e>
                        <m:r>
                          <a:rPr lang="en-US" altLang="ko-KR" sz="2000" b="0" i="1" smtClean="0">
                            <a:latin typeface="Cambria Math" panose="02040503050406030204" pitchFamily="18" charset="0"/>
                          </a:rPr>
                          <m:t>𝑓</m:t>
                        </m:r>
                      </m:e>
                      <m:sup>
                        <m:r>
                          <a:rPr lang="en-US" altLang="ko-KR" sz="2000" b="0" i="1" smtClean="0">
                            <a:latin typeface="Cambria Math" panose="02040503050406030204" pitchFamily="18" charset="0"/>
                          </a:rPr>
                          <m:t>′</m:t>
                        </m:r>
                      </m:sup>
                    </m:sSup>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sSup>
                      <m:sSupPr>
                        <m:ctrlPr>
                          <a:rPr lang="en-US" altLang="ko-KR" sz="2000" i="1">
                            <a:latin typeface="Cambria Math" panose="02040503050406030204" pitchFamily="18" charset="0"/>
                          </a:rPr>
                        </m:ctrlPr>
                      </m:sSupPr>
                      <m:e>
                        <m:r>
                          <a:rPr lang="en-US" altLang="ko-KR" sz="2000" b="0" i="1" smtClean="0">
                            <a:latin typeface="Cambria Math" panose="02040503050406030204" pitchFamily="18" charset="0"/>
                          </a:rPr>
                          <m:t>𝑒</m:t>
                        </m:r>
                      </m:e>
                      <m:sup>
                        <m:r>
                          <a:rPr lang="en-US" altLang="ko-KR" sz="2000" b="0" i="1" smtClean="0">
                            <a:latin typeface="Cambria Math" panose="02040503050406030204" pitchFamily="18" charset="0"/>
                          </a:rPr>
                          <m:t>𝑥</m:t>
                        </m:r>
                      </m:sup>
                    </m:sSup>
                    <m:r>
                      <a:rPr lang="en-US" altLang="ko-KR" sz="2000" b="0" i="1" smtClean="0">
                        <a:latin typeface="Cambria Math" panose="02040503050406030204" pitchFamily="18" charset="0"/>
                      </a:rPr>
                      <m:t>,  </m:t>
                    </m:r>
                    <m:r>
                      <a:rPr lang="en-US" altLang="ko-KR" sz="2000" i="1">
                        <a:latin typeface="Cambria Math" panose="02040503050406030204" pitchFamily="18" charset="0"/>
                      </a:rPr>
                      <m:t>𝑔𝑖𝑣𝑒𝑛</m:t>
                    </m:r>
                    <m:r>
                      <a:rPr lang="en-US" altLang="ko-KR" sz="2000" b="0" i="1" smtClean="0">
                        <a:latin typeface="Cambria Math" panose="02040503050406030204" pitchFamily="18" charset="0"/>
                      </a:rPr>
                      <m:t> </m:t>
                    </m:r>
                    <m:r>
                      <a:rPr lang="en-US" altLang="ko-KR" sz="2000" i="1">
                        <a:latin typeface="Cambria Math" panose="02040503050406030204" pitchFamily="18" charset="0"/>
                      </a:rPr>
                      <m:t>𝑓</m:t>
                    </m:r>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sSup>
                      <m:sSupPr>
                        <m:ctrlPr>
                          <a:rPr lang="en-US" altLang="ko-KR" sz="2000" i="1">
                            <a:latin typeface="Cambria Math" panose="02040503050406030204" pitchFamily="18" charset="0"/>
                          </a:rPr>
                        </m:ctrlPr>
                      </m:sSupPr>
                      <m:e>
                        <m:r>
                          <a:rPr lang="en-US" altLang="ko-KR" sz="2000" i="1">
                            <a:latin typeface="Cambria Math" panose="02040503050406030204" pitchFamily="18" charset="0"/>
                          </a:rPr>
                          <m:t>𝑒</m:t>
                        </m:r>
                      </m:e>
                      <m:sup>
                        <m:r>
                          <a:rPr lang="en-US" altLang="ko-KR" sz="2000" i="1">
                            <a:latin typeface="Cambria Math" panose="02040503050406030204" pitchFamily="18" charset="0"/>
                          </a:rPr>
                          <m:t>𝑥</m:t>
                        </m:r>
                      </m:sup>
                    </m:sSup>
                  </m:oMath>
                </a14:m>
                <a:endParaRPr lang="ko-KR" altLang="en-US" sz="2000" dirty="0"/>
              </a:p>
            </p:txBody>
          </p:sp>
        </mc:Choice>
        <mc:Fallback xmlns="">
          <p:sp>
            <p:nvSpPr>
              <p:cNvPr id="9" name="TextBox 8"/>
              <p:cNvSpPr txBox="1">
                <a:spLocks noRot="1" noChangeAspect="1" noMove="1" noResize="1" noEditPoints="1" noAdjustHandles="1" noChangeArrowheads="1" noChangeShapeType="1" noTextEdit="1"/>
              </p:cNvSpPr>
              <p:nvPr/>
            </p:nvSpPr>
            <p:spPr>
              <a:xfrm>
                <a:off x="918755" y="1506382"/>
                <a:ext cx="3462486" cy="307777"/>
              </a:xfrm>
              <a:prstGeom prst="rect">
                <a:avLst/>
              </a:prstGeom>
              <a:blipFill>
                <a:blip r:embed="rId4"/>
                <a:stretch>
                  <a:fillRect l="-4577" t="-29412" b="-45098"/>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32954936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mc:AlternateContent xmlns:mc="http://schemas.openxmlformats.org/markup-compatibility/2006" xmlns:a14="http://schemas.microsoft.com/office/drawing/2010/main">
        <mc:Choice Requires="a14">
          <p:graphicFrame>
            <p:nvGraphicFramePr>
              <p:cNvPr id="10" name="표 9"/>
              <p:cNvGraphicFramePr>
                <a:graphicFrameLocks noGrp="1"/>
              </p:cNvGraphicFramePr>
              <p:nvPr>
                <p:extLst>
                  <p:ext uri="{D42A27DB-BD31-4B8C-83A1-F6EECF244321}">
                    <p14:modId xmlns:p14="http://schemas.microsoft.com/office/powerpoint/2010/main" val="151221777"/>
                  </p:ext>
                </p:extLst>
              </p:nvPr>
            </p:nvGraphicFramePr>
            <p:xfrm>
              <a:off x="930342" y="2531450"/>
              <a:ext cx="6019098" cy="3651053"/>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4151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p>
                                  <m:sSupPr>
                                    <m:ctrlPr>
                                      <a:rPr lang="en-US" altLang="ko-KR" sz="1400" i="1" smtClean="0">
                                        <a:latin typeface="Cambria Math" panose="02040503050406030204" pitchFamily="18" charset="0"/>
                                      </a:rPr>
                                    </m:ctrlPr>
                                  </m:sSupPr>
                                  <m:e>
                                    <m:r>
                                      <a:rPr lang="en-US" altLang="ko-KR" sz="1400" b="0" i="1" smtClean="0">
                                        <a:latin typeface="Cambria Math" panose="02040503050406030204" pitchFamily="18" charset="0"/>
                                      </a:rPr>
                                      <m:t>𝑓</m:t>
                                    </m:r>
                                  </m:e>
                                  <m:sup>
                                    <m:r>
                                      <a:rPr lang="en-US" altLang="ko-KR" sz="1400" b="0" i="1" smtClean="0">
                                        <a:latin typeface="Cambria Math" panose="02040503050406030204" pitchFamily="18" charset="0"/>
                                      </a:rPr>
                                      <m:t>′</m:t>
                                    </m:r>
                                  </m:sup>
                                </m:sSup>
                                <m:d>
                                  <m:dPr>
                                    <m:ctrlPr>
                                      <a:rPr lang="en-US" altLang="ko-KR" sz="1400" i="1">
                                        <a:latin typeface="Cambria Math" panose="02040503050406030204" pitchFamily="18" charset="0"/>
                                      </a:rPr>
                                    </m:ctrlPr>
                                  </m:dPr>
                                  <m:e>
                                    <m:r>
                                      <a:rPr lang="en-US" altLang="ko-KR" sz="1400" i="1">
                                        <a:latin typeface="Cambria Math" panose="02040503050406030204" pitchFamily="18" charset="0"/>
                                      </a:rPr>
                                      <m:t>𝑥</m:t>
                                    </m:r>
                                  </m:e>
                                </m:d>
                                <m:r>
                                  <a:rPr lang="en-US" altLang="ko-KR" sz="1400" smtClean="0">
                                    <a:latin typeface="Cambria Math" panose="02040503050406030204" pitchFamily="18" charset="0"/>
                                  </a:rPr>
                                  <m:t>=</m:t>
                                </m:r>
                                <m:func>
                                  <m:funcPr>
                                    <m:ctrlPr>
                                      <a:rPr lang="en-US" altLang="ko-KR" sz="1400" i="1" smtClean="0">
                                        <a:latin typeface="Cambria Math" panose="02040503050406030204" pitchFamily="18" charset="0"/>
                                      </a:rPr>
                                    </m:ctrlPr>
                                  </m:funcPr>
                                  <m:fName>
                                    <m:limLow>
                                      <m:limLowPr>
                                        <m:ctrlPr>
                                          <a:rPr lang="en-US" altLang="ko-KR" sz="1400" i="1" smtClean="0">
                                            <a:latin typeface="Cambria Math" panose="02040503050406030204" pitchFamily="18" charset="0"/>
                                          </a:rPr>
                                        </m:ctrlPr>
                                      </m:limLowPr>
                                      <m:e>
                                        <m:r>
                                          <a:rPr lang="en-US" altLang="ko-KR" sz="1400" smtClean="0">
                                            <a:latin typeface="Cambria Math" panose="02040503050406030204" pitchFamily="18" charset="0"/>
                                          </a:rPr>
                                          <m:t>𝑙𝑖𝑚</m:t>
                                        </m:r>
                                      </m:e>
                                      <m:lim>
                                        <m:r>
                                          <a:rPr lang="en-US" altLang="ko-KR" sz="1400" smtClean="0">
                                            <a:latin typeface="Cambria Math" panose="02040503050406030204" pitchFamily="18" charset="0"/>
                                          </a:rPr>
                                          <m:t>h</m:t>
                                        </m:r>
                                        <m:r>
                                          <a:rPr lang="en-US" altLang="ko-KR" sz="1400" smtClean="0">
                                            <a:latin typeface="Cambria Math" panose="02040503050406030204" pitchFamily="18" charset="0"/>
                                          </a:rPr>
                                          <m:t>→0</m:t>
                                        </m:r>
                                      </m:lim>
                                    </m:limLow>
                                  </m:fName>
                                  <m:e>
                                    <m:f>
                                      <m:fPr>
                                        <m:ctrlPr>
                                          <a:rPr lang="en-US" altLang="ko-KR" sz="1400" i="1" smtClean="0">
                                            <a:latin typeface="Cambria Math" panose="02040503050406030204" pitchFamily="18" charset="0"/>
                                          </a:rPr>
                                        </m:ctrlPr>
                                      </m:fPr>
                                      <m:num>
                                        <m:r>
                                          <a:rPr lang="en-US" altLang="ko-KR" sz="1400" b="0" i="1" smtClean="0">
                                            <a:latin typeface="Cambria Math" panose="02040503050406030204" pitchFamily="18" charset="0"/>
                                          </a:rPr>
                                          <m:t>𝑓</m:t>
                                        </m:r>
                                        <m:d>
                                          <m:dPr>
                                            <m:ctrlPr>
                                              <a:rPr lang="en-US" altLang="ko-KR" sz="1400" i="1" smtClean="0">
                                                <a:latin typeface="Cambria Math" panose="02040503050406030204" pitchFamily="18" charset="0"/>
                                              </a:rPr>
                                            </m:ctrlPr>
                                          </m:dPr>
                                          <m:e>
                                            <m:r>
                                              <a:rPr lang="en-US" altLang="ko-KR" sz="1400" smtClean="0">
                                                <a:latin typeface="Cambria Math" panose="02040503050406030204" pitchFamily="18" charset="0"/>
                                              </a:rPr>
                                              <m:t>𝑥</m:t>
                                            </m:r>
                                            <m:r>
                                              <a:rPr lang="en-US" altLang="ko-KR" sz="1400" smtClean="0">
                                                <a:latin typeface="Cambria Math" panose="02040503050406030204" pitchFamily="18" charset="0"/>
                                              </a:rPr>
                                              <m:t>+</m:t>
                                            </m:r>
                                            <m:r>
                                              <a:rPr lang="en-US" altLang="ko-KR" sz="1400" smtClean="0">
                                                <a:latin typeface="Cambria Math" panose="02040503050406030204" pitchFamily="18" charset="0"/>
                                              </a:rPr>
                                              <m:t>h</m:t>
                                            </m:r>
                                          </m:e>
                                        </m:d>
                                        <m:r>
                                          <a:rPr lang="en-US" altLang="ko-KR" sz="1400" smtClean="0">
                                            <a:latin typeface="Cambria Math" panose="02040503050406030204" pitchFamily="18" charset="0"/>
                                          </a:rPr>
                                          <m:t>−</m:t>
                                        </m:r>
                                        <m:r>
                                          <a:rPr lang="en-US" altLang="ko-KR" sz="1400" b="0" i="1" smtClean="0">
                                            <a:latin typeface="Cambria Math" panose="02040503050406030204" pitchFamily="18" charset="0"/>
                                          </a:rPr>
                                          <m:t>𝑓</m:t>
                                        </m:r>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num>
                                      <m:den>
                                        <m:r>
                                          <a:rPr lang="en-US" altLang="ko-KR" sz="1400" smtClean="0">
                                            <a:latin typeface="Cambria Math" panose="02040503050406030204" pitchFamily="18" charset="0"/>
                                          </a:rPr>
                                          <m:t>h</m:t>
                                        </m:r>
                                      </m:den>
                                    </m:f>
                                  </m:e>
                                </m:func>
                              </m:oMath>
                            </m:oMathPara>
                          </a14:m>
                          <a:endParaRPr lang="ko-KR" altLang="en-US" sz="1400" i="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49850590"/>
                      </a:ext>
                    </a:extLst>
                  </a:tr>
                  <a:tr h="641513">
                    <a:tc>
                      <a:txBody>
                        <a:bodyPr/>
                        <a:lstStyle/>
                        <a:p>
                          <a:pPr algn="l" latinLnBrk="1"/>
                          <a14:m>
                            <m:oMathPara xmlns:m="http://schemas.openxmlformats.org/officeDocument/2006/math">
                              <m:oMathParaPr>
                                <m:jc m:val="left"/>
                              </m:oMathParaPr>
                              <m:oMath xmlns:m="http://schemas.openxmlformats.org/officeDocument/2006/math">
                                <m:r>
                                  <a:rPr lang="en-US" altLang="ko-KR" sz="1400" smtClean="0">
                                    <a:latin typeface="Cambria Math" panose="02040503050406030204" pitchFamily="18" charset="0"/>
                                  </a:rPr>
                                  <m:t>=</m:t>
                                </m:r>
                                <m:func>
                                  <m:funcPr>
                                    <m:ctrlPr>
                                      <a:rPr lang="en-US" altLang="ko-KR" sz="1400" i="1" smtClean="0">
                                        <a:latin typeface="Cambria Math" panose="02040503050406030204" pitchFamily="18" charset="0"/>
                                      </a:rPr>
                                    </m:ctrlPr>
                                  </m:funcPr>
                                  <m:fName>
                                    <m:limLow>
                                      <m:limLowPr>
                                        <m:ctrlPr>
                                          <a:rPr lang="en-US" altLang="ko-KR" sz="1400" i="1" smtClean="0">
                                            <a:latin typeface="Cambria Math" panose="02040503050406030204" pitchFamily="18" charset="0"/>
                                          </a:rPr>
                                        </m:ctrlPr>
                                      </m:limLowPr>
                                      <m:e>
                                        <m:r>
                                          <a:rPr lang="en-US" altLang="ko-KR" sz="1400" smtClean="0">
                                            <a:latin typeface="Cambria Math" panose="02040503050406030204" pitchFamily="18" charset="0"/>
                                          </a:rPr>
                                          <m:t>𝑙𝑖𝑚</m:t>
                                        </m:r>
                                      </m:e>
                                      <m:lim>
                                        <m:r>
                                          <a:rPr lang="en-US" altLang="ko-KR" sz="1400" smtClean="0">
                                            <a:latin typeface="Cambria Math" panose="02040503050406030204" pitchFamily="18" charset="0"/>
                                          </a:rPr>
                                          <m:t>h</m:t>
                                        </m:r>
                                        <m:r>
                                          <a:rPr lang="en-US" altLang="ko-KR" sz="1400" smtClean="0">
                                            <a:latin typeface="Cambria Math" panose="02040503050406030204" pitchFamily="18" charset="0"/>
                                          </a:rPr>
                                          <m:t>→0</m:t>
                                        </m:r>
                                      </m:lim>
                                    </m:limLow>
                                  </m:fName>
                                  <m:e>
                                    <m:f>
                                      <m:fPr>
                                        <m:ctrlPr>
                                          <a:rPr lang="en-US" altLang="ko-KR" sz="1400" i="1" smtClean="0">
                                            <a:latin typeface="Cambria Math" panose="02040503050406030204" pitchFamily="18" charset="0"/>
                                          </a:rPr>
                                        </m:ctrlPr>
                                      </m:fPr>
                                      <m:num>
                                        <m:sSup>
                                          <m:sSupPr>
                                            <m:ctrlPr>
                                              <a:rPr lang="en-US" altLang="ko-KR" sz="1400" i="1" smtClean="0">
                                                <a:latin typeface="Cambria Math" panose="02040503050406030204" pitchFamily="18" charset="0"/>
                                              </a:rPr>
                                            </m:ctrlPr>
                                          </m:sSupPr>
                                          <m:e>
                                            <m:r>
                                              <a:rPr lang="en-US" altLang="ko-KR" sz="1400" b="0" i="1" smtClean="0">
                                                <a:latin typeface="Cambria Math" panose="02040503050406030204" pitchFamily="18" charset="0"/>
                                              </a:rPr>
                                              <m:t>𝑒</m:t>
                                            </m:r>
                                          </m:e>
                                          <m:sup>
                                            <m:r>
                                              <a:rPr lang="en-US" altLang="ko-KR" sz="1400" b="0" i="1" smtClean="0">
                                                <a:latin typeface="Cambria Math" panose="02040503050406030204" pitchFamily="18" charset="0"/>
                                              </a:rPr>
                                              <m:t>𝑥</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h</m:t>
                                            </m:r>
                                          </m:sup>
                                        </m:sSup>
                                        <m:r>
                                          <a:rPr lang="en-US" altLang="ko-KR" sz="1400" smtClean="0">
                                            <a:latin typeface="Cambria Math" panose="02040503050406030204" pitchFamily="18" charset="0"/>
                                          </a:rPr>
                                          <m:t>−</m:t>
                                        </m:r>
                                        <m:sSup>
                                          <m:sSupPr>
                                            <m:ctrlPr>
                                              <a:rPr lang="en-US" altLang="ko-KR" sz="1400" i="1" smtClean="0">
                                                <a:latin typeface="Cambria Math" panose="02040503050406030204" pitchFamily="18" charset="0"/>
                                              </a:rPr>
                                            </m:ctrlPr>
                                          </m:sSupPr>
                                          <m:e>
                                            <m:r>
                                              <a:rPr lang="en-US" altLang="ko-KR" sz="1400" b="0" i="1" smtClean="0">
                                                <a:latin typeface="Cambria Math" panose="02040503050406030204" pitchFamily="18" charset="0"/>
                                              </a:rPr>
                                              <m:t>𝑒</m:t>
                                            </m:r>
                                          </m:e>
                                          <m:sup>
                                            <m:r>
                                              <a:rPr lang="en-US" altLang="ko-KR" sz="1400" b="0" i="1" smtClean="0">
                                                <a:latin typeface="Cambria Math" panose="02040503050406030204" pitchFamily="18" charset="0"/>
                                              </a:rPr>
                                              <m:t>𝑥</m:t>
                                            </m:r>
                                          </m:sup>
                                        </m:sSup>
                                      </m:num>
                                      <m:den>
                                        <m:r>
                                          <a:rPr lang="en-US" altLang="ko-KR" sz="1400" smtClean="0">
                                            <a:latin typeface="Cambria Math" panose="02040503050406030204" pitchFamily="18" charset="0"/>
                                          </a:rPr>
                                          <m:t>h</m:t>
                                        </m:r>
                                      </m:den>
                                    </m:f>
                                  </m:e>
                                </m:func>
                              </m:oMath>
                            </m:oMathPara>
                          </a14:m>
                          <a:endParaRPr lang="ko-KR" altLang="en-US"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50883624"/>
                      </a:ext>
                    </a:extLst>
                  </a:tr>
                  <a:tr h="72035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altLang="ko-KR" sz="1400" smtClean="0">
                                    <a:latin typeface="Cambria Math" panose="02040503050406030204" pitchFamily="18" charset="0"/>
                                  </a:rPr>
                                  <m:t>=</m:t>
                                </m:r>
                                <m:func>
                                  <m:funcPr>
                                    <m:ctrlPr>
                                      <a:rPr lang="en-US" altLang="ko-KR" sz="1400" i="1" smtClean="0">
                                        <a:latin typeface="Cambria Math" panose="02040503050406030204" pitchFamily="18" charset="0"/>
                                      </a:rPr>
                                    </m:ctrlPr>
                                  </m:funcPr>
                                  <m:fName>
                                    <m:limLow>
                                      <m:limLowPr>
                                        <m:ctrlPr>
                                          <a:rPr lang="en-US" altLang="ko-KR" sz="1400" i="1" smtClean="0">
                                            <a:latin typeface="Cambria Math" panose="02040503050406030204" pitchFamily="18" charset="0"/>
                                          </a:rPr>
                                        </m:ctrlPr>
                                      </m:limLowPr>
                                      <m:e>
                                        <m:r>
                                          <a:rPr lang="en-US" altLang="ko-KR" sz="1400" smtClean="0">
                                            <a:latin typeface="Cambria Math" panose="02040503050406030204" pitchFamily="18" charset="0"/>
                                          </a:rPr>
                                          <m:t>𝑙𝑖𝑚</m:t>
                                        </m:r>
                                      </m:e>
                                      <m:lim>
                                        <m:r>
                                          <a:rPr lang="en-US" altLang="ko-KR" sz="1400" smtClean="0">
                                            <a:latin typeface="Cambria Math" panose="02040503050406030204" pitchFamily="18" charset="0"/>
                                          </a:rPr>
                                          <m:t>h</m:t>
                                        </m:r>
                                        <m:r>
                                          <a:rPr lang="en-US" altLang="ko-KR" sz="1400" smtClean="0">
                                            <a:latin typeface="Cambria Math" panose="02040503050406030204" pitchFamily="18" charset="0"/>
                                          </a:rPr>
                                          <m:t>→0</m:t>
                                        </m:r>
                                      </m:lim>
                                    </m:limLow>
                                  </m:fName>
                                  <m:e>
                                    <m:f>
                                      <m:fPr>
                                        <m:ctrlPr>
                                          <a:rPr lang="en-US" altLang="ko-KR" sz="1400" i="1" smtClean="0">
                                            <a:latin typeface="Cambria Math" panose="02040503050406030204" pitchFamily="18" charset="0"/>
                                          </a:rPr>
                                        </m:ctrlPr>
                                      </m:fPr>
                                      <m:num>
                                        <m:sSup>
                                          <m:sSupPr>
                                            <m:ctrlPr>
                                              <a:rPr lang="en-US" altLang="ko-KR" sz="1400" i="1" smtClean="0">
                                                <a:latin typeface="Cambria Math" panose="02040503050406030204" pitchFamily="18" charset="0"/>
                                              </a:rPr>
                                            </m:ctrlPr>
                                          </m:sSupPr>
                                          <m:e>
                                            <m:r>
                                              <a:rPr lang="en-US" altLang="ko-KR" sz="1400" b="0" i="1" smtClean="0">
                                                <a:latin typeface="Cambria Math" panose="02040503050406030204" pitchFamily="18" charset="0"/>
                                              </a:rPr>
                                              <m:t>𝑒</m:t>
                                            </m:r>
                                          </m:e>
                                          <m:sup>
                                            <m:r>
                                              <a:rPr lang="en-US" altLang="ko-KR" sz="1400" b="0" i="1" smtClean="0">
                                                <a:latin typeface="Cambria Math" panose="02040503050406030204" pitchFamily="18" charset="0"/>
                                              </a:rPr>
                                              <m:t>𝑥</m:t>
                                            </m:r>
                                          </m:sup>
                                        </m:sSup>
                                        <m:d>
                                          <m:dPr>
                                            <m:ctrlPr>
                                              <a:rPr lang="en-US" altLang="ko-KR" sz="1400" i="1" smtClean="0">
                                                <a:latin typeface="Cambria Math" panose="02040503050406030204" pitchFamily="18" charset="0"/>
                                              </a:rPr>
                                            </m:ctrlPr>
                                          </m:dPr>
                                          <m:e>
                                            <m:sSup>
                                              <m:sSupPr>
                                                <m:ctrlPr>
                                                  <a:rPr lang="en-US" altLang="ko-KR" sz="1400" i="1" smtClean="0">
                                                    <a:latin typeface="Cambria Math" panose="02040503050406030204" pitchFamily="18" charset="0"/>
                                                  </a:rPr>
                                                </m:ctrlPr>
                                              </m:sSupPr>
                                              <m:e>
                                                <m:r>
                                                  <a:rPr lang="en-US" altLang="ko-KR" sz="1400" b="0" i="1" smtClean="0">
                                                    <a:latin typeface="Cambria Math" panose="02040503050406030204" pitchFamily="18" charset="0"/>
                                                  </a:rPr>
                                                  <m:t>𝑒</m:t>
                                                </m:r>
                                              </m:e>
                                              <m:sup>
                                                <m:r>
                                                  <a:rPr lang="en-US" altLang="ko-KR" sz="1400" b="0" i="1" smtClean="0">
                                                    <a:latin typeface="Cambria Math" panose="02040503050406030204" pitchFamily="18" charset="0"/>
                                                  </a:rPr>
                                                  <m:t>h</m:t>
                                                </m:r>
                                              </m:sup>
                                            </m:sSup>
                                            <m:r>
                                              <a:rPr lang="en-US" altLang="ko-KR" sz="1400" b="0" i="1" smtClean="0">
                                                <a:latin typeface="Cambria Math" panose="02040503050406030204" pitchFamily="18" charset="0"/>
                                              </a:rPr>
                                              <m:t>−1</m:t>
                                            </m:r>
                                          </m:e>
                                        </m:d>
                                      </m:num>
                                      <m:den>
                                        <m:r>
                                          <a:rPr lang="en-US" altLang="ko-KR" sz="1400" smtClean="0">
                                            <a:latin typeface="Cambria Math" panose="02040503050406030204" pitchFamily="18" charset="0"/>
                                          </a:rPr>
                                          <m:t>h</m:t>
                                        </m:r>
                                      </m:den>
                                    </m:f>
                                  </m:e>
                                </m:func>
                              </m:oMath>
                            </m:oMathPara>
                          </a14:m>
                          <a:endParaRPr lang="ko-KR" altLang="en-US"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9591821"/>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71924127"/>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33410646"/>
                      </a:ext>
                    </a:extLst>
                  </a:tr>
                </a:tbl>
              </a:graphicData>
            </a:graphic>
          </p:graphicFrame>
        </mc:Choice>
        <mc:Fallback xmlns="">
          <p:graphicFrame>
            <p:nvGraphicFramePr>
              <p:cNvPr id="10" name="표 9"/>
              <p:cNvGraphicFramePr>
                <a:graphicFrameLocks noGrp="1"/>
              </p:cNvGraphicFramePr>
              <p:nvPr>
                <p:extLst>
                  <p:ext uri="{D42A27DB-BD31-4B8C-83A1-F6EECF244321}">
                    <p14:modId xmlns:p14="http://schemas.microsoft.com/office/powerpoint/2010/main" val="151221777"/>
                  </p:ext>
                </p:extLst>
              </p:nvPr>
            </p:nvGraphicFramePr>
            <p:xfrm>
              <a:off x="930342" y="2531450"/>
              <a:ext cx="6019098" cy="3651053"/>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41513">
                    <a:tc>
                      <a:txBody>
                        <a:bodyPr/>
                        <a:lstStyle/>
                        <a:p>
                          <a:endParaRPr lang="ko-K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b="-471429"/>
                          </a:stretch>
                        </a:blipFill>
                      </a:tcPr>
                    </a:tc>
                    <a:extLst>
                      <a:ext uri="{0D108BD9-81ED-4DB2-BD59-A6C34878D82A}">
                        <a16:rowId xmlns:a16="http://schemas.microsoft.com/office/drawing/2014/main" val="1349850590"/>
                      </a:ext>
                    </a:extLst>
                  </a:tr>
                  <a:tr h="641513">
                    <a:tc>
                      <a:txBody>
                        <a:bodyPr/>
                        <a:lstStyle/>
                        <a:p>
                          <a:endParaRPr lang="ko-K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99057" b="-366981"/>
                          </a:stretch>
                        </a:blipFill>
                      </a:tcPr>
                    </a:tc>
                    <a:extLst>
                      <a:ext uri="{0D108BD9-81ED-4DB2-BD59-A6C34878D82A}">
                        <a16:rowId xmlns:a16="http://schemas.microsoft.com/office/drawing/2014/main" val="450883624"/>
                      </a:ext>
                    </a:extLst>
                  </a:tr>
                  <a:tr h="720358">
                    <a:tc>
                      <a:txBody>
                        <a:bodyPr/>
                        <a:lstStyle/>
                        <a:p>
                          <a:endParaRPr lang="ko-K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178814" b="-229661"/>
                          </a:stretch>
                        </a:blipFill>
                      </a:tcPr>
                    </a:tc>
                    <a:extLst>
                      <a:ext uri="{0D108BD9-81ED-4DB2-BD59-A6C34878D82A}">
                        <a16:rowId xmlns:a16="http://schemas.microsoft.com/office/drawing/2014/main" val="549591821"/>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71924127"/>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33410646"/>
                      </a:ext>
                    </a:extLst>
                  </a:tr>
                </a:tbl>
              </a:graphicData>
            </a:graphic>
          </p:graphicFrame>
        </mc:Fallback>
      </mc:AlternateContent>
      <mc:AlternateContent xmlns:mc="http://schemas.openxmlformats.org/markup-compatibility/2006" xmlns:a14="http://schemas.microsoft.com/office/drawing/2010/main">
        <mc:Choice Requires="a14">
          <p:sp>
            <p:nvSpPr>
              <p:cNvPr id="9" name="TextBox 8"/>
              <p:cNvSpPr txBox="1"/>
              <p:nvPr/>
            </p:nvSpPr>
            <p:spPr>
              <a:xfrm>
                <a:off x="918755" y="1506382"/>
                <a:ext cx="3462486" cy="307777"/>
              </a:xfrm>
              <a:prstGeom prst="rect">
                <a:avLst/>
              </a:prstGeom>
              <a:noFill/>
            </p:spPr>
            <p:txBody>
              <a:bodyPr wrap="none" lIns="0" tIns="0" rIns="0" bIns="0" rtlCol="0">
                <a:spAutoFit/>
              </a:bodyPr>
              <a:lstStyle/>
              <a:p>
                <a:r>
                  <a:rPr lang="ko-KR" altLang="en-US" sz="2000" dirty="0"/>
                  <a:t>④</a:t>
                </a:r>
                <a14:m>
                  <m:oMath xmlns:m="http://schemas.openxmlformats.org/officeDocument/2006/math">
                    <m:sSup>
                      <m:sSupPr>
                        <m:ctrlPr>
                          <a:rPr lang="en-US" altLang="ko-KR" sz="2000" i="1" smtClean="0">
                            <a:latin typeface="Cambria Math" panose="02040503050406030204" pitchFamily="18" charset="0"/>
                          </a:rPr>
                        </m:ctrlPr>
                      </m:sSupPr>
                      <m:e>
                        <m:r>
                          <a:rPr lang="en-US" altLang="ko-KR" sz="2000" b="0" i="1" smtClean="0">
                            <a:latin typeface="Cambria Math" panose="02040503050406030204" pitchFamily="18" charset="0"/>
                          </a:rPr>
                          <m:t>𝑓</m:t>
                        </m:r>
                      </m:e>
                      <m:sup>
                        <m:r>
                          <a:rPr lang="en-US" altLang="ko-KR" sz="2000" b="0" i="1" smtClean="0">
                            <a:latin typeface="Cambria Math" panose="02040503050406030204" pitchFamily="18" charset="0"/>
                          </a:rPr>
                          <m:t>′</m:t>
                        </m:r>
                      </m:sup>
                    </m:sSup>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sSup>
                      <m:sSupPr>
                        <m:ctrlPr>
                          <a:rPr lang="en-US" altLang="ko-KR" sz="2000" i="1">
                            <a:latin typeface="Cambria Math" panose="02040503050406030204" pitchFamily="18" charset="0"/>
                          </a:rPr>
                        </m:ctrlPr>
                      </m:sSupPr>
                      <m:e>
                        <m:r>
                          <a:rPr lang="en-US" altLang="ko-KR" sz="2000" b="0" i="1" smtClean="0">
                            <a:latin typeface="Cambria Math" panose="02040503050406030204" pitchFamily="18" charset="0"/>
                          </a:rPr>
                          <m:t>𝑒</m:t>
                        </m:r>
                      </m:e>
                      <m:sup>
                        <m:r>
                          <a:rPr lang="en-US" altLang="ko-KR" sz="2000" b="0" i="1" smtClean="0">
                            <a:latin typeface="Cambria Math" panose="02040503050406030204" pitchFamily="18" charset="0"/>
                          </a:rPr>
                          <m:t>𝑥</m:t>
                        </m:r>
                      </m:sup>
                    </m:sSup>
                    <m:r>
                      <a:rPr lang="en-US" altLang="ko-KR" sz="2000" b="0" i="1" smtClean="0">
                        <a:latin typeface="Cambria Math" panose="02040503050406030204" pitchFamily="18" charset="0"/>
                      </a:rPr>
                      <m:t>,  </m:t>
                    </m:r>
                    <m:r>
                      <a:rPr lang="en-US" altLang="ko-KR" sz="2000" i="1">
                        <a:latin typeface="Cambria Math" panose="02040503050406030204" pitchFamily="18" charset="0"/>
                      </a:rPr>
                      <m:t>𝑔𝑖𝑣𝑒𝑛</m:t>
                    </m:r>
                    <m:r>
                      <a:rPr lang="en-US" altLang="ko-KR" sz="2000" b="0" i="1" smtClean="0">
                        <a:latin typeface="Cambria Math" panose="02040503050406030204" pitchFamily="18" charset="0"/>
                      </a:rPr>
                      <m:t> </m:t>
                    </m:r>
                    <m:r>
                      <a:rPr lang="en-US" altLang="ko-KR" sz="2000" i="1">
                        <a:latin typeface="Cambria Math" panose="02040503050406030204" pitchFamily="18" charset="0"/>
                      </a:rPr>
                      <m:t>𝑓</m:t>
                    </m:r>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sSup>
                      <m:sSupPr>
                        <m:ctrlPr>
                          <a:rPr lang="en-US" altLang="ko-KR" sz="2000" i="1">
                            <a:latin typeface="Cambria Math" panose="02040503050406030204" pitchFamily="18" charset="0"/>
                          </a:rPr>
                        </m:ctrlPr>
                      </m:sSupPr>
                      <m:e>
                        <m:r>
                          <a:rPr lang="en-US" altLang="ko-KR" sz="2000" i="1">
                            <a:latin typeface="Cambria Math" panose="02040503050406030204" pitchFamily="18" charset="0"/>
                          </a:rPr>
                          <m:t>𝑒</m:t>
                        </m:r>
                      </m:e>
                      <m:sup>
                        <m:r>
                          <a:rPr lang="en-US" altLang="ko-KR" sz="2000" i="1">
                            <a:latin typeface="Cambria Math" panose="02040503050406030204" pitchFamily="18" charset="0"/>
                          </a:rPr>
                          <m:t>𝑥</m:t>
                        </m:r>
                      </m:sup>
                    </m:sSup>
                  </m:oMath>
                </a14:m>
                <a:endParaRPr lang="ko-KR" altLang="en-US" sz="2000" dirty="0"/>
              </a:p>
            </p:txBody>
          </p:sp>
        </mc:Choice>
        <mc:Fallback xmlns="">
          <p:sp>
            <p:nvSpPr>
              <p:cNvPr id="9" name="TextBox 8"/>
              <p:cNvSpPr txBox="1">
                <a:spLocks noRot="1" noChangeAspect="1" noMove="1" noResize="1" noEditPoints="1" noAdjustHandles="1" noChangeArrowheads="1" noChangeShapeType="1" noTextEdit="1"/>
              </p:cNvSpPr>
              <p:nvPr/>
            </p:nvSpPr>
            <p:spPr>
              <a:xfrm>
                <a:off x="918755" y="1506382"/>
                <a:ext cx="3462486" cy="307777"/>
              </a:xfrm>
              <a:prstGeom prst="rect">
                <a:avLst/>
              </a:prstGeom>
              <a:blipFill>
                <a:blip r:embed="rId4"/>
                <a:stretch>
                  <a:fillRect l="-4577" t="-29412" b="-45098"/>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264582171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mc:AlternateContent xmlns:mc="http://schemas.openxmlformats.org/markup-compatibility/2006" xmlns:a14="http://schemas.microsoft.com/office/drawing/2010/main">
        <mc:Choice Requires="a14">
          <p:graphicFrame>
            <p:nvGraphicFramePr>
              <p:cNvPr id="10" name="표 9"/>
              <p:cNvGraphicFramePr>
                <a:graphicFrameLocks noGrp="1"/>
              </p:cNvGraphicFramePr>
              <p:nvPr>
                <p:extLst>
                  <p:ext uri="{D42A27DB-BD31-4B8C-83A1-F6EECF244321}">
                    <p14:modId xmlns:p14="http://schemas.microsoft.com/office/powerpoint/2010/main" val="4085474766"/>
                  </p:ext>
                </p:extLst>
              </p:nvPr>
            </p:nvGraphicFramePr>
            <p:xfrm>
              <a:off x="930342" y="2531450"/>
              <a:ext cx="6019098" cy="3651053"/>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4151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p>
                                  <m:sSupPr>
                                    <m:ctrlPr>
                                      <a:rPr lang="en-US" altLang="ko-KR" sz="1400" i="1" smtClean="0">
                                        <a:latin typeface="Cambria Math" panose="02040503050406030204" pitchFamily="18" charset="0"/>
                                      </a:rPr>
                                    </m:ctrlPr>
                                  </m:sSupPr>
                                  <m:e>
                                    <m:r>
                                      <a:rPr lang="en-US" altLang="ko-KR" sz="1400" b="0" i="1" smtClean="0">
                                        <a:latin typeface="Cambria Math" panose="02040503050406030204" pitchFamily="18" charset="0"/>
                                      </a:rPr>
                                      <m:t>𝑓</m:t>
                                    </m:r>
                                  </m:e>
                                  <m:sup>
                                    <m:r>
                                      <a:rPr lang="en-US" altLang="ko-KR" sz="1400" b="0" i="1" smtClean="0">
                                        <a:latin typeface="Cambria Math" panose="02040503050406030204" pitchFamily="18" charset="0"/>
                                      </a:rPr>
                                      <m:t>′</m:t>
                                    </m:r>
                                  </m:sup>
                                </m:sSup>
                                <m:d>
                                  <m:dPr>
                                    <m:ctrlPr>
                                      <a:rPr lang="en-US" altLang="ko-KR" sz="1400" i="1">
                                        <a:latin typeface="Cambria Math" panose="02040503050406030204" pitchFamily="18" charset="0"/>
                                      </a:rPr>
                                    </m:ctrlPr>
                                  </m:dPr>
                                  <m:e>
                                    <m:r>
                                      <a:rPr lang="en-US" altLang="ko-KR" sz="1400" i="1">
                                        <a:latin typeface="Cambria Math" panose="02040503050406030204" pitchFamily="18" charset="0"/>
                                      </a:rPr>
                                      <m:t>𝑥</m:t>
                                    </m:r>
                                  </m:e>
                                </m:d>
                                <m:r>
                                  <a:rPr lang="en-US" altLang="ko-KR" sz="1400" smtClean="0">
                                    <a:latin typeface="Cambria Math" panose="02040503050406030204" pitchFamily="18" charset="0"/>
                                  </a:rPr>
                                  <m:t>=</m:t>
                                </m:r>
                                <m:func>
                                  <m:funcPr>
                                    <m:ctrlPr>
                                      <a:rPr lang="en-US" altLang="ko-KR" sz="1400" i="1" smtClean="0">
                                        <a:latin typeface="Cambria Math" panose="02040503050406030204" pitchFamily="18" charset="0"/>
                                      </a:rPr>
                                    </m:ctrlPr>
                                  </m:funcPr>
                                  <m:fName>
                                    <m:limLow>
                                      <m:limLowPr>
                                        <m:ctrlPr>
                                          <a:rPr lang="en-US" altLang="ko-KR" sz="1400" i="1" smtClean="0">
                                            <a:latin typeface="Cambria Math" panose="02040503050406030204" pitchFamily="18" charset="0"/>
                                          </a:rPr>
                                        </m:ctrlPr>
                                      </m:limLowPr>
                                      <m:e>
                                        <m:r>
                                          <a:rPr lang="en-US" altLang="ko-KR" sz="1400" smtClean="0">
                                            <a:latin typeface="Cambria Math" panose="02040503050406030204" pitchFamily="18" charset="0"/>
                                          </a:rPr>
                                          <m:t>𝑙𝑖𝑚</m:t>
                                        </m:r>
                                      </m:e>
                                      <m:lim>
                                        <m:r>
                                          <a:rPr lang="en-US" altLang="ko-KR" sz="1400" smtClean="0">
                                            <a:latin typeface="Cambria Math" panose="02040503050406030204" pitchFamily="18" charset="0"/>
                                          </a:rPr>
                                          <m:t>h</m:t>
                                        </m:r>
                                        <m:r>
                                          <a:rPr lang="en-US" altLang="ko-KR" sz="1400" smtClean="0">
                                            <a:latin typeface="Cambria Math" panose="02040503050406030204" pitchFamily="18" charset="0"/>
                                          </a:rPr>
                                          <m:t>→0</m:t>
                                        </m:r>
                                      </m:lim>
                                    </m:limLow>
                                  </m:fName>
                                  <m:e>
                                    <m:f>
                                      <m:fPr>
                                        <m:ctrlPr>
                                          <a:rPr lang="en-US" altLang="ko-KR" sz="1400" i="1" smtClean="0">
                                            <a:latin typeface="Cambria Math" panose="02040503050406030204" pitchFamily="18" charset="0"/>
                                          </a:rPr>
                                        </m:ctrlPr>
                                      </m:fPr>
                                      <m:num>
                                        <m:r>
                                          <a:rPr lang="en-US" altLang="ko-KR" sz="1400" b="0" i="1" smtClean="0">
                                            <a:latin typeface="Cambria Math" panose="02040503050406030204" pitchFamily="18" charset="0"/>
                                          </a:rPr>
                                          <m:t>𝑓</m:t>
                                        </m:r>
                                        <m:d>
                                          <m:dPr>
                                            <m:ctrlPr>
                                              <a:rPr lang="en-US" altLang="ko-KR" sz="1400" i="1" smtClean="0">
                                                <a:latin typeface="Cambria Math" panose="02040503050406030204" pitchFamily="18" charset="0"/>
                                              </a:rPr>
                                            </m:ctrlPr>
                                          </m:dPr>
                                          <m:e>
                                            <m:r>
                                              <a:rPr lang="en-US" altLang="ko-KR" sz="1400" smtClean="0">
                                                <a:latin typeface="Cambria Math" panose="02040503050406030204" pitchFamily="18" charset="0"/>
                                              </a:rPr>
                                              <m:t>𝑥</m:t>
                                            </m:r>
                                            <m:r>
                                              <a:rPr lang="en-US" altLang="ko-KR" sz="1400" smtClean="0">
                                                <a:latin typeface="Cambria Math" panose="02040503050406030204" pitchFamily="18" charset="0"/>
                                              </a:rPr>
                                              <m:t>+</m:t>
                                            </m:r>
                                            <m:r>
                                              <a:rPr lang="en-US" altLang="ko-KR" sz="1400" smtClean="0">
                                                <a:latin typeface="Cambria Math" panose="02040503050406030204" pitchFamily="18" charset="0"/>
                                              </a:rPr>
                                              <m:t>h</m:t>
                                            </m:r>
                                          </m:e>
                                        </m:d>
                                        <m:r>
                                          <a:rPr lang="en-US" altLang="ko-KR" sz="1400" smtClean="0">
                                            <a:latin typeface="Cambria Math" panose="02040503050406030204" pitchFamily="18" charset="0"/>
                                          </a:rPr>
                                          <m:t>−</m:t>
                                        </m:r>
                                        <m:r>
                                          <a:rPr lang="en-US" altLang="ko-KR" sz="1400" b="0" i="1" smtClean="0">
                                            <a:latin typeface="Cambria Math" panose="02040503050406030204" pitchFamily="18" charset="0"/>
                                          </a:rPr>
                                          <m:t>𝑓</m:t>
                                        </m:r>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num>
                                      <m:den>
                                        <m:r>
                                          <a:rPr lang="en-US" altLang="ko-KR" sz="1400" smtClean="0">
                                            <a:latin typeface="Cambria Math" panose="02040503050406030204" pitchFamily="18" charset="0"/>
                                          </a:rPr>
                                          <m:t>h</m:t>
                                        </m:r>
                                      </m:den>
                                    </m:f>
                                  </m:e>
                                </m:func>
                              </m:oMath>
                            </m:oMathPara>
                          </a14:m>
                          <a:endParaRPr lang="ko-KR" altLang="en-US" sz="1400" i="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49850590"/>
                      </a:ext>
                    </a:extLst>
                  </a:tr>
                  <a:tr h="641513">
                    <a:tc>
                      <a:txBody>
                        <a:bodyPr/>
                        <a:lstStyle/>
                        <a:p>
                          <a:pPr algn="l" latinLnBrk="1"/>
                          <a14:m>
                            <m:oMathPara xmlns:m="http://schemas.openxmlformats.org/officeDocument/2006/math">
                              <m:oMathParaPr>
                                <m:jc m:val="left"/>
                              </m:oMathParaPr>
                              <m:oMath xmlns:m="http://schemas.openxmlformats.org/officeDocument/2006/math">
                                <m:r>
                                  <a:rPr lang="en-US" altLang="ko-KR" sz="1400" smtClean="0">
                                    <a:latin typeface="Cambria Math" panose="02040503050406030204" pitchFamily="18" charset="0"/>
                                  </a:rPr>
                                  <m:t>=</m:t>
                                </m:r>
                                <m:func>
                                  <m:funcPr>
                                    <m:ctrlPr>
                                      <a:rPr lang="en-US" altLang="ko-KR" sz="1400" i="1" smtClean="0">
                                        <a:latin typeface="Cambria Math" panose="02040503050406030204" pitchFamily="18" charset="0"/>
                                      </a:rPr>
                                    </m:ctrlPr>
                                  </m:funcPr>
                                  <m:fName>
                                    <m:limLow>
                                      <m:limLowPr>
                                        <m:ctrlPr>
                                          <a:rPr lang="en-US" altLang="ko-KR" sz="1400" i="1" smtClean="0">
                                            <a:latin typeface="Cambria Math" panose="02040503050406030204" pitchFamily="18" charset="0"/>
                                          </a:rPr>
                                        </m:ctrlPr>
                                      </m:limLowPr>
                                      <m:e>
                                        <m:r>
                                          <a:rPr lang="en-US" altLang="ko-KR" sz="1400" smtClean="0">
                                            <a:latin typeface="Cambria Math" panose="02040503050406030204" pitchFamily="18" charset="0"/>
                                          </a:rPr>
                                          <m:t>𝑙𝑖𝑚</m:t>
                                        </m:r>
                                      </m:e>
                                      <m:lim>
                                        <m:r>
                                          <a:rPr lang="en-US" altLang="ko-KR" sz="1400" smtClean="0">
                                            <a:latin typeface="Cambria Math" panose="02040503050406030204" pitchFamily="18" charset="0"/>
                                          </a:rPr>
                                          <m:t>h</m:t>
                                        </m:r>
                                        <m:r>
                                          <a:rPr lang="en-US" altLang="ko-KR" sz="1400" smtClean="0">
                                            <a:latin typeface="Cambria Math" panose="02040503050406030204" pitchFamily="18" charset="0"/>
                                          </a:rPr>
                                          <m:t>→0</m:t>
                                        </m:r>
                                      </m:lim>
                                    </m:limLow>
                                  </m:fName>
                                  <m:e>
                                    <m:f>
                                      <m:fPr>
                                        <m:ctrlPr>
                                          <a:rPr lang="en-US" altLang="ko-KR" sz="1400" i="1" smtClean="0">
                                            <a:latin typeface="Cambria Math" panose="02040503050406030204" pitchFamily="18" charset="0"/>
                                          </a:rPr>
                                        </m:ctrlPr>
                                      </m:fPr>
                                      <m:num>
                                        <m:sSup>
                                          <m:sSupPr>
                                            <m:ctrlPr>
                                              <a:rPr lang="en-US" altLang="ko-KR" sz="1400" i="1" smtClean="0">
                                                <a:latin typeface="Cambria Math" panose="02040503050406030204" pitchFamily="18" charset="0"/>
                                              </a:rPr>
                                            </m:ctrlPr>
                                          </m:sSupPr>
                                          <m:e>
                                            <m:r>
                                              <a:rPr lang="en-US" altLang="ko-KR" sz="1400" b="0" i="1" smtClean="0">
                                                <a:latin typeface="Cambria Math" panose="02040503050406030204" pitchFamily="18" charset="0"/>
                                              </a:rPr>
                                              <m:t>𝑒</m:t>
                                            </m:r>
                                          </m:e>
                                          <m:sup>
                                            <m:r>
                                              <a:rPr lang="en-US" altLang="ko-KR" sz="1400" b="0" i="1" smtClean="0">
                                                <a:latin typeface="Cambria Math" panose="02040503050406030204" pitchFamily="18" charset="0"/>
                                              </a:rPr>
                                              <m:t>𝑥</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h</m:t>
                                            </m:r>
                                          </m:sup>
                                        </m:sSup>
                                        <m:r>
                                          <a:rPr lang="en-US" altLang="ko-KR" sz="1400" smtClean="0">
                                            <a:latin typeface="Cambria Math" panose="02040503050406030204" pitchFamily="18" charset="0"/>
                                          </a:rPr>
                                          <m:t>−</m:t>
                                        </m:r>
                                        <m:sSup>
                                          <m:sSupPr>
                                            <m:ctrlPr>
                                              <a:rPr lang="en-US" altLang="ko-KR" sz="1400" i="1" smtClean="0">
                                                <a:latin typeface="Cambria Math" panose="02040503050406030204" pitchFamily="18" charset="0"/>
                                              </a:rPr>
                                            </m:ctrlPr>
                                          </m:sSupPr>
                                          <m:e>
                                            <m:r>
                                              <a:rPr lang="en-US" altLang="ko-KR" sz="1400" b="0" i="1" smtClean="0">
                                                <a:latin typeface="Cambria Math" panose="02040503050406030204" pitchFamily="18" charset="0"/>
                                              </a:rPr>
                                              <m:t>𝑒</m:t>
                                            </m:r>
                                          </m:e>
                                          <m:sup>
                                            <m:r>
                                              <a:rPr lang="en-US" altLang="ko-KR" sz="1400" b="0" i="1" smtClean="0">
                                                <a:latin typeface="Cambria Math" panose="02040503050406030204" pitchFamily="18" charset="0"/>
                                              </a:rPr>
                                              <m:t>𝑥</m:t>
                                            </m:r>
                                          </m:sup>
                                        </m:sSup>
                                      </m:num>
                                      <m:den>
                                        <m:r>
                                          <a:rPr lang="en-US" altLang="ko-KR" sz="1400" smtClean="0">
                                            <a:latin typeface="Cambria Math" panose="02040503050406030204" pitchFamily="18" charset="0"/>
                                          </a:rPr>
                                          <m:t>h</m:t>
                                        </m:r>
                                      </m:den>
                                    </m:f>
                                  </m:e>
                                </m:func>
                              </m:oMath>
                            </m:oMathPara>
                          </a14:m>
                          <a:endParaRPr lang="ko-KR" altLang="en-US"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50883624"/>
                      </a:ext>
                    </a:extLst>
                  </a:tr>
                  <a:tr h="72035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altLang="ko-KR" sz="1400" smtClean="0">
                                    <a:latin typeface="Cambria Math" panose="02040503050406030204" pitchFamily="18" charset="0"/>
                                  </a:rPr>
                                  <m:t>=</m:t>
                                </m:r>
                                <m:func>
                                  <m:funcPr>
                                    <m:ctrlPr>
                                      <a:rPr lang="en-US" altLang="ko-KR" sz="1400" i="1" smtClean="0">
                                        <a:latin typeface="Cambria Math" panose="02040503050406030204" pitchFamily="18" charset="0"/>
                                      </a:rPr>
                                    </m:ctrlPr>
                                  </m:funcPr>
                                  <m:fName>
                                    <m:limLow>
                                      <m:limLowPr>
                                        <m:ctrlPr>
                                          <a:rPr lang="en-US" altLang="ko-KR" sz="1400" i="1" smtClean="0">
                                            <a:latin typeface="Cambria Math" panose="02040503050406030204" pitchFamily="18" charset="0"/>
                                          </a:rPr>
                                        </m:ctrlPr>
                                      </m:limLowPr>
                                      <m:e>
                                        <m:r>
                                          <a:rPr lang="en-US" altLang="ko-KR" sz="1400" smtClean="0">
                                            <a:latin typeface="Cambria Math" panose="02040503050406030204" pitchFamily="18" charset="0"/>
                                          </a:rPr>
                                          <m:t>𝑙𝑖𝑚</m:t>
                                        </m:r>
                                      </m:e>
                                      <m:lim>
                                        <m:r>
                                          <a:rPr lang="en-US" altLang="ko-KR" sz="1400" smtClean="0">
                                            <a:latin typeface="Cambria Math" panose="02040503050406030204" pitchFamily="18" charset="0"/>
                                          </a:rPr>
                                          <m:t>h</m:t>
                                        </m:r>
                                        <m:r>
                                          <a:rPr lang="en-US" altLang="ko-KR" sz="1400" smtClean="0">
                                            <a:latin typeface="Cambria Math" panose="02040503050406030204" pitchFamily="18" charset="0"/>
                                          </a:rPr>
                                          <m:t>→0</m:t>
                                        </m:r>
                                      </m:lim>
                                    </m:limLow>
                                  </m:fName>
                                  <m:e>
                                    <m:f>
                                      <m:fPr>
                                        <m:ctrlPr>
                                          <a:rPr lang="en-US" altLang="ko-KR" sz="1400" i="1" smtClean="0">
                                            <a:latin typeface="Cambria Math" panose="02040503050406030204" pitchFamily="18" charset="0"/>
                                          </a:rPr>
                                        </m:ctrlPr>
                                      </m:fPr>
                                      <m:num>
                                        <m:sSup>
                                          <m:sSupPr>
                                            <m:ctrlPr>
                                              <a:rPr lang="en-US" altLang="ko-KR" sz="1400" i="1" smtClean="0">
                                                <a:latin typeface="Cambria Math" panose="02040503050406030204" pitchFamily="18" charset="0"/>
                                              </a:rPr>
                                            </m:ctrlPr>
                                          </m:sSupPr>
                                          <m:e>
                                            <m:r>
                                              <a:rPr lang="en-US" altLang="ko-KR" sz="1400" b="0" i="1" smtClean="0">
                                                <a:latin typeface="Cambria Math" panose="02040503050406030204" pitchFamily="18" charset="0"/>
                                              </a:rPr>
                                              <m:t>𝑒</m:t>
                                            </m:r>
                                          </m:e>
                                          <m:sup>
                                            <m:r>
                                              <a:rPr lang="en-US" altLang="ko-KR" sz="1400" b="0" i="1" smtClean="0">
                                                <a:latin typeface="Cambria Math" panose="02040503050406030204" pitchFamily="18" charset="0"/>
                                              </a:rPr>
                                              <m:t>𝑥</m:t>
                                            </m:r>
                                          </m:sup>
                                        </m:sSup>
                                        <m:d>
                                          <m:dPr>
                                            <m:ctrlPr>
                                              <a:rPr lang="en-US" altLang="ko-KR" sz="1400" i="1" smtClean="0">
                                                <a:latin typeface="Cambria Math" panose="02040503050406030204" pitchFamily="18" charset="0"/>
                                              </a:rPr>
                                            </m:ctrlPr>
                                          </m:dPr>
                                          <m:e>
                                            <m:sSup>
                                              <m:sSupPr>
                                                <m:ctrlPr>
                                                  <a:rPr lang="en-US" altLang="ko-KR" sz="1400" i="1" smtClean="0">
                                                    <a:latin typeface="Cambria Math" panose="02040503050406030204" pitchFamily="18" charset="0"/>
                                                  </a:rPr>
                                                </m:ctrlPr>
                                              </m:sSupPr>
                                              <m:e>
                                                <m:r>
                                                  <a:rPr lang="en-US" altLang="ko-KR" sz="1400" b="0" i="1" smtClean="0">
                                                    <a:latin typeface="Cambria Math" panose="02040503050406030204" pitchFamily="18" charset="0"/>
                                                  </a:rPr>
                                                  <m:t>𝑒</m:t>
                                                </m:r>
                                              </m:e>
                                              <m:sup>
                                                <m:r>
                                                  <a:rPr lang="en-US" altLang="ko-KR" sz="1400" b="0" i="1" smtClean="0">
                                                    <a:latin typeface="Cambria Math" panose="02040503050406030204" pitchFamily="18" charset="0"/>
                                                  </a:rPr>
                                                  <m:t>h</m:t>
                                                </m:r>
                                              </m:sup>
                                            </m:sSup>
                                            <m:r>
                                              <a:rPr lang="en-US" altLang="ko-KR" sz="1400" b="0" i="1" smtClean="0">
                                                <a:latin typeface="Cambria Math" panose="02040503050406030204" pitchFamily="18" charset="0"/>
                                              </a:rPr>
                                              <m:t>−1</m:t>
                                            </m:r>
                                          </m:e>
                                        </m:d>
                                      </m:num>
                                      <m:den>
                                        <m:r>
                                          <a:rPr lang="en-US" altLang="ko-KR" sz="1400" smtClean="0">
                                            <a:latin typeface="Cambria Math" panose="02040503050406030204" pitchFamily="18" charset="0"/>
                                          </a:rPr>
                                          <m:t>h</m:t>
                                        </m:r>
                                      </m:den>
                                    </m:f>
                                  </m:e>
                                </m:func>
                              </m:oMath>
                            </m:oMathPara>
                          </a14:m>
                          <a:endParaRPr lang="ko-KR" altLang="en-US"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9591821"/>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altLang="ko-KR" sz="1400" smtClean="0">
                                    <a:latin typeface="Cambria Math" panose="02040503050406030204" pitchFamily="18" charset="0"/>
                                  </a:rPr>
                                  <m:t>=</m:t>
                                </m:r>
                                <m:sSup>
                                  <m:sSupPr>
                                    <m:ctrlPr>
                                      <a:rPr lang="en-US" altLang="ko-KR" sz="1400" i="1" smtClean="0">
                                        <a:latin typeface="Cambria Math" panose="02040503050406030204" pitchFamily="18" charset="0"/>
                                      </a:rPr>
                                    </m:ctrlPr>
                                  </m:sSupPr>
                                  <m:e>
                                    <m:r>
                                      <a:rPr lang="en-US" altLang="ko-KR" sz="1400" b="0" i="1" smtClean="0">
                                        <a:latin typeface="Cambria Math" panose="02040503050406030204" pitchFamily="18" charset="0"/>
                                      </a:rPr>
                                      <m:t>𝑒</m:t>
                                    </m:r>
                                  </m:e>
                                  <m:sup>
                                    <m:r>
                                      <a:rPr lang="en-US" altLang="ko-KR" sz="1400" b="0" i="1" smtClean="0">
                                        <a:latin typeface="Cambria Math" panose="02040503050406030204" pitchFamily="18" charset="0"/>
                                      </a:rPr>
                                      <m:t>𝑥</m:t>
                                    </m:r>
                                  </m:sup>
                                </m:sSup>
                                <m:func>
                                  <m:funcPr>
                                    <m:ctrlPr>
                                      <a:rPr lang="en-US" altLang="ko-KR" sz="1400" i="1" smtClean="0">
                                        <a:latin typeface="Cambria Math" panose="02040503050406030204" pitchFamily="18" charset="0"/>
                                      </a:rPr>
                                    </m:ctrlPr>
                                  </m:funcPr>
                                  <m:fName>
                                    <m:limLow>
                                      <m:limLowPr>
                                        <m:ctrlPr>
                                          <a:rPr lang="en-US" altLang="ko-KR" sz="1400" i="1" smtClean="0">
                                            <a:latin typeface="Cambria Math" panose="02040503050406030204" pitchFamily="18" charset="0"/>
                                          </a:rPr>
                                        </m:ctrlPr>
                                      </m:limLowPr>
                                      <m:e>
                                        <m:r>
                                          <a:rPr lang="en-US" altLang="ko-KR" sz="1400" smtClean="0">
                                            <a:latin typeface="Cambria Math" panose="02040503050406030204" pitchFamily="18" charset="0"/>
                                          </a:rPr>
                                          <m:t>𝑙𝑖𝑚</m:t>
                                        </m:r>
                                      </m:e>
                                      <m:lim>
                                        <m:r>
                                          <a:rPr lang="en-US" altLang="ko-KR" sz="1400" smtClean="0">
                                            <a:latin typeface="Cambria Math" panose="02040503050406030204" pitchFamily="18" charset="0"/>
                                          </a:rPr>
                                          <m:t>h</m:t>
                                        </m:r>
                                        <m:r>
                                          <a:rPr lang="en-US" altLang="ko-KR" sz="1400" smtClean="0">
                                            <a:latin typeface="Cambria Math" panose="02040503050406030204" pitchFamily="18" charset="0"/>
                                          </a:rPr>
                                          <m:t>→0</m:t>
                                        </m:r>
                                      </m:lim>
                                    </m:limLow>
                                  </m:fName>
                                  <m:e>
                                    <m:f>
                                      <m:fPr>
                                        <m:ctrlPr>
                                          <a:rPr lang="en-US" altLang="ko-KR" sz="1400" i="1" smtClean="0">
                                            <a:latin typeface="Cambria Math" panose="02040503050406030204" pitchFamily="18" charset="0"/>
                                          </a:rPr>
                                        </m:ctrlPr>
                                      </m:fPr>
                                      <m:num>
                                        <m:sSup>
                                          <m:sSupPr>
                                            <m:ctrlPr>
                                              <a:rPr lang="en-US" altLang="ko-KR" sz="1400" i="1" smtClean="0">
                                                <a:latin typeface="Cambria Math" panose="02040503050406030204" pitchFamily="18" charset="0"/>
                                              </a:rPr>
                                            </m:ctrlPr>
                                          </m:sSupPr>
                                          <m:e>
                                            <m:r>
                                              <a:rPr lang="en-US" altLang="ko-KR" sz="1400" b="0" i="1" smtClean="0">
                                                <a:latin typeface="Cambria Math" panose="02040503050406030204" pitchFamily="18" charset="0"/>
                                              </a:rPr>
                                              <m:t>𝑒</m:t>
                                            </m:r>
                                          </m:e>
                                          <m:sup>
                                            <m:r>
                                              <a:rPr lang="en-US" altLang="ko-KR" sz="1400" b="0" i="1" smtClean="0">
                                                <a:latin typeface="Cambria Math" panose="02040503050406030204" pitchFamily="18" charset="0"/>
                                              </a:rPr>
                                              <m:t>h</m:t>
                                            </m:r>
                                          </m:sup>
                                        </m:sSup>
                                        <m:r>
                                          <a:rPr lang="en-US" altLang="ko-KR" sz="1400" b="0" i="1" smtClean="0">
                                            <a:latin typeface="Cambria Math" panose="02040503050406030204" pitchFamily="18" charset="0"/>
                                          </a:rPr>
                                          <m:t>−1</m:t>
                                        </m:r>
                                      </m:num>
                                      <m:den>
                                        <m:r>
                                          <a:rPr lang="en-US" altLang="ko-KR" sz="1400" smtClean="0">
                                            <a:latin typeface="Cambria Math" panose="02040503050406030204" pitchFamily="18" charset="0"/>
                                          </a:rPr>
                                          <m:t>h</m:t>
                                        </m:r>
                                      </m:den>
                                    </m:f>
                                  </m:e>
                                </m:func>
                              </m:oMath>
                            </m:oMathPara>
                          </a14:m>
                          <a:endParaRPr lang="ko-KR" altLang="en-US"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71924127"/>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33410646"/>
                      </a:ext>
                    </a:extLst>
                  </a:tr>
                </a:tbl>
              </a:graphicData>
            </a:graphic>
          </p:graphicFrame>
        </mc:Choice>
        <mc:Fallback xmlns="">
          <p:graphicFrame>
            <p:nvGraphicFramePr>
              <p:cNvPr id="10" name="표 9"/>
              <p:cNvGraphicFramePr>
                <a:graphicFrameLocks noGrp="1"/>
              </p:cNvGraphicFramePr>
              <p:nvPr>
                <p:extLst>
                  <p:ext uri="{D42A27DB-BD31-4B8C-83A1-F6EECF244321}">
                    <p14:modId xmlns:p14="http://schemas.microsoft.com/office/powerpoint/2010/main" val="4085474766"/>
                  </p:ext>
                </p:extLst>
              </p:nvPr>
            </p:nvGraphicFramePr>
            <p:xfrm>
              <a:off x="930342" y="2531450"/>
              <a:ext cx="6019098" cy="3651053"/>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41513">
                    <a:tc>
                      <a:txBody>
                        <a:bodyPr/>
                        <a:lstStyle/>
                        <a:p>
                          <a:endParaRPr lang="ko-K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b="-471429"/>
                          </a:stretch>
                        </a:blipFill>
                      </a:tcPr>
                    </a:tc>
                    <a:extLst>
                      <a:ext uri="{0D108BD9-81ED-4DB2-BD59-A6C34878D82A}">
                        <a16:rowId xmlns:a16="http://schemas.microsoft.com/office/drawing/2014/main" val="1349850590"/>
                      </a:ext>
                    </a:extLst>
                  </a:tr>
                  <a:tr h="641513">
                    <a:tc>
                      <a:txBody>
                        <a:bodyPr/>
                        <a:lstStyle/>
                        <a:p>
                          <a:endParaRPr lang="ko-K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99057" b="-366981"/>
                          </a:stretch>
                        </a:blipFill>
                      </a:tcPr>
                    </a:tc>
                    <a:extLst>
                      <a:ext uri="{0D108BD9-81ED-4DB2-BD59-A6C34878D82A}">
                        <a16:rowId xmlns:a16="http://schemas.microsoft.com/office/drawing/2014/main" val="450883624"/>
                      </a:ext>
                    </a:extLst>
                  </a:tr>
                  <a:tr h="720358">
                    <a:tc>
                      <a:txBody>
                        <a:bodyPr/>
                        <a:lstStyle/>
                        <a:p>
                          <a:endParaRPr lang="ko-K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178814" b="-229661"/>
                          </a:stretch>
                        </a:blipFill>
                      </a:tcPr>
                    </a:tc>
                    <a:extLst>
                      <a:ext uri="{0D108BD9-81ED-4DB2-BD59-A6C34878D82A}">
                        <a16:rowId xmlns:a16="http://schemas.microsoft.com/office/drawing/2014/main" val="549591821"/>
                      </a:ext>
                    </a:extLst>
                  </a:tr>
                  <a:tr h="549223">
                    <a:tc>
                      <a:txBody>
                        <a:bodyPr/>
                        <a:lstStyle/>
                        <a:p>
                          <a:endParaRPr lang="ko-K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365556" b="-201111"/>
                          </a:stretch>
                        </a:blipFill>
                      </a:tcPr>
                    </a:tc>
                    <a:extLst>
                      <a:ext uri="{0D108BD9-81ED-4DB2-BD59-A6C34878D82A}">
                        <a16:rowId xmlns:a16="http://schemas.microsoft.com/office/drawing/2014/main" val="2571924127"/>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33410646"/>
                      </a:ext>
                    </a:extLst>
                  </a:tr>
                </a:tbl>
              </a:graphicData>
            </a:graphic>
          </p:graphicFrame>
        </mc:Fallback>
      </mc:AlternateContent>
      <mc:AlternateContent xmlns:mc="http://schemas.openxmlformats.org/markup-compatibility/2006" xmlns:a14="http://schemas.microsoft.com/office/drawing/2010/main">
        <mc:Choice Requires="a14">
          <p:sp>
            <p:nvSpPr>
              <p:cNvPr id="9" name="TextBox 8"/>
              <p:cNvSpPr txBox="1"/>
              <p:nvPr/>
            </p:nvSpPr>
            <p:spPr>
              <a:xfrm>
                <a:off x="918755" y="1506382"/>
                <a:ext cx="3462486" cy="307777"/>
              </a:xfrm>
              <a:prstGeom prst="rect">
                <a:avLst/>
              </a:prstGeom>
              <a:noFill/>
            </p:spPr>
            <p:txBody>
              <a:bodyPr wrap="none" lIns="0" tIns="0" rIns="0" bIns="0" rtlCol="0">
                <a:spAutoFit/>
              </a:bodyPr>
              <a:lstStyle/>
              <a:p>
                <a:r>
                  <a:rPr lang="ko-KR" altLang="en-US" sz="2000" dirty="0"/>
                  <a:t>④</a:t>
                </a:r>
                <a14:m>
                  <m:oMath xmlns:m="http://schemas.openxmlformats.org/officeDocument/2006/math">
                    <m:sSup>
                      <m:sSupPr>
                        <m:ctrlPr>
                          <a:rPr lang="en-US" altLang="ko-KR" sz="2000" i="1" smtClean="0">
                            <a:latin typeface="Cambria Math" panose="02040503050406030204" pitchFamily="18" charset="0"/>
                          </a:rPr>
                        </m:ctrlPr>
                      </m:sSupPr>
                      <m:e>
                        <m:r>
                          <a:rPr lang="en-US" altLang="ko-KR" sz="2000" b="0" i="1" smtClean="0">
                            <a:latin typeface="Cambria Math" panose="02040503050406030204" pitchFamily="18" charset="0"/>
                          </a:rPr>
                          <m:t>𝑓</m:t>
                        </m:r>
                      </m:e>
                      <m:sup>
                        <m:r>
                          <a:rPr lang="en-US" altLang="ko-KR" sz="2000" b="0" i="1" smtClean="0">
                            <a:latin typeface="Cambria Math" panose="02040503050406030204" pitchFamily="18" charset="0"/>
                          </a:rPr>
                          <m:t>′</m:t>
                        </m:r>
                      </m:sup>
                    </m:sSup>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sSup>
                      <m:sSupPr>
                        <m:ctrlPr>
                          <a:rPr lang="en-US" altLang="ko-KR" sz="2000" i="1">
                            <a:latin typeface="Cambria Math" panose="02040503050406030204" pitchFamily="18" charset="0"/>
                          </a:rPr>
                        </m:ctrlPr>
                      </m:sSupPr>
                      <m:e>
                        <m:r>
                          <a:rPr lang="en-US" altLang="ko-KR" sz="2000" b="0" i="1" smtClean="0">
                            <a:latin typeface="Cambria Math" panose="02040503050406030204" pitchFamily="18" charset="0"/>
                          </a:rPr>
                          <m:t>𝑒</m:t>
                        </m:r>
                      </m:e>
                      <m:sup>
                        <m:r>
                          <a:rPr lang="en-US" altLang="ko-KR" sz="2000" b="0" i="1" smtClean="0">
                            <a:latin typeface="Cambria Math" panose="02040503050406030204" pitchFamily="18" charset="0"/>
                          </a:rPr>
                          <m:t>𝑥</m:t>
                        </m:r>
                      </m:sup>
                    </m:sSup>
                    <m:r>
                      <a:rPr lang="en-US" altLang="ko-KR" sz="2000" b="0" i="1" smtClean="0">
                        <a:latin typeface="Cambria Math" panose="02040503050406030204" pitchFamily="18" charset="0"/>
                      </a:rPr>
                      <m:t>,  </m:t>
                    </m:r>
                    <m:r>
                      <a:rPr lang="en-US" altLang="ko-KR" sz="2000" i="1">
                        <a:latin typeface="Cambria Math" panose="02040503050406030204" pitchFamily="18" charset="0"/>
                      </a:rPr>
                      <m:t>𝑔𝑖𝑣𝑒𝑛</m:t>
                    </m:r>
                    <m:r>
                      <a:rPr lang="en-US" altLang="ko-KR" sz="2000" b="0" i="1" smtClean="0">
                        <a:latin typeface="Cambria Math" panose="02040503050406030204" pitchFamily="18" charset="0"/>
                      </a:rPr>
                      <m:t> </m:t>
                    </m:r>
                    <m:r>
                      <a:rPr lang="en-US" altLang="ko-KR" sz="2000" i="1">
                        <a:latin typeface="Cambria Math" panose="02040503050406030204" pitchFamily="18" charset="0"/>
                      </a:rPr>
                      <m:t>𝑓</m:t>
                    </m:r>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sSup>
                      <m:sSupPr>
                        <m:ctrlPr>
                          <a:rPr lang="en-US" altLang="ko-KR" sz="2000" i="1">
                            <a:latin typeface="Cambria Math" panose="02040503050406030204" pitchFamily="18" charset="0"/>
                          </a:rPr>
                        </m:ctrlPr>
                      </m:sSupPr>
                      <m:e>
                        <m:r>
                          <a:rPr lang="en-US" altLang="ko-KR" sz="2000" i="1">
                            <a:latin typeface="Cambria Math" panose="02040503050406030204" pitchFamily="18" charset="0"/>
                          </a:rPr>
                          <m:t>𝑒</m:t>
                        </m:r>
                      </m:e>
                      <m:sup>
                        <m:r>
                          <a:rPr lang="en-US" altLang="ko-KR" sz="2000" i="1">
                            <a:latin typeface="Cambria Math" panose="02040503050406030204" pitchFamily="18" charset="0"/>
                          </a:rPr>
                          <m:t>𝑥</m:t>
                        </m:r>
                      </m:sup>
                    </m:sSup>
                  </m:oMath>
                </a14:m>
                <a:endParaRPr lang="ko-KR" altLang="en-US" sz="2000" dirty="0"/>
              </a:p>
            </p:txBody>
          </p:sp>
        </mc:Choice>
        <mc:Fallback xmlns="">
          <p:sp>
            <p:nvSpPr>
              <p:cNvPr id="9" name="TextBox 8"/>
              <p:cNvSpPr txBox="1">
                <a:spLocks noRot="1" noChangeAspect="1" noMove="1" noResize="1" noEditPoints="1" noAdjustHandles="1" noChangeArrowheads="1" noChangeShapeType="1" noTextEdit="1"/>
              </p:cNvSpPr>
              <p:nvPr/>
            </p:nvSpPr>
            <p:spPr>
              <a:xfrm>
                <a:off x="918755" y="1506382"/>
                <a:ext cx="3462486" cy="307777"/>
              </a:xfrm>
              <a:prstGeom prst="rect">
                <a:avLst/>
              </a:prstGeom>
              <a:blipFill>
                <a:blip r:embed="rId4"/>
                <a:stretch>
                  <a:fillRect l="-4577" t="-29412" b="-45098"/>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395625692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mc:AlternateContent xmlns:mc="http://schemas.openxmlformats.org/markup-compatibility/2006" xmlns:a14="http://schemas.microsoft.com/office/drawing/2010/main">
        <mc:Choice Requires="a14">
          <p:graphicFrame>
            <p:nvGraphicFramePr>
              <p:cNvPr id="10" name="표 9"/>
              <p:cNvGraphicFramePr>
                <a:graphicFrameLocks noGrp="1"/>
              </p:cNvGraphicFramePr>
              <p:nvPr>
                <p:extLst>
                  <p:ext uri="{D42A27DB-BD31-4B8C-83A1-F6EECF244321}">
                    <p14:modId xmlns:p14="http://schemas.microsoft.com/office/powerpoint/2010/main" val="726914131"/>
                  </p:ext>
                </p:extLst>
              </p:nvPr>
            </p:nvGraphicFramePr>
            <p:xfrm>
              <a:off x="930342" y="2531450"/>
              <a:ext cx="6019098" cy="3651053"/>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4151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p>
                                  <m:sSupPr>
                                    <m:ctrlPr>
                                      <a:rPr lang="en-US" altLang="ko-KR" sz="1400" i="1" smtClean="0">
                                        <a:latin typeface="Cambria Math" panose="02040503050406030204" pitchFamily="18" charset="0"/>
                                      </a:rPr>
                                    </m:ctrlPr>
                                  </m:sSupPr>
                                  <m:e>
                                    <m:r>
                                      <a:rPr lang="en-US" altLang="ko-KR" sz="1400" b="0" i="1" smtClean="0">
                                        <a:latin typeface="Cambria Math" panose="02040503050406030204" pitchFamily="18" charset="0"/>
                                      </a:rPr>
                                      <m:t>𝑓</m:t>
                                    </m:r>
                                  </m:e>
                                  <m:sup>
                                    <m:r>
                                      <a:rPr lang="en-US" altLang="ko-KR" sz="1400" b="0" i="1" smtClean="0">
                                        <a:latin typeface="Cambria Math" panose="02040503050406030204" pitchFamily="18" charset="0"/>
                                      </a:rPr>
                                      <m:t>′</m:t>
                                    </m:r>
                                  </m:sup>
                                </m:sSup>
                                <m:d>
                                  <m:dPr>
                                    <m:ctrlPr>
                                      <a:rPr lang="en-US" altLang="ko-KR" sz="1400" i="1">
                                        <a:latin typeface="Cambria Math" panose="02040503050406030204" pitchFamily="18" charset="0"/>
                                      </a:rPr>
                                    </m:ctrlPr>
                                  </m:dPr>
                                  <m:e>
                                    <m:r>
                                      <a:rPr lang="en-US" altLang="ko-KR" sz="1400" i="1">
                                        <a:latin typeface="Cambria Math" panose="02040503050406030204" pitchFamily="18" charset="0"/>
                                      </a:rPr>
                                      <m:t>𝑥</m:t>
                                    </m:r>
                                  </m:e>
                                </m:d>
                                <m:r>
                                  <a:rPr lang="en-US" altLang="ko-KR" sz="1400" smtClean="0">
                                    <a:latin typeface="Cambria Math" panose="02040503050406030204" pitchFamily="18" charset="0"/>
                                  </a:rPr>
                                  <m:t>=</m:t>
                                </m:r>
                                <m:func>
                                  <m:funcPr>
                                    <m:ctrlPr>
                                      <a:rPr lang="en-US" altLang="ko-KR" sz="1400" i="1" smtClean="0">
                                        <a:latin typeface="Cambria Math" panose="02040503050406030204" pitchFamily="18" charset="0"/>
                                      </a:rPr>
                                    </m:ctrlPr>
                                  </m:funcPr>
                                  <m:fName>
                                    <m:limLow>
                                      <m:limLowPr>
                                        <m:ctrlPr>
                                          <a:rPr lang="en-US" altLang="ko-KR" sz="1400" i="1" smtClean="0">
                                            <a:latin typeface="Cambria Math" panose="02040503050406030204" pitchFamily="18" charset="0"/>
                                          </a:rPr>
                                        </m:ctrlPr>
                                      </m:limLowPr>
                                      <m:e>
                                        <m:r>
                                          <a:rPr lang="en-US" altLang="ko-KR" sz="1400" smtClean="0">
                                            <a:latin typeface="Cambria Math" panose="02040503050406030204" pitchFamily="18" charset="0"/>
                                          </a:rPr>
                                          <m:t>𝑙𝑖𝑚</m:t>
                                        </m:r>
                                      </m:e>
                                      <m:lim>
                                        <m:r>
                                          <a:rPr lang="en-US" altLang="ko-KR" sz="1400" smtClean="0">
                                            <a:latin typeface="Cambria Math" panose="02040503050406030204" pitchFamily="18" charset="0"/>
                                          </a:rPr>
                                          <m:t>h</m:t>
                                        </m:r>
                                        <m:r>
                                          <a:rPr lang="en-US" altLang="ko-KR" sz="1400" smtClean="0">
                                            <a:latin typeface="Cambria Math" panose="02040503050406030204" pitchFamily="18" charset="0"/>
                                          </a:rPr>
                                          <m:t>→0</m:t>
                                        </m:r>
                                      </m:lim>
                                    </m:limLow>
                                  </m:fName>
                                  <m:e>
                                    <m:f>
                                      <m:fPr>
                                        <m:ctrlPr>
                                          <a:rPr lang="en-US" altLang="ko-KR" sz="1400" i="1" smtClean="0">
                                            <a:latin typeface="Cambria Math" panose="02040503050406030204" pitchFamily="18" charset="0"/>
                                          </a:rPr>
                                        </m:ctrlPr>
                                      </m:fPr>
                                      <m:num>
                                        <m:r>
                                          <a:rPr lang="en-US" altLang="ko-KR" sz="1400" b="0" i="1" smtClean="0">
                                            <a:latin typeface="Cambria Math" panose="02040503050406030204" pitchFamily="18" charset="0"/>
                                          </a:rPr>
                                          <m:t>𝑓</m:t>
                                        </m:r>
                                        <m:d>
                                          <m:dPr>
                                            <m:ctrlPr>
                                              <a:rPr lang="en-US" altLang="ko-KR" sz="1400" i="1" smtClean="0">
                                                <a:latin typeface="Cambria Math" panose="02040503050406030204" pitchFamily="18" charset="0"/>
                                              </a:rPr>
                                            </m:ctrlPr>
                                          </m:dPr>
                                          <m:e>
                                            <m:r>
                                              <a:rPr lang="en-US" altLang="ko-KR" sz="1400" smtClean="0">
                                                <a:latin typeface="Cambria Math" panose="02040503050406030204" pitchFamily="18" charset="0"/>
                                              </a:rPr>
                                              <m:t>𝑥</m:t>
                                            </m:r>
                                            <m:r>
                                              <a:rPr lang="en-US" altLang="ko-KR" sz="1400" smtClean="0">
                                                <a:latin typeface="Cambria Math" panose="02040503050406030204" pitchFamily="18" charset="0"/>
                                              </a:rPr>
                                              <m:t>+</m:t>
                                            </m:r>
                                            <m:r>
                                              <a:rPr lang="en-US" altLang="ko-KR" sz="1400" smtClean="0">
                                                <a:latin typeface="Cambria Math" panose="02040503050406030204" pitchFamily="18" charset="0"/>
                                              </a:rPr>
                                              <m:t>h</m:t>
                                            </m:r>
                                          </m:e>
                                        </m:d>
                                        <m:r>
                                          <a:rPr lang="en-US" altLang="ko-KR" sz="1400" smtClean="0">
                                            <a:latin typeface="Cambria Math" panose="02040503050406030204" pitchFamily="18" charset="0"/>
                                          </a:rPr>
                                          <m:t>−</m:t>
                                        </m:r>
                                        <m:r>
                                          <a:rPr lang="en-US" altLang="ko-KR" sz="1400" b="0" i="1" smtClean="0">
                                            <a:latin typeface="Cambria Math" panose="02040503050406030204" pitchFamily="18" charset="0"/>
                                          </a:rPr>
                                          <m:t>𝑓</m:t>
                                        </m:r>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num>
                                      <m:den>
                                        <m:r>
                                          <a:rPr lang="en-US" altLang="ko-KR" sz="1400" smtClean="0">
                                            <a:latin typeface="Cambria Math" panose="02040503050406030204" pitchFamily="18" charset="0"/>
                                          </a:rPr>
                                          <m:t>h</m:t>
                                        </m:r>
                                      </m:den>
                                    </m:f>
                                  </m:e>
                                </m:func>
                              </m:oMath>
                            </m:oMathPara>
                          </a14:m>
                          <a:endParaRPr lang="ko-KR" altLang="en-US" sz="1400" i="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49850590"/>
                      </a:ext>
                    </a:extLst>
                  </a:tr>
                  <a:tr h="641513">
                    <a:tc>
                      <a:txBody>
                        <a:bodyPr/>
                        <a:lstStyle/>
                        <a:p>
                          <a:pPr algn="l" latinLnBrk="1"/>
                          <a14:m>
                            <m:oMathPara xmlns:m="http://schemas.openxmlformats.org/officeDocument/2006/math">
                              <m:oMathParaPr>
                                <m:jc m:val="left"/>
                              </m:oMathParaPr>
                              <m:oMath xmlns:m="http://schemas.openxmlformats.org/officeDocument/2006/math">
                                <m:r>
                                  <a:rPr lang="en-US" altLang="ko-KR" sz="1400" smtClean="0">
                                    <a:latin typeface="Cambria Math" panose="02040503050406030204" pitchFamily="18" charset="0"/>
                                  </a:rPr>
                                  <m:t>=</m:t>
                                </m:r>
                                <m:func>
                                  <m:funcPr>
                                    <m:ctrlPr>
                                      <a:rPr lang="en-US" altLang="ko-KR" sz="1400" i="1" smtClean="0">
                                        <a:latin typeface="Cambria Math" panose="02040503050406030204" pitchFamily="18" charset="0"/>
                                      </a:rPr>
                                    </m:ctrlPr>
                                  </m:funcPr>
                                  <m:fName>
                                    <m:limLow>
                                      <m:limLowPr>
                                        <m:ctrlPr>
                                          <a:rPr lang="en-US" altLang="ko-KR" sz="1400" i="1" smtClean="0">
                                            <a:latin typeface="Cambria Math" panose="02040503050406030204" pitchFamily="18" charset="0"/>
                                          </a:rPr>
                                        </m:ctrlPr>
                                      </m:limLowPr>
                                      <m:e>
                                        <m:r>
                                          <a:rPr lang="en-US" altLang="ko-KR" sz="1400" smtClean="0">
                                            <a:latin typeface="Cambria Math" panose="02040503050406030204" pitchFamily="18" charset="0"/>
                                          </a:rPr>
                                          <m:t>𝑙𝑖𝑚</m:t>
                                        </m:r>
                                      </m:e>
                                      <m:lim>
                                        <m:r>
                                          <a:rPr lang="en-US" altLang="ko-KR" sz="1400" smtClean="0">
                                            <a:latin typeface="Cambria Math" panose="02040503050406030204" pitchFamily="18" charset="0"/>
                                          </a:rPr>
                                          <m:t>h</m:t>
                                        </m:r>
                                        <m:r>
                                          <a:rPr lang="en-US" altLang="ko-KR" sz="1400" smtClean="0">
                                            <a:latin typeface="Cambria Math" panose="02040503050406030204" pitchFamily="18" charset="0"/>
                                          </a:rPr>
                                          <m:t>→0</m:t>
                                        </m:r>
                                      </m:lim>
                                    </m:limLow>
                                  </m:fName>
                                  <m:e>
                                    <m:f>
                                      <m:fPr>
                                        <m:ctrlPr>
                                          <a:rPr lang="en-US" altLang="ko-KR" sz="1400" i="1" smtClean="0">
                                            <a:latin typeface="Cambria Math" panose="02040503050406030204" pitchFamily="18" charset="0"/>
                                          </a:rPr>
                                        </m:ctrlPr>
                                      </m:fPr>
                                      <m:num>
                                        <m:sSup>
                                          <m:sSupPr>
                                            <m:ctrlPr>
                                              <a:rPr lang="en-US" altLang="ko-KR" sz="1400" i="1" smtClean="0">
                                                <a:latin typeface="Cambria Math" panose="02040503050406030204" pitchFamily="18" charset="0"/>
                                              </a:rPr>
                                            </m:ctrlPr>
                                          </m:sSupPr>
                                          <m:e>
                                            <m:r>
                                              <a:rPr lang="en-US" altLang="ko-KR" sz="1400" b="0" i="1" smtClean="0">
                                                <a:latin typeface="Cambria Math" panose="02040503050406030204" pitchFamily="18" charset="0"/>
                                              </a:rPr>
                                              <m:t>𝑒</m:t>
                                            </m:r>
                                          </m:e>
                                          <m:sup>
                                            <m:r>
                                              <a:rPr lang="en-US" altLang="ko-KR" sz="1400" b="0" i="1" smtClean="0">
                                                <a:latin typeface="Cambria Math" panose="02040503050406030204" pitchFamily="18" charset="0"/>
                                              </a:rPr>
                                              <m:t>𝑥</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h</m:t>
                                            </m:r>
                                          </m:sup>
                                        </m:sSup>
                                        <m:r>
                                          <a:rPr lang="en-US" altLang="ko-KR" sz="1400" smtClean="0">
                                            <a:latin typeface="Cambria Math" panose="02040503050406030204" pitchFamily="18" charset="0"/>
                                          </a:rPr>
                                          <m:t>−</m:t>
                                        </m:r>
                                        <m:sSup>
                                          <m:sSupPr>
                                            <m:ctrlPr>
                                              <a:rPr lang="en-US" altLang="ko-KR" sz="1400" i="1" smtClean="0">
                                                <a:latin typeface="Cambria Math" panose="02040503050406030204" pitchFamily="18" charset="0"/>
                                              </a:rPr>
                                            </m:ctrlPr>
                                          </m:sSupPr>
                                          <m:e>
                                            <m:r>
                                              <a:rPr lang="en-US" altLang="ko-KR" sz="1400" b="0" i="1" smtClean="0">
                                                <a:latin typeface="Cambria Math" panose="02040503050406030204" pitchFamily="18" charset="0"/>
                                              </a:rPr>
                                              <m:t>𝑒</m:t>
                                            </m:r>
                                          </m:e>
                                          <m:sup>
                                            <m:r>
                                              <a:rPr lang="en-US" altLang="ko-KR" sz="1400" b="0" i="1" smtClean="0">
                                                <a:latin typeface="Cambria Math" panose="02040503050406030204" pitchFamily="18" charset="0"/>
                                              </a:rPr>
                                              <m:t>𝑥</m:t>
                                            </m:r>
                                          </m:sup>
                                        </m:sSup>
                                      </m:num>
                                      <m:den>
                                        <m:r>
                                          <a:rPr lang="en-US" altLang="ko-KR" sz="1400" smtClean="0">
                                            <a:latin typeface="Cambria Math" panose="02040503050406030204" pitchFamily="18" charset="0"/>
                                          </a:rPr>
                                          <m:t>h</m:t>
                                        </m:r>
                                      </m:den>
                                    </m:f>
                                  </m:e>
                                </m:func>
                              </m:oMath>
                            </m:oMathPara>
                          </a14:m>
                          <a:endParaRPr lang="ko-KR" altLang="en-US"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50883624"/>
                      </a:ext>
                    </a:extLst>
                  </a:tr>
                  <a:tr h="72035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altLang="ko-KR" sz="1400" smtClean="0">
                                    <a:latin typeface="Cambria Math" panose="02040503050406030204" pitchFamily="18" charset="0"/>
                                  </a:rPr>
                                  <m:t>=</m:t>
                                </m:r>
                                <m:func>
                                  <m:funcPr>
                                    <m:ctrlPr>
                                      <a:rPr lang="en-US" altLang="ko-KR" sz="1400" i="1" smtClean="0">
                                        <a:latin typeface="Cambria Math" panose="02040503050406030204" pitchFamily="18" charset="0"/>
                                      </a:rPr>
                                    </m:ctrlPr>
                                  </m:funcPr>
                                  <m:fName>
                                    <m:limLow>
                                      <m:limLowPr>
                                        <m:ctrlPr>
                                          <a:rPr lang="en-US" altLang="ko-KR" sz="1400" i="1" smtClean="0">
                                            <a:latin typeface="Cambria Math" panose="02040503050406030204" pitchFamily="18" charset="0"/>
                                          </a:rPr>
                                        </m:ctrlPr>
                                      </m:limLowPr>
                                      <m:e>
                                        <m:r>
                                          <a:rPr lang="en-US" altLang="ko-KR" sz="1400" smtClean="0">
                                            <a:latin typeface="Cambria Math" panose="02040503050406030204" pitchFamily="18" charset="0"/>
                                          </a:rPr>
                                          <m:t>𝑙𝑖𝑚</m:t>
                                        </m:r>
                                      </m:e>
                                      <m:lim>
                                        <m:r>
                                          <a:rPr lang="en-US" altLang="ko-KR" sz="1400" smtClean="0">
                                            <a:latin typeface="Cambria Math" panose="02040503050406030204" pitchFamily="18" charset="0"/>
                                          </a:rPr>
                                          <m:t>h</m:t>
                                        </m:r>
                                        <m:r>
                                          <a:rPr lang="en-US" altLang="ko-KR" sz="1400" smtClean="0">
                                            <a:latin typeface="Cambria Math" panose="02040503050406030204" pitchFamily="18" charset="0"/>
                                          </a:rPr>
                                          <m:t>→0</m:t>
                                        </m:r>
                                      </m:lim>
                                    </m:limLow>
                                  </m:fName>
                                  <m:e>
                                    <m:f>
                                      <m:fPr>
                                        <m:ctrlPr>
                                          <a:rPr lang="en-US" altLang="ko-KR" sz="1400" i="1" smtClean="0">
                                            <a:latin typeface="Cambria Math" panose="02040503050406030204" pitchFamily="18" charset="0"/>
                                          </a:rPr>
                                        </m:ctrlPr>
                                      </m:fPr>
                                      <m:num>
                                        <m:sSup>
                                          <m:sSupPr>
                                            <m:ctrlPr>
                                              <a:rPr lang="en-US" altLang="ko-KR" sz="1400" i="1" smtClean="0">
                                                <a:latin typeface="Cambria Math" panose="02040503050406030204" pitchFamily="18" charset="0"/>
                                              </a:rPr>
                                            </m:ctrlPr>
                                          </m:sSupPr>
                                          <m:e>
                                            <m:r>
                                              <a:rPr lang="en-US" altLang="ko-KR" sz="1400" b="0" i="1" smtClean="0">
                                                <a:latin typeface="Cambria Math" panose="02040503050406030204" pitchFamily="18" charset="0"/>
                                              </a:rPr>
                                              <m:t>𝑒</m:t>
                                            </m:r>
                                          </m:e>
                                          <m:sup>
                                            <m:r>
                                              <a:rPr lang="en-US" altLang="ko-KR" sz="1400" b="0" i="1" smtClean="0">
                                                <a:latin typeface="Cambria Math" panose="02040503050406030204" pitchFamily="18" charset="0"/>
                                              </a:rPr>
                                              <m:t>𝑥</m:t>
                                            </m:r>
                                          </m:sup>
                                        </m:sSup>
                                        <m:d>
                                          <m:dPr>
                                            <m:ctrlPr>
                                              <a:rPr lang="en-US" altLang="ko-KR" sz="1400" i="1" smtClean="0">
                                                <a:latin typeface="Cambria Math" panose="02040503050406030204" pitchFamily="18" charset="0"/>
                                              </a:rPr>
                                            </m:ctrlPr>
                                          </m:dPr>
                                          <m:e>
                                            <m:sSup>
                                              <m:sSupPr>
                                                <m:ctrlPr>
                                                  <a:rPr lang="en-US" altLang="ko-KR" sz="1400" i="1" smtClean="0">
                                                    <a:latin typeface="Cambria Math" panose="02040503050406030204" pitchFamily="18" charset="0"/>
                                                  </a:rPr>
                                                </m:ctrlPr>
                                              </m:sSupPr>
                                              <m:e>
                                                <m:r>
                                                  <a:rPr lang="en-US" altLang="ko-KR" sz="1400" b="0" i="1" smtClean="0">
                                                    <a:latin typeface="Cambria Math" panose="02040503050406030204" pitchFamily="18" charset="0"/>
                                                  </a:rPr>
                                                  <m:t>𝑒</m:t>
                                                </m:r>
                                              </m:e>
                                              <m:sup>
                                                <m:r>
                                                  <a:rPr lang="en-US" altLang="ko-KR" sz="1400" b="0" i="1" smtClean="0">
                                                    <a:latin typeface="Cambria Math" panose="02040503050406030204" pitchFamily="18" charset="0"/>
                                                  </a:rPr>
                                                  <m:t>h</m:t>
                                                </m:r>
                                              </m:sup>
                                            </m:sSup>
                                            <m:r>
                                              <a:rPr lang="en-US" altLang="ko-KR" sz="1400" b="0" i="1" smtClean="0">
                                                <a:latin typeface="Cambria Math" panose="02040503050406030204" pitchFamily="18" charset="0"/>
                                              </a:rPr>
                                              <m:t>−1</m:t>
                                            </m:r>
                                          </m:e>
                                        </m:d>
                                      </m:num>
                                      <m:den>
                                        <m:r>
                                          <a:rPr lang="en-US" altLang="ko-KR" sz="1400" smtClean="0">
                                            <a:latin typeface="Cambria Math" panose="02040503050406030204" pitchFamily="18" charset="0"/>
                                          </a:rPr>
                                          <m:t>h</m:t>
                                        </m:r>
                                      </m:den>
                                    </m:f>
                                  </m:e>
                                </m:func>
                              </m:oMath>
                            </m:oMathPara>
                          </a14:m>
                          <a:endParaRPr lang="ko-KR" altLang="en-US"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9591821"/>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altLang="ko-KR" sz="1400" smtClean="0">
                                    <a:latin typeface="Cambria Math" panose="02040503050406030204" pitchFamily="18" charset="0"/>
                                  </a:rPr>
                                  <m:t>=</m:t>
                                </m:r>
                                <m:sSup>
                                  <m:sSupPr>
                                    <m:ctrlPr>
                                      <a:rPr lang="en-US" altLang="ko-KR" sz="1400" i="1" smtClean="0">
                                        <a:latin typeface="Cambria Math" panose="02040503050406030204" pitchFamily="18" charset="0"/>
                                      </a:rPr>
                                    </m:ctrlPr>
                                  </m:sSupPr>
                                  <m:e>
                                    <m:r>
                                      <a:rPr lang="en-US" altLang="ko-KR" sz="1400" b="0" i="1" smtClean="0">
                                        <a:latin typeface="Cambria Math" panose="02040503050406030204" pitchFamily="18" charset="0"/>
                                      </a:rPr>
                                      <m:t>𝑒</m:t>
                                    </m:r>
                                  </m:e>
                                  <m:sup>
                                    <m:r>
                                      <a:rPr lang="en-US" altLang="ko-KR" sz="1400" b="0" i="1" smtClean="0">
                                        <a:latin typeface="Cambria Math" panose="02040503050406030204" pitchFamily="18" charset="0"/>
                                      </a:rPr>
                                      <m:t>𝑥</m:t>
                                    </m:r>
                                  </m:sup>
                                </m:sSup>
                                <m:func>
                                  <m:funcPr>
                                    <m:ctrlPr>
                                      <a:rPr lang="en-US" altLang="ko-KR" sz="1400" i="1" smtClean="0">
                                        <a:latin typeface="Cambria Math" panose="02040503050406030204" pitchFamily="18" charset="0"/>
                                      </a:rPr>
                                    </m:ctrlPr>
                                  </m:funcPr>
                                  <m:fName>
                                    <m:limLow>
                                      <m:limLowPr>
                                        <m:ctrlPr>
                                          <a:rPr lang="en-US" altLang="ko-KR" sz="1400" i="1" smtClean="0">
                                            <a:latin typeface="Cambria Math" panose="02040503050406030204" pitchFamily="18" charset="0"/>
                                          </a:rPr>
                                        </m:ctrlPr>
                                      </m:limLowPr>
                                      <m:e>
                                        <m:r>
                                          <a:rPr lang="en-US" altLang="ko-KR" sz="1400" smtClean="0">
                                            <a:latin typeface="Cambria Math" panose="02040503050406030204" pitchFamily="18" charset="0"/>
                                          </a:rPr>
                                          <m:t>𝑙𝑖𝑚</m:t>
                                        </m:r>
                                      </m:e>
                                      <m:lim>
                                        <m:r>
                                          <a:rPr lang="en-US" altLang="ko-KR" sz="1400" smtClean="0">
                                            <a:latin typeface="Cambria Math" panose="02040503050406030204" pitchFamily="18" charset="0"/>
                                          </a:rPr>
                                          <m:t>h</m:t>
                                        </m:r>
                                        <m:r>
                                          <a:rPr lang="en-US" altLang="ko-KR" sz="1400" smtClean="0">
                                            <a:latin typeface="Cambria Math" panose="02040503050406030204" pitchFamily="18" charset="0"/>
                                          </a:rPr>
                                          <m:t>→0</m:t>
                                        </m:r>
                                      </m:lim>
                                    </m:limLow>
                                  </m:fName>
                                  <m:e>
                                    <m:f>
                                      <m:fPr>
                                        <m:ctrlPr>
                                          <a:rPr lang="en-US" altLang="ko-KR" sz="1400" i="1" smtClean="0">
                                            <a:latin typeface="Cambria Math" panose="02040503050406030204" pitchFamily="18" charset="0"/>
                                          </a:rPr>
                                        </m:ctrlPr>
                                      </m:fPr>
                                      <m:num>
                                        <m:sSup>
                                          <m:sSupPr>
                                            <m:ctrlPr>
                                              <a:rPr lang="en-US" altLang="ko-KR" sz="1400" i="1" smtClean="0">
                                                <a:latin typeface="Cambria Math" panose="02040503050406030204" pitchFamily="18" charset="0"/>
                                              </a:rPr>
                                            </m:ctrlPr>
                                          </m:sSupPr>
                                          <m:e>
                                            <m:r>
                                              <a:rPr lang="en-US" altLang="ko-KR" sz="1400" b="0" i="1" smtClean="0">
                                                <a:latin typeface="Cambria Math" panose="02040503050406030204" pitchFamily="18" charset="0"/>
                                              </a:rPr>
                                              <m:t>𝑒</m:t>
                                            </m:r>
                                          </m:e>
                                          <m:sup>
                                            <m:r>
                                              <a:rPr lang="en-US" altLang="ko-KR" sz="1400" b="0" i="1" smtClean="0">
                                                <a:latin typeface="Cambria Math" panose="02040503050406030204" pitchFamily="18" charset="0"/>
                                              </a:rPr>
                                              <m:t>h</m:t>
                                            </m:r>
                                          </m:sup>
                                        </m:sSup>
                                        <m:r>
                                          <a:rPr lang="en-US" altLang="ko-KR" sz="1400" b="0" i="1" smtClean="0">
                                            <a:latin typeface="Cambria Math" panose="02040503050406030204" pitchFamily="18" charset="0"/>
                                          </a:rPr>
                                          <m:t>−1</m:t>
                                        </m:r>
                                      </m:num>
                                      <m:den>
                                        <m:r>
                                          <a:rPr lang="en-US" altLang="ko-KR" sz="1400" smtClean="0">
                                            <a:latin typeface="Cambria Math" panose="02040503050406030204" pitchFamily="18" charset="0"/>
                                          </a:rPr>
                                          <m:t>h</m:t>
                                        </m:r>
                                      </m:den>
                                    </m:f>
                                  </m:e>
                                </m:func>
                              </m:oMath>
                            </m:oMathPara>
                          </a14:m>
                          <a:endParaRPr lang="ko-KR" altLang="en-US"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71924127"/>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altLang="ko-KR" sz="1400" smtClean="0">
                                    <a:latin typeface="Cambria Math" panose="02040503050406030204" pitchFamily="18" charset="0"/>
                                  </a:rPr>
                                  <m:t>=</m:t>
                                </m:r>
                                <m:sSup>
                                  <m:sSupPr>
                                    <m:ctrlPr>
                                      <a:rPr lang="en-US" altLang="ko-KR" sz="1400" i="1" smtClean="0">
                                        <a:latin typeface="Cambria Math" panose="02040503050406030204" pitchFamily="18" charset="0"/>
                                      </a:rPr>
                                    </m:ctrlPr>
                                  </m:sSupPr>
                                  <m:e>
                                    <m:r>
                                      <a:rPr lang="en-US" altLang="ko-KR" sz="1400" b="0" i="1" smtClean="0">
                                        <a:latin typeface="Cambria Math" panose="02040503050406030204" pitchFamily="18" charset="0"/>
                                      </a:rPr>
                                      <m:t>𝑒</m:t>
                                    </m:r>
                                  </m:e>
                                  <m:sup>
                                    <m:r>
                                      <a:rPr lang="en-US" altLang="ko-KR" sz="1400" b="0" i="1" smtClean="0">
                                        <a:latin typeface="Cambria Math" panose="02040503050406030204" pitchFamily="18" charset="0"/>
                                      </a:rPr>
                                      <m:t>𝑥</m:t>
                                    </m:r>
                                  </m:sup>
                                </m:sSup>
                                <m:func>
                                  <m:funcPr>
                                    <m:ctrlPr>
                                      <a:rPr lang="en-US" altLang="ko-KR" sz="1400" i="1" smtClean="0">
                                        <a:latin typeface="Cambria Math" panose="02040503050406030204" pitchFamily="18" charset="0"/>
                                      </a:rPr>
                                    </m:ctrlPr>
                                  </m:funcPr>
                                  <m:fName>
                                    <m:limLow>
                                      <m:limLowPr>
                                        <m:ctrlPr>
                                          <a:rPr lang="en-US" altLang="ko-KR" sz="1400" i="1" smtClean="0">
                                            <a:latin typeface="Cambria Math" panose="02040503050406030204" pitchFamily="18" charset="0"/>
                                          </a:rPr>
                                        </m:ctrlPr>
                                      </m:limLowPr>
                                      <m:e>
                                        <m:r>
                                          <a:rPr lang="en-US" altLang="ko-KR" sz="1400" smtClean="0">
                                            <a:latin typeface="Cambria Math" panose="02040503050406030204" pitchFamily="18" charset="0"/>
                                          </a:rPr>
                                          <m:t>𝑙𝑖𝑚</m:t>
                                        </m:r>
                                      </m:e>
                                      <m:lim>
                                        <m:r>
                                          <a:rPr lang="en-US" altLang="ko-KR" sz="1400" smtClean="0">
                                            <a:latin typeface="Cambria Math" panose="02040503050406030204" pitchFamily="18" charset="0"/>
                                          </a:rPr>
                                          <m:t>h</m:t>
                                        </m:r>
                                        <m:r>
                                          <a:rPr lang="en-US" altLang="ko-KR" sz="1400" smtClean="0">
                                            <a:latin typeface="Cambria Math" panose="02040503050406030204" pitchFamily="18" charset="0"/>
                                          </a:rPr>
                                          <m:t>→0</m:t>
                                        </m:r>
                                      </m:lim>
                                    </m:limLow>
                                  </m:fName>
                                  <m:e>
                                    <m:f>
                                      <m:fPr>
                                        <m:ctrlPr>
                                          <a:rPr lang="en-US" altLang="ko-KR" sz="1400" i="1" smtClean="0">
                                            <a:latin typeface="Cambria Math" panose="02040503050406030204" pitchFamily="18" charset="0"/>
                                          </a:rPr>
                                        </m:ctrlPr>
                                      </m:fPr>
                                      <m:num>
                                        <m:sSup>
                                          <m:sSupPr>
                                            <m:ctrlPr>
                                              <a:rPr lang="en-US" altLang="ko-KR" sz="1400" i="1" smtClean="0">
                                                <a:latin typeface="Cambria Math" panose="02040503050406030204" pitchFamily="18" charset="0"/>
                                              </a:rPr>
                                            </m:ctrlPr>
                                          </m:sSupPr>
                                          <m:e>
                                            <m:r>
                                              <a:rPr lang="en-US" altLang="ko-KR" sz="1400" b="0" i="1" smtClean="0">
                                                <a:latin typeface="Cambria Math" panose="02040503050406030204" pitchFamily="18" charset="0"/>
                                              </a:rPr>
                                              <m:t>𝑒</m:t>
                                            </m:r>
                                          </m:e>
                                          <m:sup>
                                            <m:r>
                                              <a:rPr lang="en-US" altLang="ko-KR" sz="1400" b="0" i="1" smtClean="0">
                                                <a:latin typeface="Cambria Math" panose="02040503050406030204" pitchFamily="18" charset="0"/>
                                              </a:rPr>
                                              <m:t>h</m:t>
                                            </m:r>
                                          </m:sup>
                                        </m:sSup>
                                        <m:r>
                                          <a:rPr lang="en-US" altLang="ko-KR" sz="1400" b="0" i="1" smtClean="0">
                                            <a:latin typeface="Cambria Math" panose="02040503050406030204" pitchFamily="18" charset="0"/>
                                          </a:rPr>
                                          <m:t>−1</m:t>
                                        </m:r>
                                      </m:num>
                                      <m:den>
                                        <m:r>
                                          <a:rPr lang="en-US" altLang="ko-KR" sz="1400" smtClean="0">
                                            <a:latin typeface="Cambria Math" panose="02040503050406030204" pitchFamily="18" charset="0"/>
                                          </a:rPr>
                                          <m:t>h</m:t>
                                        </m:r>
                                      </m:den>
                                    </m:f>
                                  </m:e>
                                </m:func>
                              </m:oMath>
                            </m:oMathPara>
                          </a14:m>
                          <a:endParaRPr lang="ko-KR" altLang="en-US"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33410646"/>
                      </a:ext>
                    </a:extLst>
                  </a:tr>
                </a:tbl>
              </a:graphicData>
            </a:graphic>
          </p:graphicFrame>
        </mc:Choice>
        <mc:Fallback xmlns="">
          <p:graphicFrame>
            <p:nvGraphicFramePr>
              <p:cNvPr id="10" name="표 9"/>
              <p:cNvGraphicFramePr>
                <a:graphicFrameLocks noGrp="1"/>
              </p:cNvGraphicFramePr>
              <p:nvPr>
                <p:extLst>
                  <p:ext uri="{D42A27DB-BD31-4B8C-83A1-F6EECF244321}">
                    <p14:modId xmlns:p14="http://schemas.microsoft.com/office/powerpoint/2010/main" val="726914131"/>
                  </p:ext>
                </p:extLst>
              </p:nvPr>
            </p:nvGraphicFramePr>
            <p:xfrm>
              <a:off x="930342" y="2531450"/>
              <a:ext cx="6019098" cy="3651053"/>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41513">
                    <a:tc>
                      <a:txBody>
                        <a:bodyPr/>
                        <a:lstStyle/>
                        <a:p>
                          <a:endParaRPr lang="ko-K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b="-471429"/>
                          </a:stretch>
                        </a:blipFill>
                      </a:tcPr>
                    </a:tc>
                    <a:extLst>
                      <a:ext uri="{0D108BD9-81ED-4DB2-BD59-A6C34878D82A}">
                        <a16:rowId xmlns:a16="http://schemas.microsoft.com/office/drawing/2014/main" val="1349850590"/>
                      </a:ext>
                    </a:extLst>
                  </a:tr>
                  <a:tr h="641513">
                    <a:tc>
                      <a:txBody>
                        <a:bodyPr/>
                        <a:lstStyle/>
                        <a:p>
                          <a:endParaRPr lang="ko-K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99057" b="-366981"/>
                          </a:stretch>
                        </a:blipFill>
                      </a:tcPr>
                    </a:tc>
                    <a:extLst>
                      <a:ext uri="{0D108BD9-81ED-4DB2-BD59-A6C34878D82A}">
                        <a16:rowId xmlns:a16="http://schemas.microsoft.com/office/drawing/2014/main" val="450883624"/>
                      </a:ext>
                    </a:extLst>
                  </a:tr>
                  <a:tr h="720358">
                    <a:tc>
                      <a:txBody>
                        <a:bodyPr/>
                        <a:lstStyle/>
                        <a:p>
                          <a:endParaRPr lang="ko-K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178814" b="-229661"/>
                          </a:stretch>
                        </a:blipFill>
                      </a:tcPr>
                    </a:tc>
                    <a:extLst>
                      <a:ext uri="{0D108BD9-81ED-4DB2-BD59-A6C34878D82A}">
                        <a16:rowId xmlns:a16="http://schemas.microsoft.com/office/drawing/2014/main" val="549591821"/>
                      </a:ext>
                    </a:extLst>
                  </a:tr>
                  <a:tr h="549223">
                    <a:tc>
                      <a:txBody>
                        <a:bodyPr/>
                        <a:lstStyle/>
                        <a:p>
                          <a:endParaRPr lang="ko-K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365556" b="-201111"/>
                          </a:stretch>
                        </a:blipFill>
                      </a:tcPr>
                    </a:tc>
                    <a:extLst>
                      <a:ext uri="{0D108BD9-81ED-4DB2-BD59-A6C34878D82A}">
                        <a16:rowId xmlns:a16="http://schemas.microsoft.com/office/drawing/2014/main" val="2571924127"/>
                      </a:ext>
                    </a:extLst>
                  </a:tr>
                  <a:tr h="549223">
                    <a:tc>
                      <a:txBody>
                        <a:bodyPr/>
                        <a:lstStyle/>
                        <a:p>
                          <a:endParaRPr lang="ko-K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460440" b="-98901"/>
                          </a:stretch>
                        </a:blipFill>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33410646"/>
                      </a:ext>
                    </a:extLst>
                  </a:tr>
                </a:tbl>
              </a:graphicData>
            </a:graphic>
          </p:graphicFrame>
        </mc:Fallback>
      </mc:AlternateContent>
      <mc:AlternateContent xmlns:mc="http://schemas.openxmlformats.org/markup-compatibility/2006" xmlns:a14="http://schemas.microsoft.com/office/drawing/2010/main">
        <mc:Choice Requires="a14">
          <p:sp>
            <p:nvSpPr>
              <p:cNvPr id="9" name="TextBox 8"/>
              <p:cNvSpPr txBox="1"/>
              <p:nvPr/>
            </p:nvSpPr>
            <p:spPr>
              <a:xfrm>
                <a:off x="918755" y="1506382"/>
                <a:ext cx="3462486" cy="307777"/>
              </a:xfrm>
              <a:prstGeom prst="rect">
                <a:avLst/>
              </a:prstGeom>
              <a:noFill/>
            </p:spPr>
            <p:txBody>
              <a:bodyPr wrap="none" lIns="0" tIns="0" rIns="0" bIns="0" rtlCol="0">
                <a:spAutoFit/>
              </a:bodyPr>
              <a:lstStyle/>
              <a:p>
                <a:r>
                  <a:rPr lang="ko-KR" altLang="en-US" sz="2000" dirty="0"/>
                  <a:t>④</a:t>
                </a:r>
                <a14:m>
                  <m:oMath xmlns:m="http://schemas.openxmlformats.org/officeDocument/2006/math">
                    <m:sSup>
                      <m:sSupPr>
                        <m:ctrlPr>
                          <a:rPr lang="en-US" altLang="ko-KR" sz="2000" i="1" smtClean="0">
                            <a:latin typeface="Cambria Math" panose="02040503050406030204" pitchFamily="18" charset="0"/>
                          </a:rPr>
                        </m:ctrlPr>
                      </m:sSupPr>
                      <m:e>
                        <m:r>
                          <a:rPr lang="en-US" altLang="ko-KR" sz="2000" b="0" i="1" smtClean="0">
                            <a:latin typeface="Cambria Math" panose="02040503050406030204" pitchFamily="18" charset="0"/>
                          </a:rPr>
                          <m:t>𝑓</m:t>
                        </m:r>
                      </m:e>
                      <m:sup>
                        <m:r>
                          <a:rPr lang="en-US" altLang="ko-KR" sz="2000" b="0" i="1" smtClean="0">
                            <a:latin typeface="Cambria Math" panose="02040503050406030204" pitchFamily="18" charset="0"/>
                          </a:rPr>
                          <m:t>′</m:t>
                        </m:r>
                      </m:sup>
                    </m:sSup>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sSup>
                      <m:sSupPr>
                        <m:ctrlPr>
                          <a:rPr lang="en-US" altLang="ko-KR" sz="2000" i="1">
                            <a:latin typeface="Cambria Math" panose="02040503050406030204" pitchFamily="18" charset="0"/>
                          </a:rPr>
                        </m:ctrlPr>
                      </m:sSupPr>
                      <m:e>
                        <m:r>
                          <a:rPr lang="en-US" altLang="ko-KR" sz="2000" b="0" i="1" smtClean="0">
                            <a:latin typeface="Cambria Math" panose="02040503050406030204" pitchFamily="18" charset="0"/>
                          </a:rPr>
                          <m:t>𝑒</m:t>
                        </m:r>
                      </m:e>
                      <m:sup>
                        <m:r>
                          <a:rPr lang="en-US" altLang="ko-KR" sz="2000" b="0" i="1" smtClean="0">
                            <a:latin typeface="Cambria Math" panose="02040503050406030204" pitchFamily="18" charset="0"/>
                          </a:rPr>
                          <m:t>𝑥</m:t>
                        </m:r>
                      </m:sup>
                    </m:sSup>
                    <m:r>
                      <a:rPr lang="en-US" altLang="ko-KR" sz="2000" b="0" i="1" smtClean="0">
                        <a:latin typeface="Cambria Math" panose="02040503050406030204" pitchFamily="18" charset="0"/>
                      </a:rPr>
                      <m:t>,  </m:t>
                    </m:r>
                    <m:r>
                      <a:rPr lang="en-US" altLang="ko-KR" sz="2000" i="1">
                        <a:latin typeface="Cambria Math" panose="02040503050406030204" pitchFamily="18" charset="0"/>
                      </a:rPr>
                      <m:t>𝑔𝑖𝑣𝑒𝑛</m:t>
                    </m:r>
                    <m:r>
                      <a:rPr lang="en-US" altLang="ko-KR" sz="2000" b="0" i="1" smtClean="0">
                        <a:latin typeface="Cambria Math" panose="02040503050406030204" pitchFamily="18" charset="0"/>
                      </a:rPr>
                      <m:t> </m:t>
                    </m:r>
                    <m:r>
                      <a:rPr lang="en-US" altLang="ko-KR" sz="2000" i="1">
                        <a:latin typeface="Cambria Math" panose="02040503050406030204" pitchFamily="18" charset="0"/>
                      </a:rPr>
                      <m:t>𝑓</m:t>
                    </m:r>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sSup>
                      <m:sSupPr>
                        <m:ctrlPr>
                          <a:rPr lang="en-US" altLang="ko-KR" sz="2000" i="1">
                            <a:latin typeface="Cambria Math" panose="02040503050406030204" pitchFamily="18" charset="0"/>
                          </a:rPr>
                        </m:ctrlPr>
                      </m:sSupPr>
                      <m:e>
                        <m:r>
                          <a:rPr lang="en-US" altLang="ko-KR" sz="2000" i="1">
                            <a:latin typeface="Cambria Math" panose="02040503050406030204" pitchFamily="18" charset="0"/>
                          </a:rPr>
                          <m:t>𝑒</m:t>
                        </m:r>
                      </m:e>
                      <m:sup>
                        <m:r>
                          <a:rPr lang="en-US" altLang="ko-KR" sz="2000" i="1">
                            <a:latin typeface="Cambria Math" panose="02040503050406030204" pitchFamily="18" charset="0"/>
                          </a:rPr>
                          <m:t>𝑥</m:t>
                        </m:r>
                      </m:sup>
                    </m:sSup>
                  </m:oMath>
                </a14:m>
                <a:endParaRPr lang="ko-KR" altLang="en-US" sz="2000" dirty="0"/>
              </a:p>
            </p:txBody>
          </p:sp>
        </mc:Choice>
        <mc:Fallback xmlns="">
          <p:sp>
            <p:nvSpPr>
              <p:cNvPr id="9" name="TextBox 8"/>
              <p:cNvSpPr txBox="1">
                <a:spLocks noRot="1" noChangeAspect="1" noMove="1" noResize="1" noEditPoints="1" noAdjustHandles="1" noChangeArrowheads="1" noChangeShapeType="1" noTextEdit="1"/>
              </p:cNvSpPr>
              <p:nvPr/>
            </p:nvSpPr>
            <p:spPr>
              <a:xfrm>
                <a:off x="918755" y="1506382"/>
                <a:ext cx="3462486" cy="307777"/>
              </a:xfrm>
              <a:prstGeom prst="rect">
                <a:avLst/>
              </a:prstGeom>
              <a:blipFill>
                <a:blip r:embed="rId4"/>
                <a:stretch>
                  <a:fillRect l="-4577" t="-29412" b="-45098"/>
                </a:stretch>
              </a:blipFill>
            </p:spPr>
            <p:txBody>
              <a:bodyPr/>
              <a:lstStyle/>
              <a:p>
                <a:r>
                  <a:rPr lang="ko-KR" altLang="en-US">
                    <a:noFill/>
                  </a:rPr>
                  <a:t> </a:t>
                </a:r>
              </a:p>
            </p:txBody>
          </p:sp>
        </mc:Fallback>
      </mc:AlternateContent>
      <p:sp>
        <p:nvSpPr>
          <p:cNvPr id="12" name="모서리가 둥근 직사각형 11"/>
          <p:cNvSpPr/>
          <p:nvPr/>
        </p:nvSpPr>
        <p:spPr>
          <a:xfrm>
            <a:off x="1412265" y="5095656"/>
            <a:ext cx="860671" cy="512664"/>
          </a:xfrm>
          <a:prstGeom prst="roundRect">
            <a:avLst/>
          </a:prstGeom>
          <a:noFill/>
          <a:ln>
            <a:solidFill>
              <a:srgbClr val="C0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mc:AlternateContent xmlns:mc="http://schemas.openxmlformats.org/markup-compatibility/2006" xmlns:a14="http://schemas.microsoft.com/office/drawing/2010/main">
        <mc:Choice Requires="a14">
          <p:sp>
            <p:nvSpPr>
              <p:cNvPr id="3" name="직사각형 2"/>
              <p:cNvSpPr/>
              <p:nvPr/>
            </p:nvSpPr>
            <p:spPr>
              <a:xfrm>
                <a:off x="2215298" y="5134434"/>
                <a:ext cx="1923860" cy="50731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ko-KR" sz="1200" i="1" smtClean="0">
                          <a:solidFill>
                            <a:srgbClr val="C00000"/>
                          </a:solidFill>
                          <a:latin typeface="Cambria Math" panose="02040503050406030204" pitchFamily="18" charset="0"/>
                        </a:rPr>
                        <m:t>𝑠𝑖𝑛𝑐𝑒</m:t>
                      </m:r>
                      <m:func>
                        <m:funcPr>
                          <m:ctrlPr>
                            <a:rPr lang="en-US" altLang="ko-KR" sz="1200" i="1">
                              <a:latin typeface="Cambria Math" panose="02040503050406030204" pitchFamily="18" charset="0"/>
                            </a:rPr>
                          </m:ctrlPr>
                        </m:funcPr>
                        <m:fName>
                          <m:r>
                            <a:rPr lang="ko-KR" altLang="en-US" sz="1200" i="1">
                              <a:latin typeface="Cambria Math" panose="02040503050406030204" pitchFamily="18" charset="0"/>
                            </a:rPr>
                            <m:t>③</m:t>
                          </m:r>
                          <m:r>
                            <a:rPr lang="en-US" altLang="ko-KR" sz="1200" b="0" i="1" smtClean="0">
                              <a:latin typeface="Cambria Math" panose="02040503050406030204" pitchFamily="18" charset="0"/>
                            </a:rPr>
                            <m:t> </m:t>
                          </m:r>
                          <m:limLow>
                            <m:limLowPr>
                              <m:ctrlPr>
                                <a:rPr lang="en-US" altLang="ko-KR" sz="1200" i="1">
                                  <a:latin typeface="Cambria Math" panose="02040503050406030204" pitchFamily="18" charset="0"/>
                                </a:rPr>
                              </m:ctrlPr>
                            </m:limLowPr>
                            <m:e>
                              <m:r>
                                <a:rPr lang="en-US" altLang="ko-KR" sz="1200" i="1">
                                  <a:latin typeface="Cambria Math" panose="02040503050406030204" pitchFamily="18" charset="0"/>
                                </a:rPr>
                                <m:t>𝑙𝑖𝑚</m:t>
                              </m:r>
                            </m:e>
                            <m:lim>
                              <m:r>
                                <a:rPr lang="en-US" altLang="ko-KR" sz="1200" i="1">
                                  <a:latin typeface="Cambria Math" panose="02040503050406030204" pitchFamily="18" charset="0"/>
                                </a:rPr>
                                <m:t>𝑥</m:t>
                              </m:r>
                              <m:r>
                                <a:rPr lang="en-US" altLang="ko-KR" sz="1200" i="1">
                                  <a:latin typeface="Cambria Math" panose="02040503050406030204" pitchFamily="18" charset="0"/>
                                </a:rPr>
                                <m:t>→0</m:t>
                              </m:r>
                            </m:lim>
                          </m:limLow>
                        </m:fName>
                        <m:e>
                          <m:d>
                            <m:dPr>
                              <m:ctrlPr>
                                <a:rPr lang="en-US" altLang="ko-KR" sz="1200" i="1">
                                  <a:latin typeface="Cambria Math" panose="02040503050406030204" pitchFamily="18" charset="0"/>
                                </a:rPr>
                              </m:ctrlPr>
                            </m:dPr>
                            <m:e>
                              <m:f>
                                <m:fPr>
                                  <m:ctrlPr>
                                    <a:rPr lang="en-US" altLang="ko-KR" sz="1200" i="1">
                                      <a:latin typeface="Cambria Math" panose="02040503050406030204" pitchFamily="18" charset="0"/>
                                    </a:rPr>
                                  </m:ctrlPr>
                                </m:fPr>
                                <m:num>
                                  <m:sSup>
                                    <m:sSupPr>
                                      <m:ctrlPr>
                                        <a:rPr lang="en-US" altLang="ko-KR" sz="1200" i="1">
                                          <a:latin typeface="Cambria Math" panose="02040503050406030204" pitchFamily="18" charset="0"/>
                                        </a:rPr>
                                      </m:ctrlPr>
                                    </m:sSupPr>
                                    <m:e>
                                      <m:r>
                                        <a:rPr lang="en-US" altLang="ko-KR" sz="1200" i="1">
                                          <a:latin typeface="Cambria Math" panose="02040503050406030204" pitchFamily="18" charset="0"/>
                                        </a:rPr>
                                        <m:t>𝑒</m:t>
                                      </m:r>
                                    </m:e>
                                    <m:sup>
                                      <m:r>
                                        <a:rPr lang="en-US" altLang="ko-KR" sz="1200" i="1">
                                          <a:latin typeface="Cambria Math" panose="02040503050406030204" pitchFamily="18" charset="0"/>
                                        </a:rPr>
                                        <m:t>𝑥</m:t>
                                      </m:r>
                                    </m:sup>
                                  </m:sSup>
                                  <m:r>
                                    <a:rPr lang="en-US" altLang="ko-KR" sz="1200" i="1">
                                      <a:latin typeface="Cambria Math" panose="02040503050406030204" pitchFamily="18" charset="0"/>
                                    </a:rPr>
                                    <m:t>−1</m:t>
                                  </m:r>
                                </m:num>
                                <m:den>
                                  <m:r>
                                    <a:rPr lang="en-US" altLang="ko-KR" sz="1200" i="1">
                                      <a:latin typeface="Cambria Math" panose="02040503050406030204" pitchFamily="18" charset="0"/>
                                    </a:rPr>
                                    <m:t>𝑥</m:t>
                                  </m:r>
                                </m:den>
                              </m:f>
                            </m:e>
                          </m:d>
                          <m:r>
                            <a:rPr lang="en-US" altLang="ko-KR" sz="1200" i="1">
                              <a:latin typeface="Cambria Math" panose="02040503050406030204" pitchFamily="18" charset="0"/>
                            </a:rPr>
                            <m:t>=</m:t>
                          </m:r>
                        </m:e>
                      </m:func>
                      <m:r>
                        <a:rPr lang="en-US" altLang="ko-KR" sz="1200" i="1">
                          <a:latin typeface="Cambria Math" panose="02040503050406030204" pitchFamily="18" charset="0"/>
                        </a:rPr>
                        <m:t>1</m:t>
                      </m:r>
                    </m:oMath>
                  </m:oMathPara>
                </a14:m>
                <a:endParaRPr lang="ko-KR" altLang="en-US" sz="1200" i="1" dirty="0"/>
              </a:p>
            </p:txBody>
          </p:sp>
        </mc:Choice>
        <mc:Fallback xmlns="">
          <p:sp>
            <p:nvSpPr>
              <p:cNvPr id="3" name="직사각형 2"/>
              <p:cNvSpPr>
                <a:spLocks noRot="1" noChangeAspect="1" noMove="1" noResize="1" noEditPoints="1" noAdjustHandles="1" noChangeArrowheads="1" noChangeShapeType="1" noTextEdit="1"/>
              </p:cNvSpPr>
              <p:nvPr/>
            </p:nvSpPr>
            <p:spPr>
              <a:xfrm>
                <a:off x="2215298" y="5134434"/>
                <a:ext cx="1923860" cy="507318"/>
              </a:xfrm>
              <a:prstGeom prst="rect">
                <a:avLst/>
              </a:prstGeom>
              <a:blipFill>
                <a:blip r:embed="rId5"/>
                <a:stretch>
                  <a:fillRect/>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296761258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mc:AlternateContent xmlns:mc="http://schemas.openxmlformats.org/markup-compatibility/2006" xmlns:a14="http://schemas.microsoft.com/office/drawing/2010/main">
        <mc:Choice Requires="a14">
          <p:graphicFrame>
            <p:nvGraphicFramePr>
              <p:cNvPr id="10" name="표 9"/>
              <p:cNvGraphicFramePr>
                <a:graphicFrameLocks noGrp="1"/>
              </p:cNvGraphicFramePr>
              <p:nvPr/>
            </p:nvGraphicFramePr>
            <p:xfrm>
              <a:off x="930342" y="2531450"/>
              <a:ext cx="6019098" cy="3651053"/>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4151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p>
                                  <m:sSupPr>
                                    <m:ctrlPr>
                                      <a:rPr lang="en-US" altLang="ko-KR" sz="1400" i="1" smtClean="0">
                                        <a:latin typeface="Cambria Math" panose="02040503050406030204" pitchFamily="18" charset="0"/>
                                      </a:rPr>
                                    </m:ctrlPr>
                                  </m:sSupPr>
                                  <m:e>
                                    <m:r>
                                      <a:rPr lang="en-US" altLang="ko-KR" sz="1400" b="0" i="1" smtClean="0">
                                        <a:latin typeface="Cambria Math" panose="02040503050406030204" pitchFamily="18" charset="0"/>
                                      </a:rPr>
                                      <m:t>𝑓</m:t>
                                    </m:r>
                                  </m:e>
                                  <m:sup>
                                    <m:r>
                                      <a:rPr lang="en-US" altLang="ko-KR" sz="1400" b="0" i="1" smtClean="0">
                                        <a:latin typeface="Cambria Math" panose="02040503050406030204" pitchFamily="18" charset="0"/>
                                      </a:rPr>
                                      <m:t>′</m:t>
                                    </m:r>
                                  </m:sup>
                                </m:sSup>
                                <m:d>
                                  <m:dPr>
                                    <m:ctrlPr>
                                      <a:rPr lang="en-US" altLang="ko-KR" sz="1400" i="1">
                                        <a:latin typeface="Cambria Math" panose="02040503050406030204" pitchFamily="18" charset="0"/>
                                      </a:rPr>
                                    </m:ctrlPr>
                                  </m:dPr>
                                  <m:e>
                                    <m:r>
                                      <a:rPr lang="en-US" altLang="ko-KR" sz="1400" i="1">
                                        <a:latin typeface="Cambria Math" panose="02040503050406030204" pitchFamily="18" charset="0"/>
                                      </a:rPr>
                                      <m:t>𝑥</m:t>
                                    </m:r>
                                  </m:e>
                                </m:d>
                                <m:r>
                                  <a:rPr lang="en-US" altLang="ko-KR" sz="1400" smtClean="0">
                                    <a:latin typeface="Cambria Math" panose="02040503050406030204" pitchFamily="18" charset="0"/>
                                  </a:rPr>
                                  <m:t>=</m:t>
                                </m:r>
                                <m:func>
                                  <m:funcPr>
                                    <m:ctrlPr>
                                      <a:rPr lang="en-US" altLang="ko-KR" sz="1400" i="1" smtClean="0">
                                        <a:latin typeface="Cambria Math" panose="02040503050406030204" pitchFamily="18" charset="0"/>
                                      </a:rPr>
                                    </m:ctrlPr>
                                  </m:funcPr>
                                  <m:fName>
                                    <m:limLow>
                                      <m:limLowPr>
                                        <m:ctrlPr>
                                          <a:rPr lang="en-US" altLang="ko-KR" sz="1400" i="1" smtClean="0">
                                            <a:latin typeface="Cambria Math" panose="02040503050406030204" pitchFamily="18" charset="0"/>
                                          </a:rPr>
                                        </m:ctrlPr>
                                      </m:limLowPr>
                                      <m:e>
                                        <m:r>
                                          <a:rPr lang="en-US" altLang="ko-KR" sz="1400" smtClean="0">
                                            <a:latin typeface="Cambria Math" panose="02040503050406030204" pitchFamily="18" charset="0"/>
                                          </a:rPr>
                                          <m:t>𝑙𝑖𝑚</m:t>
                                        </m:r>
                                      </m:e>
                                      <m:lim>
                                        <m:r>
                                          <a:rPr lang="en-US" altLang="ko-KR" sz="1400" smtClean="0">
                                            <a:latin typeface="Cambria Math" panose="02040503050406030204" pitchFamily="18" charset="0"/>
                                          </a:rPr>
                                          <m:t>h</m:t>
                                        </m:r>
                                        <m:r>
                                          <a:rPr lang="en-US" altLang="ko-KR" sz="1400" smtClean="0">
                                            <a:latin typeface="Cambria Math" panose="02040503050406030204" pitchFamily="18" charset="0"/>
                                          </a:rPr>
                                          <m:t>→0</m:t>
                                        </m:r>
                                      </m:lim>
                                    </m:limLow>
                                  </m:fName>
                                  <m:e>
                                    <m:f>
                                      <m:fPr>
                                        <m:ctrlPr>
                                          <a:rPr lang="en-US" altLang="ko-KR" sz="1400" i="1" smtClean="0">
                                            <a:latin typeface="Cambria Math" panose="02040503050406030204" pitchFamily="18" charset="0"/>
                                          </a:rPr>
                                        </m:ctrlPr>
                                      </m:fPr>
                                      <m:num>
                                        <m:r>
                                          <a:rPr lang="en-US" altLang="ko-KR" sz="1400" b="0" i="1" smtClean="0">
                                            <a:latin typeface="Cambria Math" panose="02040503050406030204" pitchFamily="18" charset="0"/>
                                          </a:rPr>
                                          <m:t>𝑓</m:t>
                                        </m:r>
                                        <m:d>
                                          <m:dPr>
                                            <m:ctrlPr>
                                              <a:rPr lang="en-US" altLang="ko-KR" sz="1400" i="1" smtClean="0">
                                                <a:latin typeface="Cambria Math" panose="02040503050406030204" pitchFamily="18" charset="0"/>
                                              </a:rPr>
                                            </m:ctrlPr>
                                          </m:dPr>
                                          <m:e>
                                            <m:r>
                                              <a:rPr lang="en-US" altLang="ko-KR" sz="1400" smtClean="0">
                                                <a:latin typeface="Cambria Math" panose="02040503050406030204" pitchFamily="18" charset="0"/>
                                              </a:rPr>
                                              <m:t>𝑥</m:t>
                                            </m:r>
                                            <m:r>
                                              <a:rPr lang="en-US" altLang="ko-KR" sz="1400" smtClean="0">
                                                <a:latin typeface="Cambria Math" panose="02040503050406030204" pitchFamily="18" charset="0"/>
                                              </a:rPr>
                                              <m:t>+</m:t>
                                            </m:r>
                                            <m:r>
                                              <a:rPr lang="en-US" altLang="ko-KR" sz="1400" smtClean="0">
                                                <a:latin typeface="Cambria Math" panose="02040503050406030204" pitchFamily="18" charset="0"/>
                                              </a:rPr>
                                              <m:t>h</m:t>
                                            </m:r>
                                          </m:e>
                                        </m:d>
                                        <m:r>
                                          <a:rPr lang="en-US" altLang="ko-KR" sz="1400" smtClean="0">
                                            <a:latin typeface="Cambria Math" panose="02040503050406030204" pitchFamily="18" charset="0"/>
                                          </a:rPr>
                                          <m:t>−</m:t>
                                        </m:r>
                                        <m:r>
                                          <a:rPr lang="en-US" altLang="ko-KR" sz="1400" b="0" i="1" smtClean="0">
                                            <a:latin typeface="Cambria Math" panose="02040503050406030204" pitchFamily="18" charset="0"/>
                                          </a:rPr>
                                          <m:t>𝑓</m:t>
                                        </m:r>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num>
                                      <m:den>
                                        <m:r>
                                          <a:rPr lang="en-US" altLang="ko-KR" sz="1400" smtClean="0">
                                            <a:latin typeface="Cambria Math" panose="02040503050406030204" pitchFamily="18" charset="0"/>
                                          </a:rPr>
                                          <m:t>h</m:t>
                                        </m:r>
                                      </m:den>
                                    </m:f>
                                  </m:e>
                                </m:func>
                              </m:oMath>
                            </m:oMathPara>
                          </a14:m>
                          <a:endParaRPr lang="ko-KR" altLang="en-US" sz="1400" i="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49850590"/>
                      </a:ext>
                    </a:extLst>
                  </a:tr>
                  <a:tr h="641513">
                    <a:tc>
                      <a:txBody>
                        <a:bodyPr/>
                        <a:lstStyle/>
                        <a:p>
                          <a:pPr algn="l" latinLnBrk="1"/>
                          <a14:m>
                            <m:oMathPara xmlns:m="http://schemas.openxmlformats.org/officeDocument/2006/math">
                              <m:oMathParaPr>
                                <m:jc m:val="left"/>
                              </m:oMathParaPr>
                              <m:oMath xmlns:m="http://schemas.openxmlformats.org/officeDocument/2006/math">
                                <m:r>
                                  <a:rPr lang="en-US" altLang="ko-KR" sz="1400" smtClean="0">
                                    <a:latin typeface="Cambria Math" panose="02040503050406030204" pitchFamily="18" charset="0"/>
                                  </a:rPr>
                                  <m:t>=</m:t>
                                </m:r>
                                <m:func>
                                  <m:funcPr>
                                    <m:ctrlPr>
                                      <a:rPr lang="en-US" altLang="ko-KR" sz="1400" i="1" smtClean="0">
                                        <a:latin typeface="Cambria Math" panose="02040503050406030204" pitchFamily="18" charset="0"/>
                                      </a:rPr>
                                    </m:ctrlPr>
                                  </m:funcPr>
                                  <m:fName>
                                    <m:limLow>
                                      <m:limLowPr>
                                        <m:ctrlPr>
                                          <a:rPr lang="en-US" altLang="ko-KR" sz="1400" i="1" smtClean="0">
                                            <a:latin typeface="Cambria Math" panose="02040503050406030204" pitchFamily="18" charset="0"/>
                                          </a:rPr>
                                        </m:ctrlPr>
                                      </m:limLowPr>
                                      <m:e>
                                        <m:r>
                                          <a:rPr lang="en-US" altLang="ko-KR" sz="1400" smtClean="0">
                                            <a:latin typeface="Cambria Math" panose="02040503050406030204" pitchFamily="18" charset="0"/>
                                          </a:rPr>
                                          <m:t>𝑙𝑖𝑚</m:t>
                                        </m:r>
                                      </m:e>
                                      <m:lim>
                                        <m:r>
                                          <a:rPr lang="en-US" altLang="ko-KR" sz="1400" smtClean="0">
                                            <a:latin typeface="Cambria Math" panose="02040503050406030204" pitchFamily="18" charset="0"/>
                                          </a:rPr>
                                          <m:t>h</m:t>
                                        </m:r>
                                        <m:r>
                                          <a:rPr lang="en-US" altLang="ko-KR" sz="1400" smtClean="0">
                                            <a:latin typeface="Cambria Math" panose="02040503050406030204" pitchFamily="18" charset="0"/>
                                          </a:rPr>
                                          <m:t>→0</m:t>
                                        </m:r>
                                      </m:lim>
                                    </m:limLow>
                                  </m:fName>
                                  <m:e>
                                    <m:f>
                                      <m:fPr>
                                        <m:ctrlPr>
                                          <a:rPr lang="en-US" altLang="ko-KR" sz="1400" i="1" smtClean="0">
                                            <a:latin typeface="Cambria Math" panose="02040503050406030204" pitchFamily="18" charset="0"/>
                                          </a:rPr>
                                        </m:ctrlPr>
                                      </m:fPr>
                                      <m:num>
                                        <m:sSup>
                                          <m:sSupPr>
                                            <m:ctrlPr>
                                              <a:rPr lang="en-US" altLang="ko-KR" sz="1400" i="1" smtClean="0">
                                                <a:latin typeface="Cambria Math" panose="02040503050406030204" pitchFamily="18" charset="0"/>
                                              </a:rPr>
                                            </m:ctrlPr>
                                          </m:sSupPr>
                                          <m:e>
                                            <m:r>
                                              <a:rPr lang="en-US" altLang="ko-KR" sz="1400" b="0" i="1" smtClean="0">
                                                <a:latin typeface="Cambria Math" panose="02040503050406030204" pitchFamily="18" charset="0"/>
                                              </a:rPr>
                                              <m:t>𝑒</m:t>
                                            </m:r>
                                          </m:e>
                                          <m:sup>
                                            <m:r>
                                              <a:rPr lang="en-US" altLang="ko-KR" sz="1400" b="0" i="1" smtClean="0">
                                                <a:latin typeface="Cambria Math" panose="02040503050406030204" pitchFamily="18" charset="0"/>
                                              </a:rPr>
                                              <m:t>𝑥</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h</m:t>
                                            </m:r>
                                          </m:sup>
                                        </m:sSup>
                                        <m:r>
                                          <a:rPr lang="en-US" altLang="ko-KR" sz="1400" smtClean="0">
                                            <a:latin typeface="Cambria Math" panose="02040503050406030204" pitchFamily="18" charset="0"/>
                                          </a:rPr>
                                          <m:t>−</m:t>
                                        </m:r>
                                        <m:sSup>
                                          <m:sSupPr>
                                            <m:ctrlPr>
                                              <a:rPr lang="en-US" altLang="ko-KR" sz="1400" i="1" smtClean="0">
                                                <a:latin typeface="Cambria Math" panose="02040503050406030204" pitchFamily="18" charset="0"/>
                                              </a:rPr>
                                            </m:ctrlPr>
                                          </m:sSupPr>
                                          <m:e>
                                            <m:r>
                                              <a:rPr lang="en-US" altLang="ko-KR" sz="1400" b="0" i="1" smtClean="0">
                                                <a:latin typeface="Cambria Math" panose="02040503050406030204" pitchFamily="18" charset="0"/>
                                              </a:rPr>
                                              <m:t>𝑒</m:t>
                                            </m:r>
                                          </m:e>
                                          <m:sup>
                                            <m:r>
                                              <a:rPr lang="en-US" altLang="ko-KR" sz="1400" b="0" i="1" smtClean="0">
                                                <a:latin typeface="Cambria Math" panose="02040503050406030204" pitchFamily="18" charset="0"/>
                                              </a:rPr>
                                              <m:t>𝑥</m:t>
                                            </m:r>
                                          </m:sup>
                                        </m:sSup>
                                      </m:num>
                                      <m:den>
                                        <m:r>
                                          <a:rPr lang="en-US" altLang="ko-KR" sz="1400" smtClean="0">
                                            <a:latin typeface="Cambria Math" panose="02040503050406030204" pitchFamily="18" charset="0"/>
                                          </a:rPr>
                                          <m:t>h</m:t>
                                        </m:r>
                                      </m:den>
                                    </m:f>
                                  </m:e>
                                </m:func>
                              </m:oMath>
                            </m:oMathPara>
                          </a14:m>
                          <a:endParaRPr lang="ko-KR" altLang="en-US"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50883624"/>
                      </a:ext>
                    </a:extLst>
                  </a:tr>
                  <a:tr h="72035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altLang="ko-KR" sz="1400" smtClean="0">
                                    <a:latin typeface="Cambria Math" panose="02040503050406030204" pitchFamily="18" charset="0"/>
                                  </a:rPr>
                                  <m:t>=</m:t>
                                </m:r>
                                <m:func>
                                  <m:funcPr>
                                    <m:ctrlPr>
                                      <a:rPr lang="en-US" altLang="ko-KR" sz="1400" i="1" smtClean="0">
                                        <a:latin typeface="Cambria Math" panose="02040503050406030204" pitchFamily="18" charset="0"/>
                                      </a:rPr>
                                    </m:ctrlPr>
                                  </m:funcPr>
                                  <m:fName>
                                    <m:limLow>
                                      <m:limLowPr>
                                        <m:ctrlPr>
                                          <a:rPr lang="en-US" altLang="ko-KR" sz="1400" i="1" smtClean="0">
                                            <a:latin typeface="Cambria Math" panose="02040503050406030204" pitchFamily="18" charset="0"/>
                                          </a:rPr>
                                        </m:ctrlPr>
                                      </m:limLowPr>
                                      <m:e>
                                        <m:r>
                                          <a:rPr lang="en-US" altLang="ko-KR" sz="1400" smtClean="0">
                                            <a:latin typeface="Cambria Math" panose="02040503050406030204" pitchFamily="18" charset="0"/>
                                          </a:rPr>
                                          <m:t>𝑙𝑖𝑚</m:t>
                                        </m:r>
                                      </m:e>
                                      <m:lim>
                                        <m:r>
                                          <a:rPr lang="en-US" altLang="ko-KR" sz="1400" smtClean="0">
                                            <a:latin typeface="Cambria Math" panose="02040503050406030204" pitchFamily="18" charset="0"/>
                                          </a:rPr>
                                          <m:t>h</m:t>
                                        </m:r>
                                        <m:r>
                                          <a:rPr lang="en-US" altLang="ko-KR" sz="1400" smtClean="0">
                                            <a:latin typeface="Cambria Math" panose="02040503050406030204" pitchFamily="18" charset="0"/>
                                          </a:rPr>
                                          <m:t>→0</m:t>
                                        </m:r>
                                      </m:lim>
                                    </m:limLow>
                                  </m:fName>
                                  <m:e>
                                    <m:f>
                                      <m:fPr>
                                        <m:ctrlPr>
                                          <a:rPr lang="en-US" altLang="ko-KR" sz="1400" i="1" smtClean="0">
                                            <a:latin typeface="Cambria Math" panose="02040503050406030204" pitchFamily="18" charset="0"/>
                                          </a:rPr>
                                        </m:ctrlPr>
                                      </m:fPr>
                                      <m:num>
                                        <m:sSup>
                                          <m:sSupPr>
                                            <m:ctrlPr>
                                              <a:rPr lang="en-US" altLang="ko-KR" sz="1400" i="1" smtClean="0">
                                                <a:latin typeface="Cambria Math" panose="02040503050406030204" pitchFamily="18" charset="0"/>
                                              </a:rPr>
                                            </m:ctrlPr>
                                          </m:sSupPr>
                                          <m:e>
                                            <m:r>
                                              <a:rPr lang="en-US" altLang="ko-KR" sz="1400" b="0" i="1" smtClean="0">
                                                <a:latin typeface="Cambria Math" panose="02040503050406030204" pitchFamily="18" charset="0"/>
                                              </a:rPr>
                                              <m:t>𝑒</m:t>
                                            </m:r>
                                          </m:e>
                                          <m:sup>
                                            <m:r>
                                              <a:rPr lang="en-US" altLang="ko-KR" sz="1400" b="0" i="1" smtClean="0">
                                                <a:latin typeface="Cambria Math" panose="02040503050406030204" pitchFamily="18" charset="0"/>
                                              </a:rPr>
                                              <m:t>𝑥</m:t>
                                            </m:r>
                                          </m:sup>
                                        </m:sSup>
                                        <m:d>
                                          <m:dPr>
                                            <m:ctrlPr>
                                              <a:rPr lang="en-US" altLang="ko-KR" sz="1400" i="1" smtClean="0">
                                                <a:latin typeface="Cambria Math" panose="02040503050406030204" pitchFamily="18" charset="0"/>
                                              </a:rPr>
                                            </m:ctrlPr>
                                          </m:dPr>
                                          <m:e>
                                            <m:sSup>
                                              <m:sSupPr>
                                                <m:ctrlPr>
                                                  <a:rPr lang="en-US" altLang="ko-KR" sz="1400" i="1" smtClean="0">
                                                    <a:latin typeface="Cambria Math" panose="02040503050406030204" pitchFamily="18" charset="0"/>
                                                  </a:rPr>
                                                </m:ctrlPr>
                                              </m:sSupPr>
                                              <m:e>
                                                <m:r>
                                                  <a:rPr lang="en-US" altLang="ko-KR" sz="1400" b="0" i="1" smtClean="0">
                                                    <a:latin typeface="Cambria Math" panose="02040503050406030204" pitchFamily="18" charset="0"/>
                                                  </a:rPr>
                                                  <m:t>𝑒</m:t>
                                                </m:r>
                                              </m:e>
                                              <m:sup>
                                                <m:r>
                                                  <a:rPr lang="en-US" altLang="ko-KR" sz="1400" b="0" i="1" smtClean="0">
                                                    <a:latin typeface="Cambria Math" panose="02040503050406030204" pitchFamily="18" charset="0"/>
                                                  </a:rPr>
                                                  <m:t>h</m:t>
                                                </m:r>
                                              </m:sup>
                                            </m:sSup>
                                            <m:r>
                                              <a:rPr lang="en-US" altLang="ko-KR" sz="1400" b="0" i="1" smtClean="0">
                                                <a:latin typeface="Cambria Math" panose="02040503050406030204" pitchFamily="18" charset="0"/>
                                              </a:rPr>
                                              <m:t>−1</m:t>
                                            </m:r>
                                          </m:e>
                                        </m:d>
                                      </m:num>
                                      <m:den>
                                        <m:r>
                                          <a:rPr lang="en-US" altLang="ko-KR" sz="1400" smtClean="0">
                                            <a:latin typeface="Cambria Math" panose="02040503050406030204" pitchFamily="18" charset="0"/>
                                          </a:rPr>
                                          <m:t>h</m:t>
                                        </m:r>
                                      </m:den>
                                    </m:f>
                                  </m:e>
                                </m:func>
                              </m:oMath>
                            </m:oMathPara>
                          </a14:m>
                          <a:endParaRPr lang="ko-KR" altLang="en-US"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9591821"/>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altLang="ko-KR" sz="1400" smtClean="0">
                                    <a:latin typeface="Cambria Math" panose="02040503050406030204" pitchFamily="18" charset="0"/>
                                  </a:rPr>
                                  <m:t>=</m:t>
                                </m:r>
                                <m:sSup>
                                  <m:sSupPr>
                                    <m:ctrlPr>
                                      <a:rPr lang="en-US" altLang="ko-KR" sz="1400" i="1" smtClean="0">
                                        <a:latin typeface="Cambria Math" panose="02040503050406030204" pitchFamily="18" charset="0"/>
                                      </a:rPr>
                                    </m:ctrlPr>
                                  </m:sSupPr>
                                  <m:e>
                                    <m:r>
                                      <a:rPr lang="en-US" altLang="ko-KR" sz="1400" b="0" i="1" smtClean="0">
                                        <a:latin typeface="Cambria Math" panose="02040503050406030204" pitchFamily="18" charset="0"/>
                                      </a:rPr>
                                      <m:t>𝑒</m:t>
                                    </m:r>
                                  </m:e>
                                  <m:sup>
                                    <m:r>
                                      <a:rPr lang="en-US" altLang="ko-KR" sz="1400" b="0" i="1" smtClean="0">
                                        <a:latin typeface="Cambria Math" panose="02040503050406030204" pitchFamily="18" charset="0"/>
                                      </a:rPr>
                                      <m:t>𝑥</m:t>
                                    </m:r>
                                  </m:sup>
                                </m:sSup>
                                <m:func>
                                  <m:funcPr>
                                    <m:ctrlPr>
                                      <a:rPr lang="en-US" altLang="ko-KR" sz="1400" i="1" smtClean="0">
                                        <a:latin typeface="Cambria Math" panose="02040503050406030204" pitchFamily="18" charset="0"/>
                                      </a:rPr>
                                    </m:ctrlPr>
                                  </m:funcPr>
                                  <m:fName>
                                    <m:limLow>
                                      <m:limLowPr>
                                        <m:ctrlPr>
                                          <a:rPr lang="en-US" altLang="ko-KR" sz="1400" i="1" smtClean="0">
                                            <a:latin typeface="Cambria Math" panose="02040503050406030204" pitchFamily="18" charset="0"/>
                                          </a:rPr>
                                        </m:ctrlPr>
                                      </m:limLowPr>
                                      <m:e>
                                        <m:r>
                                          <a:rPr lang="en-US" altLang="ko-KR" sz="1400" smtClean="0">
                                            <a:latin typeface="Cambria Math" panose="02040503050406030204" pitchFamily="18" charset="0"/>
                                          </a:rPr>
                                          <m:t>𝑙𝑖𝑚</m:t>
                                        </m:r>
                                      </m:e>
                                      <m:lim>
                                        <m:r>
                                          <a:rPr lang="en-US" altLang="ko-KR" sz="1400" smtClean="0">
                                            <a:latin typeface="Cambria Math" panose="02040503050406030204" pitchFamily="18" charset="0"/>
                                          </a:rPr>
                                          <m:t>h</m:t>
                                        </m:r>
                                        <m:r>
                                          <a:rPr lang="en-US" altLang="ko-KR" sz="1400" smtClean="0">
                                            <a:latin typeface="Cambria Math" panose="02040503050406030204" pitchFamily="18" charset="0"/>
                                          </a:rPr>
                                          <m:t>→0</m:t>
                                        </m:r>
                                      </m:lim>
                                    </m:limLow>
                                  </m:fName>
                                  <m:e>
                                    <m:f>
                                      <m:fPr>
                                        <m:ctrlPr>
                                          <a:rPr lang="en-US" altLang="ko-KR" sz="1400" i="1" smtClean="0">
                                            <a:latin typeface="Cambria Math" panose="02040503050406030204" pitchFamily="18" charset="0"/>
                                          </a:rPr>
                                        </m:ctrlPr>
                                      </m:fPr>
                                      <m:num>
                                        <m:sSup>
                                          <m:sSupPr>
                                            <m:ctrlPr>
                                              <a:rPr lang="en-US" altLang="ko-KR" sz="1400" i="1" smtClean="0">
                                                <a:latin typeface="Cambria Math" panose="02040503050406030204" pitchFamily="18" charset="0"/>
                                              </a:rPr>
                                            </m:ctrlPr>
                                          </m:sSupPr>
                                          <m:e>
                                            <m:r>
                                              <a:rPr lang="en-US" altLang="ko-KR" sz="1400" b="0" i="1" smtClean="0">
                                                <a:latin typeface="Cambria Math" panose="02040503050406030204" pitchFamily="18" charset="0"/>
                                              </a:rPr>
                                              <m:t>𝑒</m:t>
                                            </m:r>
                                          </m:e>
                                          <m:sup>
                                            <m:r>
                                              <a:rPr lang="en-US" altLang="ko-KR" sz="1400" b="0" i="1" smtClean="0">
                                                <a:latin typeface="Cambria Math" panose="02040503050406030204" pitchFamily="18" charset="0"/>
                                              </a:rPr>
                                              <m:t>h</m:t>
                                            </m:r>
                                          </m:sup>
                                        </m:sSup>
                                        <m:r>
                                          <a:rPr lang="en-US" altLang="ko-KR" sz="1400" b="0" i="1" smtClean="0">
                                            <a:latin typeface="Cambria Math" panose="02040503050406030204" pitchFamily="18" charset="0"/>
                                          </a:rPr>
                                          <m:t>−1</m:t>
                                        </m:r>
                                      </m:num>
                                      <m:den>
                                        <m:r>
                                          <a:rPr lang="en-US" altLang="ko-KR" sz="1400" smtClean="0">
                                            <a:latin typeface="Cambria Math" panose="02040503050406030204" pitchFamily="18" charset="0"/>
                                          </a:rPr>
                                          <m:t>h</m:t>
                                        </m:r>
                                      </m:den>
                                    </m:f>
                                  </m:e>
                                </m:func>
                              </m:oMath>
                            </m:oMathPara>
                          </a14:m>
                          <a:endParaRPr lang="ko-KR" altLang="en-US"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71924127"/>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altLang="ko-KR" sz="1400" smtClean="0">
                                    <a:latin typeface="Cambria Math" panose="02040503050406030204" pitchFamily="18" charset="0"/>
                                  </a:rPr>
                                  <m:t>=</m:t>
                                </m:r>
                                <m:sSup>
                                  <m:sSupPr>
                                    <m:ctrlPr>
                                      <a:rPr lang="en-US" altLang="ko-KR" sz="1400" i="1" smtClean="0">
                                        <a:latin typeface="Cambria Math" panose="02040503050406030204" pitchFamily="18" charset="0"/>
                                      </a:rPr>
                                    </m:ctrlPr>
                                  </m:sSupPr>
                                  <m:e>
                                    <m:r>
                                      <a:rPr lang="en-US" altLang="ko-KR" sz="1400" b="0" i="1" smtClean="0">
                                        <a:latin typeface="Cambria Math" panose="02040503050406030204" pitchFamily="18" charset="0"/>
                                      </a:rPr>
                                      <m:t>𝑒</m:t>
                                    </m:r>
                                  </m:e>
                                  <m:sup>
                                    <m:r>
                                      <a:rPr lang="en-US" altLang="ko-KR" sz="1400" b="0" i="1" smtClean="0">
                                        <a:latin typeface="Cambria Math" panose="02040503050406030204" pitchFamily="18" charset="0"/>
                                      </a:rPr>
                                      <m:t>𝑥</m:t>
                                    </m:r>
                                  </m:sup>
                                </m:sSup>
                                <m:func>
                                  <m:funcPr>
                                    <m:ctrlPr>
                                      <a:rPr lang="en-US" altLang="ko-KR" sz="1400" i="1" smtClean="0">
                                        <a:latin typeface="Cambria Math" panose="02040503050406030204" pitchFamily="18" charset="0"/>
                                      </a:rPr>
                                    </m:ctrlPr>
                                  </m:funcPr>
                                  <m:fName>
                                    <m:limLow>
                                      <m:limLowPr>
                                        <m:ctrlPr>
                                          <a:rPr lang="en-US" altLang="ko-KR" sz="1400" i="1" smtClean="0">
                                            <a:latin typeface="Cambria Math" panose="02040503050406030204" pitchFamily="18" charset="0"/>
                                          </a:rPr>
                                        </m:ctrlPr>
                                      </m:limLowPr>
                                      <m:e>
                                        <m:r>
                                          <a:rPr lang="en-US" altLang="ko-KR" sz="1400" smtClean="0">
                                            <a:latin typeface="Cambria Math" panose="02040503050406030204" pitchFamily="18" charset="0"/>
                                          </a:rPr>
                                          <m:t>𝑙𝑖𝑚</m:t>
                                        </m:r>
                                      </m:e>
                                      <m:lim>
                                        <m:r>
                                          <a:rPr lang="en-US" altLang="ko-KR" sz="1400" smtClean="0">
                                            <a:latin typeface="Cambria Math" panose="02040503050406030204" pitchFamily="18" charset="0"/>
                                          </a:rPr>
                                          <m:t>h</m:t>
                                        </m:r>
                                        <m:r>
                                          <a:rPr lang="en-US" altLang="ko-KR" sz="1400" smtClean="0">
                                            <a:latin typeface="Cambria Math" panose="02040503050406030204" pitchFamily="18" charset="0"/>
                                          </a:rPr>
                                          <m:t>→0</m:t>
                                        </m:r>
                                      </m:lim>
                                    </m:limLow>
                                  </m:fName>
                                  <m:e>
                                    <m:f>
                                      <m:fPr>
                                        <m:ctrlPr>
                                          <a:rPr lang="en-US" altLang="ko-KR" sz="1400" i="1" smtClean="0">
                                            <a:latin typeface="Cambria Math" panose="02040503050406030204" pitchFamily="18" charset="0"/>
                                          </a:rPr>
                                        </m:ctrlPr>
                                      </m:fPr>
                                      <m:num>
                                        <m:sSup>
                                          <m:sSupPr>
                                            <m:ctrlPr>
                                              <a:rPr lang="en-US" altLang="ko-KR" sz="1400" i="1" smtClean="0">
                                                <a:latin typeface="Cambria Math" panose="02040503050406030204" pitchFamily="18" charset="0"/>
                                              </a:rPr>
                                            </m:ctrlPr>
                                          </m:sSupPr>
                                          <m:e>
                                            <m:r>
                                              <a:rPr lang="en-US" altLang="ko-KR" sz="1400" b="0" i="1" smtClean="0">
                                                <a:latin typeface="Cambria Math" panose="02040503050406030204" pitchFamily="18" charset="0"/>
                                              </a:rPr>
                                              <m:t>𝑒</m:t>
                                            </m:r>
                                          </m:e>
                                          <m:sup>
                                            <m:r>
                                              <a:rPr lang="en-US" altLang="ko-KR" sz="1400" b="0" i="1" smtClean="0">
                                                <a:latin typeface="Cambria Math" panose="02040503050406030204" pitchFamily="18" charset="0"/>
                                              </a:rPr>
                                              <m:t>h</m:t>
                                            </m:r>
                                          </m:sup>
                                        </m:sSup>
                                        <m:r>
                                          <a:rPr lang="en-US" altLang="ko-KR" sz="1400" b="0" i="1" smtClean="0">
                                            <a:latin typeface="Cambria Math" panose="02040503050406030204" pitchFamily="18" charset="0"/>
                                          </a:rPr>
                                          <m:t>−1</m:t>
                                        </m:r>
                                      </m:num>
                                      <m:den>
                                        <m:r>
                                          <a:rPr lang="en-US" altLang="ko-KR" sz="1400" smtClean="0">
                                            <a:latin typeface="Cambria Math" panose="02040503050406030204" pitchFamily="18" charset="0"/>
                                          </a:rPr>
                                          <m:t>h</m:t>
                                        </m:r>
                                      </m:den>
                                    </m:f>
                                  </m:e>
                                </m:func>
                              </m:oMath>
                            </m:oMathPara>
                          </a14:m>
                          <a:endParaRPr lang="ko-KR" altLang="en-US"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altLang="ko-KR" sz="1400" smtClean="0">
                                    <a:latin typeface="Cambria Math" panose="02040503050406030204" pitchFamily="18" charset="0"/>
                                  </a:rPr>
                                  <m:t>=</m:t>
                                </m:r>
                                <m:sSup>
                                  <m:sSupPr>
                                    <m:ctrlPr>
                                      <a:rPr lang="en-US" altLang="ko-KR" sz="1400" i="1" smtClean="0">
                                        <a:latin typeface="Cambria Math" panose="02040503050406030204" pitchFamily="18" charset="0"/>
                                      </a:rPr>
                                    </m:ctrlPr>
                                  </m:sSupPr>
                                  <m:e>
                                    <m:r>
                                      <a:rPr lang="en-US" altLang="ko-KR" sz="1400" b="0" i="1" smtClean="0">
                                        <a:latin typeface="Cambria Math" panose="02040503050406030204" pitchFamily="18" charset="0"/>
                                      </a:rPr>
                                      <m:t>𝑒</m:t>
                                    </m:r>
                                  </m:e>
                                  <m:sup>
                                    <m:r>
                                      <a:rPr lang="en-US" altLang="ko-KR" sz="1400" b="0" i="1" smtClean="0">
                                        <a:latin typeface="Cambria Math" panose="02040503050406030204" pitchFamily="18" charset="0"/>
                                      </a:rPr>
                                      <m:t>𝑥</m:t>
                                    </m:r>
                                  </m:sup>
                                </m:sSup>
                                <m:r>
                                  <a:rPr lang="en-US" altLang="ko-KR" sz="1400" b="0" i="1" smtClean="0">
                                    <a:latin typeface="Cambria Math" panose="02040503050406030204" pitchFamily="18" charset="0"/>
                                    <a:ea typeface="Cambria Math" panose="02040503050406030204" pitchFamily="18" charset="0"/>
                                  </a:rPr>
                                  <m:t>×1=</m:t>
                                </m:r>
                                <m:sSup>
                                  <m:sSupPr>
                                    <m:ctrlPr>
                                      <a:rPr lang="en-US" altLang="ko-KR" sz="1400" i="1" smtClean="0">
                                        <a:latin typeface="Cambria Math" panose="02040503050406030204" pitchFamily="18" charset="0"/>
                                      </a:rPr>
                                    </m:ctrlPr>
                                  </m:sSupPr>
                                  <m:e>
                                    <m:r>
                                      <a:rPr lang="en-US" altLang="ko-KR" sz="1400" b="0" i="1" smtClean="0">
                                        <a:latin typeface="Cambria Math" panose="02040503050406030204" pitchFamily="18" charset="0"/>
                                      </a:rPr>
                                      <m:t>𝑒</m:t>
                                    </m:r>
                                  </m:e>
                                  <m:sup>
                                    <m:r>
                                      <a:rPr lang="en-US" altLang="ko-KR" sz="1400" b="0" i="1" smtClean="0">
                                        <a:latin typeface="Cambria Math" panose="02040503050406030204" pitchFamily="18" charset="0"/>
                                      </a:rPr>
                                      <m:t>𝑥</m:t>
                                    </m:r>
                                  </m:sup>
                                </m:sSup>
                              </m:oMath>
                            </m:oMathPara>
                          </a14:m>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33410646"/>
                      </a:ext>
                    </a:extLst>
                  </a:tr>
                </a:tbl>
              </a:graphicData>
            </a:graphic>
          </p:graphicFrame>
        </mc:Choice>
        <mc:Fallback xmlns="">
          <p:graphicFrame>
            <p:nvGraphicFramePr>
              <p:cNvPr id="10" name="표 9"/>
              <p:cNvGraphicFramePr>
                <a:graphicFrameLocks noGrp="1"/>
              </p:cNvGraphicFramePr>
              <p:nvPr>
                <p:extLst>
                  <p:ext uri="{D42A27DB-BD31-4B8C-83A1-F6EECF244321}">
                    <p14:modId xmlns:p14="http://schemas.microsoft.com/office/powerpoint/2010/main" val="2273616786"/>
                  </p:ext>
                </p:extLst>
              </p:nvPr>
            </p:nvGraphicFramePr>
            <p:xfrm>
              <a:off x="930342" y="2531450"/>
              <a:ext cx="6019098" cy="3651053"/>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41513">
                    <a:tc>
                      <a:txBody>
                        <a:bodyPr/>
                        <a:lstStyle/>
                        <a:p>
                          <a:endParaRPr lang="ko-K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b="-471429"/>
                          </a:stretch>
                        </a:blipFill>
                      </a:tcPr>
                    </a:tc>
                    <a:extLst>
                      <a:ext uri="{0D108BD9-81ED-4DB2-BD59-A6C34878D82A}">
                        <a16:rowId xmlns:a16="http://schemas.microsoft.com/office/drawing/2014/main" val="1349850590"/>
                      </a:ext>
                    </a:extLst>
                  </a:tr>
                  <a:tr h="641513">
                    <a:tc>
                      <a:txBody>
                        <a:bodyPr/>
                        <a:lstStyle/>
                        <a:p>
                          <a:endParaRPr lang="ko-K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99057" b="-366981"/>
                          </a:stretch>
                        </a:blipFill>
                      </a:tcPr>
                    </a:tc>
                    <a:extLst>
                      <a:ext uri="{0D108BD9-81ED-4DB2-BD59-A6C34878D82A}">
                        <a16:rowId xmlns:a16="http://schemas.microsoft.com/office/drawing/2014/main" val="450883624"/>
                      </a:ext>
                    </a:extLst>
                  </a:tr>
                  <a:tr h="720358">
                    <a:tc>
                      <a:txBody>
                        <a:bodyPr/>
                        <a:lstStyle/>
                        <a:p>
                          <a:endParaRPr lang="ko-K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178814" b="-229661"/>
                          </a:stretch>
                        </a:blipFill>
                      </a:tcPr>
                    </a:tc>
                    <a:extLst>
                      <a:ext uri="{0D108BD9-81ED-4DB2-BD59-A6C34878D82A}">
                        <a16:rowId xmlns:a16="http://schemas.microsoft.com/office/drawing/2014/main" val="549591821"/>
                      </a:ext>
                    </a:extLst>
                  </a:tr>
                  <a:tr h="549223">
                    <a:tc>
                      <a:txBody>
                        <a:bodyPr/>
                        <a:lstStyle/>
                        <a:p>
                          <a:endParaRPr lang="ko-K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365556" b="-201111"/>
                          </a:stretch>
                        </a:blipFill>
                      </a:tcPr>
                    </a:tc>
                    <a:extLst>
                      <a:ext uri="{0D108BD9-81ED-4DB2-BD59-A6C34878D82A}">
                        <a16:rowId xmlns:a16="http://schemas.microsoft.com/office/drawing/2014/main" val="2571924127"/>
                      </a:ext>
                    </a:extLst>
                  </a:tr>
                  <a:tr h="549223">
                    <a:tc>
                      <a:txBody>
                        <a:bodyPr/>
                        <a:lstStyle/>
                        <a:p>
                          <a:endParaRPr lang="ko-K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460440" b="-98901"/>
                          </a:stretch>
                        </a:blipFill>
                      </a:tcPr>
                    </a:tc>
                    <a:extLst>
                      <a:ext uri="{0D108BD9-81ED-4DB2-BD59-A6C34878D82A}">
                        <a16:rowId xmlns:a16="http://schemas.microsoft.com/office/drawing/2014/main" val="2867915854"/>
                      </a:ext>
                    </a:extLst>
                  </a:tr>
                  <a:tr h="549223">
                    <a:tc>
                      <a:txBody>
                        <a:bodyPr/>
                        <a:lstStyle/>
                        <a:p>
                          <a:endParaRPr lang="ko-K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566667"/>
                          </a:stretch>
                        </a:blipFill>
                      </a:tcPr>
                    </a:tc>
                    <a:extLst>
                      <a:ext uri="{0D108BD9-81ED-4DB2-BD59-A6C34878D82A}">
                        <a16:rowId xmlns:a16="http://schemas.microsoft.com/office/drawing/2014/main" val="2333410646"/>
                      </a:ext>
                    </a:extLst>
                  </a:tr>
                </a:tbl>
              </a:graphicData>
            </a:graphic>
          </p:graphicFrame>
        </mc:Fallback>
      </mc:AlternateContent>
      <mc:AlternateContent xmlns:mc="http://schemas.openxmlformats.org/markup-compatibility/2006" xmlns:a14="http://schemas.microsoft.com/office/drawing/2010/main">
        <mc:Choice Requires="a14">
          <p:sp>
            <p:nvSpPr>
              <p:cNvPr id="9" name="TextBox 8"/>
              <p:cNvSpPr txBox="1"/>
              <p:nvPr/>
            </p:nvSpPr>
            <p:spPr>
              <a:xfrm>
                <a:off x="918755" y="1506382"/>
                <a:ext cx="3462486" cy="307777"/>
              </a:xfrm>
              <a:prstGeom prst="rect">
                <a:avLst/>
              </a:prstGeom>
              <a:noFill/>
            </p:spPr>
            <p:txBody>
              <a:bodyPr wrap="none" lIns="0" tIns="0" rIns="0" bIns="0" rtlCol="0">
                <a:spAutoFit/>
              </a:bodyPr>
              <a:lstStyle/>
              <a:p>
                <a:r>
                  <a:rPr lang="ko-KR" altLang="en-US" sz="2000" dirty="0"/>
                  <a:t>④</a:t>
                </a:r>
                <a14:m>
                  <m:oMath xmlns:m="http://schemas.openxmlformats.org/officeDocument/2006/math">
                    <m:sSup>
                      <m:sSupPr>
                        <m:ctrlPr>
                          <a:rPr lang="en-US" altLang="ko-KR" sz="2000" i="1" smtClean="0">
                            <a:latin typeface="Cambria Math" panose="02040503050406030204" pitchFamily="18" charset="0"/>
                          </a:rPr>
                        </m:ctrlPr>
                      </m:sSupPr>
                      <m:e>
                        <m:r>
                          <a:rPr lang="en-US" altLang="ko-KR" sz="2000" b="0" i="1" smtClean="0">
                            <a:latin typeface="Cambria Math" panose="02040503050406030204" pitchFamily="18" charset="0"/>
                          </a:rPr>
                          <m:t>𝑓</m:t>
                        </m:r>
                      </m:e>
                      <m:sup>
                        <m:r>
                          <a:rPr lang="en-US" altLang="ko-KR" sz="2000" b="0" i="1" smtClean="0">
                            <a:latin typeface="Cambria Math" panose="02040503050406030204" pitchFamily="18" charset="0"/>
                          </a:rPr>
                          <m:t>′</m:t>
                        </m:r>
                      </m:sup>
                    </m:sSup>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sSup>
                      <m:sSupPr>
                        <m:ctrlPr>
                          <a:rPr lang="en-US" altLang="ko-KR" sz="2000" i="1">
                            <a:latin typeface="Cambria Math" panose="02040503050406030204" pitchFamily="18" charset="0"/>
                          </a:rPr>
                        </m:ctrlPr>
                      </m:sSupPr>
                      <m:e>
                        <m:r>
                          <a:rPr lang="en-US" altLang="ko-KR" sz="2000" b="0" i="1" smtClean="0">
                            <a:latin typeface="Cambria Math" panose="02040503050406030204" pitchFamily="18" charset="0"/>
                          </a:rPr>
                          <m:t>𝑒</m:t>
                        </m:r>
                      </m:e>
                      <m:sup>
                        <m:r>
                          <a:rPr lang="en-US" altLang="ko-KR" sz="2000" b="0" i="1" smtClean="0">
                            <a:latin typeface="Cambria Math" panose="02040503050406030204" pitchFamily="18" charset="0"/>
                          </a:rPr>
                          <m:t>𝑥</m:t>
                        </m:r>
                      </m:sup>
                    </m:sSup>
                    <m:r>
                      <a:rPr lang="en-US" altLang="ko-KR" sz="2000" b="0" i="1" smtClean="0">
                        <a:latin typeface="Cambria Math" panose="02040503050406030204" pitchFamily="18" charset="0"/>
                      </a:rPr>
                      <m:t>,  </m:t>
                    </m:r>
                    <m:r>
                      <a:rPr lang="en-US" altLang="ko-KR" sz="2000" i="1">
                        <a:latin typeface="Cambria Math" panose="02040503050406030204" pitchFamily="18" charset="0"/>
                      </a:rPr>
                      <m:t>𝑔𝑖𝑣𝑒𝑛</m:t>
                    </m:r>
                    <m:r>
                      <a:rPr lang="en-US" altLang="ko-KR" sz="2000" b="0" i="1" smtClean="0">
                        <a:latin typeface="Cambria Math" panose="02040503050406030204" pitchFamily="18" charset="0"/>
                      </a:rPr>
                      <m:t> </m:t>
                    </m:r>
                    <m:r>
                      <a:rPr lang="en-US" altLang="ko-KR" sz="2000" i="1">
                        <a:latin typeface="Cambria Math" panose="02040503050406030204" pitchFamily="18" charset="0"/>
                      </a:rPr>
                      <m:t>𝑓</m:t>
                    </m:r>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sSup>
                      <m:sSupPr>
                        <m:ctrlPr>
                          <a:rPr lang="en-US" altLang="ko-KR" sz="2000" i="1">
                            <a:latin typeface="Cambria Math" panose="02040503050406030204" pitchFamily="18" charset="0"/>
                          </a:rPr>
                        </m:ctrlPr>
                      </m:sSupPr>
                      <m:e>
                        <m:r>
                          <a:rPr lang="en-US" altLang="ko-KR" sz="2000" i="1">
                            <a:latin typeface="Cambria Math" panose="02040503050406030204" pitchFamily="18" charset="0"/>
                          </a:rPr>
                          <m:t>𝑒</m:t>
                        </m:r>
                      </m:e>
                      <m:sup>
                        <m:r>
                          <a:rPr lang="en-US" altLang="ko-KR" sz="2000" i="1">
                            <a:latin typeface="Cambria Math" panose="02040503050406030204" pitchFamily="18" charset="0"/>
                          </a:rPr>
                          <m:t>𝑥</m:t>
                        </m:r>
                      </m:sup>
                    </m:sSup>
                  </m:oMath>
                </a14:m>
                <a:endParaRPr lang="ko-KR" altLang="en-US" sz="2000" dirty="0"/>
              </a:p>
            </p:txBody>
          </p:sp>
        </mc:Choice>
        <mc:Fallback xmlns="">
          <p:sp>
            <p:nvSpPr>
              <p:cNvPr id="9" name="TextBox 8"/>
              <p:cNvSpPr txBox="1">
                <a:spLocks noRot="1" noChangeAspect="1" noMove="1" noResize="1" noEditPoints="1" noAdjustHandles="1" noChangeArrowheads="1" noChangeShapeType="1" noTextEdit="1"/>
              </p:cNvSpPr>
              <p:nvPr/>
            </p:nvSpPr>
            <p:spPr>
              <a:xfrm>
                <a:off x="918755" y="1506382"/>
                <a:ext cx="3462486" cy="307777"/>
              </a:xfrm>
              <a:prstGeom prst="rect">
                <a:avLst/>
              </a:prstGeom>
              <a:blipFill>
                <a:blip r:embed="rId4"/>
                <a:stretch>
                  <a:fillRect l="-4577" t="-29412" b="-45098"/>
                </a:stretch>
              </a:blipFill>
            </p:spPr>
            <p:txBody>
              <a:bodyPr/>
              <a:lstStyle/>
              <a:p>
                <a:r>
                  <a:rPr lang="ko-KR" altLang="en-US">
                    <a:noFill/>
                  </a:rPr>
                  <a:t> </a:t>
                </a:r>
              </a:p>
            </p:txBody>
          </p:sp>
        </mc:Fallback>
      </mc:AlternateContent>
      <p:sp>
        <p:nvSpPr>
          <p:cNvPr id="11" name="원호 10"/>
          <p:cNvSpPr/>
          <p:nvPr/>
        </p:nvSpPr>
        <p:spPr>
          <a:xfrm>
            <a:off x="1115620" y="4915455"/>
            <a:ext cx="914400" cy="914400"/>
          </a:xfrm>
          <a:prstGeom prst="arc">
            <a:avLst>
              <a:gd name="adj1" fmla="val 1859573"/>
              <a:gd name="adj2" fmla="val 4698006"/>
            </a:avLst>
          </a:prstGeom>
          <a:ln w="9525">
            <a:solidFill>
              <a:srgbClr val="C00000"/>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sp>
        <p:nvSpPr>
          <p:cNvPr id="12" name="모서리가 둥근 직사각형 11"/>
          <p:cNvSpPr/>
          <p:nvPr/>
        </p:nvSpPr>
        <p:spPr>
          <a:xfrm>
            <a:off x="1412265" y="5095656"/>
            <a:ext cx="860671" cy="512664"/>
          </a:xfrm>
          <a:prstGeom prst="roundRect">
            <a:avLst/>
          </a:prstGeom>
          <a:noFill/>
          <a:ln>
            <a:solidFill>
              <a:srgbClr val="C0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mc:AlternateContent xmlns:mc="http://schemas.openxmlformats.org/markup-compatibility/2006" xmlns:a14="http://schemas.microsoft.com/office/drawing/2010/main">
        <mc:Choice Requires="a14">
          <p:sp>
            <p:nvSpPr>
              <p:cNvPr id="3" name="직사각형 2"/>
              <p:cNvSpPr/>
              <p:nvPr/>
            </p:nvSpPr>
            <p:spPr>
              <a:xfrm>
                <a:off x="2215298" y="5134434"/>
                <a:ext cx="1923860" cy="50731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ko-KR" sz="1200" i="1" smtClean="0">
                          <a:solidFill>
                            <a:srgbClr val="C00000"/>
                          </a:solidFill>
                          <a:latin typeface="Cambria Math" panose="02040503050406030204" pitchFamily="18" charset="0"/>
                        </a:rPr>
                        <m:t>𝑠𝑖𝑛𝑐𝑒</m:t>
                      </m:r>
                      <m:func>
                        <m:funcPr>
                          <m:ctrlPr>
                            <a:rPr lang="en-US" altLang="ko-KR" sz="1200" i="1">
                              <a:latin typeface="Cambria Math" panose="02040503050406030204" pitchFamily="18" charset="0"/>
                            </a:rPr>
                          </m:ctrlPr>
                        </m:funcPr>
                        <m:fName>
                          <m:r>
                            <a:rPr lang="ko-KR" altLang="en-US" sz="1200" i="1">
                              <a:latin typeface="Cambria Math" panose="02040503050406030204" pitchFamily="18" charset="0"/>
                            </a:rPr>
                            <m:t>③</m:t>
                          </m:r>
                          <m:r>
                            <a:rPr lang="en-US" altLang="ko-KR" sz="1200" b="0" i="1" smtClean="0">
                              <a:latin typeface="Cambria Math" panose="02040503050406030204" pitchFamily="18" charset="0"/>
                            </a:rPr>
                            <m:t> </m:t>
                          </m:r>
                          <m:limLow>
                            <m:limLowPr>
                              <m:ctrlPr>
                                <a:rPr lang="en-US" altLang="ko-KR" sz="1200" i="1">
                                  <a:latin typeface="Cambria Math" panose="02040503050406030204" pitchFamily="18" charset="0"/>
                                </a:rPr>
                              </m:ctrlPr>
                            </m:limLowPr>
                            <m:e>
                              <m:r>
                                <a:rPr lang="en-US" altLang="ko-KR" sz="1200" i="1">
                                  <a:latin typeface="Cambria Math" panose="02040503050406030204" pitchFamily="18" charset="0"/>
                                </a:rPr>
                                <m:t>𝑙𝑖𝑚</m:t>
                              </m:r>
                            </m:e>
                            <m:lim>
                              <m:r>
                                <a:rPr lang="en-US" altLang="ko-KR" sz="1200" i="1">
                                  <a:latin typeface="Cambria Math" panose="02040503050406030204" pitchFamily="18" charset="0"/>
                                </a:rPr>
                                <m:t>𝑥</m:t>
                              </m:r>
                              <m:r>
                                <a:rPr lang="en-US" altLang="ko-KR" sz="1200" i="1">
                                  <a:latin typeface="Cambria Math" panose="02040503050406030204" pitchFamily="18" charset="0"/>
                                </a:rPr>
                                <m:t>→0</m:t>
                              </m:r>
                            </m:lim>
                          </m:limLow>
                        </m:fName>
                        <m:e>
                          <m:d>
                            <m:dPr>
                              <m:ctrlPr>
                                <a:rPr lang="en-US" altLang="ko-KR" sz="1200" i="1">
                                  <a:latin typeface="Cambria Math" panose="02040503050406030204" pitchFamily="18" charset="0"/>
                                </a:rPr>
                              </m:ctrlPr>
                            </m:dPr>
                            <m:e>
                              <m:f>
                                <m:fPr>
                                  <m:ctrlPr>
                                    <a:rPr lang="en-US" altLang="ko-KR" sz="1200" i="1">
                                      <a:latin typeface="Cambria Math" panose="02040503050406030204" pitchFamily="18" charset="0"/>
                                    </a:rPr>
                                  </m:ctrlPr>
                                </m:fPr>
                                <m:num>
                                  <m:sSup>
                                    <m:sSupPr>
                                      <m:ctrlPr>
                                        <a:rPr lang="en-US" altLang="ko-KR" sz="1200" i="1">
                                          <a:latin typeface="Cambria Math" panose="02040503050406030204" pitchFamily="18" charset="0"/>
                                        </a:rPr>
                                      </m:ctrlPr>
                                    </m:sSupPr>
                                    <m:e>
                                      <m:r>
                                        <a:rPr lang="en-US" altLang="ko-KR" sz="1200" i="1">
                                          <a:latin typeface="Cambria Math" panose="02040503050406030204" pitchFamily="18" charset="0"/>
                                        </a:rPr>
                                        <m:t>𝑒</m:t>
                                      </m:r>
                                    </m:e>
                                    <m:sup>
                                      <m:r>
                                        <a:rPr lang="en-US" altLang="ko-KR" sz="1200" i="1">
                                          <a:latin typeface="Cambria Math" panose="02040503050406030204" pitchFamily="18" charset="0"/>
                                        </a:rPr>
                                        <m:t>𝑥</m:t>
                                      </m:r>
                                    </m:sup>
                                  </m:sSup>
                                  <m:r>
                                    <a:rPr lang="en-US" altLang="ko-KR" sz="1200" i="1">
                                      <a:latin typeface="Cambria Math" panose="02040503050406030204" pitchFamily="18" charset="0"/>
                                    </a:rPr>
                                    <m:t>−1</m:t>
                                  </m:r>
                                </m:num>
                                <m:den>
                                  <m:r>
                                    <a:rPr lang="en-US" altLang="ko-KR" sz="1200" i="1">
                                      <a:latin typeface="Cambria Math" panose="02040503050406030204" pitchFamily="18" charset="0"/>
                                    </a:rPr>
                                    <m:t>𝑥</m:t>
                                  </m:r>
                                </m:den>
                              </m:f>
                            </m:e>
                          </m:d>
                          <m:r>
                            <a:rPr lang="en-US" altLang="ko-KR" sz="1200" i="1">
                              <a:latin typeface="Cambria Math" panose="02040503050406030204" pitchFamily="18" charset="0"/>
                            </a:rPr>
                            <m:t>=</m:t>
                          </m:r>
                        </m:e>
                      </m:func>
                      <m:r>
                        <a:rPr lang="en-US" altLang="ko-KR" sz="1200" i="1">
                          <a:latin typeface="Cambria Math" panose="02040503050406030204" pitchFamily="18" charset="0"/>
                        </a:rPr>
                        <m:t>1</m:t>
                      </m:r>
                    </m:oMath>
                  </m:oMathPara>
                </a14:m>
                <a:endParaRPr lang="ko-KR" altLang="en-US" sz="1200" i="1" dirty="0"/>
              </a:p>
            </p:txBody>
          </p:sp>
        </mc:Choice>
        <mc:Fallback xmlns="">
          <p:sp>
            <p:nvSpPr>
              <p:cNvPr id="3" name="직사각형 2"/>
              <p:cNvSpPr>
                <a:spLocks noRot="1" noChangeAspect="1" noMove="1" noResize="1" noEditPoints="1" noAdjustHandles="1" noChangeArrowheads="1" noChangeShapeType="1" noTextEdit="1"/>
              </p:cNvSpPr>
              <p:nvPr/>
            </p:nvSpPr>
            <p:spPr>
              <a:xfrm>
                <a:off x="2215298" y="5134434"/>
                <a:ext cx="1923860" cy="507318"/>
              </a:xfrm>
              <a:prstGeom prst="rect">
                <a:avLst/>
              </a:prstGeom>
              <a:blipFill>
                <a:blip r:embed="rId5"/>
                <a:stretch>
                  <a:fillRect/>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374396727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mc:AlternateContent xmlns:mc="http://schemas.openxmlformats.org/markup-compatibility/2006" xmlns:a14="http://schemas.microsoft.com/office/drawing/2010/main">
        <mc:Choice Requires="a14">
          <p:graphicFrame>
            <p:nvGraphicFramePr>
              <p:cNvPr id="10" name="표 9"/>
              <p:cNvGraphicFramePr>
                <a:graphicFrameLocks noGrp="1"/>
              </p:cNvGraphicFramePr>
              <p:nvPr>
                <p:extLst>
                  <p:ext uri="{D42A27DB-BD31-4B8C-83A1-F6EECF244321}">
                    <p14:modId xmlns:p14="http://schemas.microsoft.com/office/powerpoint/2010/main" val="1951756922"/>
                  </p:ext>
                </p:extLst>
              </p:nvPr>
            </p:nvGraphicFramePr>
            <p:xfrm>
              <a:off x="930342" y="2531450"/>
              <a:ext cx="6019098" cy="3651053"/>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41513">
                    <a:tc>
                      <a:txBody>
                        <a:bodyPr/>
                        <a:lstStyle/>
                        <a:p>
                          <a:pPr algn="l" latinLnBrk="1"/>
                          <a14:m>
                            <m:oMathPara xmlns:m="http://schemas.openxmlformats.org/officeDocument/2006/math">
                              <m:oMathParaPr>
                                <m:jc m:val="left"/>
                              </m:oMathParaPr>
                              <m:oMath xmlns:m="http://schemas.openxmlformats.org/officeDocument/2006/math">
                                <m:sSup>
                                  <m:sSupPr>
                                    <m:ctrlPr>
                                      <a:rPr lang="en-US" altLang="ko-KR" sz="1600" i="1" smtClean="0">
                                        <a:latin typeface="Cambria Math" panose="02040503050406030204" pitchFamily="18" charset="0"/>
                                      </a:rPr>
                                    </m:ctrlPr>
                                  </m:sSupPr>
                                  <m:e>
                                    <m:r>
                                      <a:rPr lang="en-US" altLang="ko-KR" sz="1600" b="0" i="1" smtClean="0">
                                        <a:latin typeface="Cambria Math" panose="02040503050406030204" pitchFamily="18" charset="0"/>
                                      </a:rPr>
                                      <m:t>𝑎</m:t>
                                    </m:r>
                                  </m:e>
                                  <m:sup>
                                    <m:r>
                                      <a:rPr lang="en-US" altLang="ko-KR" sz="1600" b="0" i="1" smtClean="0">
                                        <a:latin typeface="Cambria Math" panose="02040503050406030204" pitchFamily="18" charset="0"/>
                                      </a:rPr>
                                      <m:t>𝑥</m:t>
                                    </m:r>
                                  </m:sup>
                                </m:sSup>
                                <m:r>
                                  <a:rPr lang="en-US" altLang="ko-KR" sz="1600" i="1" smtClean="0">
                                    <a:latin typeface="Cambria Math" panose="02040503050406030204" pitchFamily="18" charset="0"/>
                                  </a:rPr>
                                  <m:t>=</m:t>
                                </m:r>
                                <m:sSup>
                                  <m:sSupPr>
                                    <m:ctrlPr>
                                      <a:rPr lang="en-US" altLang="ko-KR" sz="1600" i="1" smtClean="0">
                                        <a:latin typeface="Cambria Math" panose="02040503050406030204" pitchFamily="18" charset="0"/>
                                      </a:rPr>
                                    </m:ctrlPr>
                                  </m:sSupPr>
                                  <m:e>
                                    <m:r>
                                      <a:rPr lang="en-US" altLang="ko-KR" sz="1600" b="0" i="1" smtClean="0">
                                        <a:latin typeface="Cambria Math" panose="02040503050406030204" pitchFamily="18" charset="0"/>
                                      </a:rPr>
                                      <m:t>𝑎</m:t>
                                    </m:r>
                                  </m:e>
                                  <m:sup>
                                    <m:func>
                                      <m:funcPr>
                                        <m:ctrlPr>
                                          <a:rPr lang="en-US" altLang="ko-KR" sz="1600" b="0" i="1" smtClean="0">
                                            <a:latin typeface="Cambria Math" panose="02040503050406030204" pitchFamily="18" charset="0"/>
                                          </a:rPr>
                                        </m:ctrlPr>
                                      </m:funcPr>
                                      <m:fName>
                                        <m:sSub>
                                          <m:sSubPr>
                                            <m:ctrlPr>
                                              <a:rPr lang="en-US" altLang="ko-KR" sz="1600" b="0" i="1" smtClean="0">
                                                <a:latin typeface="Cambria Math" panose="02040503050406030204" pitchFamily="18" charset="0"/>
                                              </a:rPr>
                                            </m:ctrlPr>
                                          </m:sSubPr>
                                          <m:e>
                                            <m:r>
                                              <a:rPr lang="en-US" altLang="ko-KR" sz="1600" b="0" i="1" smtClean="0">
                                                <a:latin typeface="Cambria Math" panose="02040503050406030204" pitchFamily="18" charset="0"/>
                                              </a:rPr>
                                              <m:t>𝑙𝑜𝑔</m:t>
                                            </m:r>
                                          </m:e>
                                          <m:sub>
                                            <m:r>
                                              <a:rPr lang="en-US" altLang="ko-KR" sz="1600" b="0" i="1" smtClean="0">
                                                <a:latin typeface="Cambria Math" panose="02040503050406030204" pitchFamily="18" charset="0"/>
                                              </a:rPr>
                                              <m:t>𝑒</m:t>
                                            </m:r>
                                          </m:sub>
                                        </m:sSub>
                                      </m:fName>
                                      <m:e>
                                        <m:sSup>
                                          <m:sSupPr>
                                            <m:ctrlPr>
                                              <a:rPr lang="en-US" altLang="ko-KR" sz="1600" b="0" i="1" smtClean="0">
                                                <a:latin typeface="Cambria Math" panose="02040503050406030204" pitchFamily="18" charset="0"/>
                                              </a:rPr>
                                            </m:ctrlPr>
                                          </m:sSupPr>
                                          <m:e>
                                            <m:r>
                                              <a:rPr lang="en-US" altLang="ko-KR" sz="1600" b="0" i="1" smtClean="0">
                                                <a:latin typeface="Cambria Math" panose="02040503050406030204" pitchFamily="18" charset="0"/>
                                              </a:rPr>
                                              <m:t>𝑒</m:t>
                                            </m:r>
                                          </m:e>
                                          <m:sup>
                                            <m:r>
                                              <a:rPr lang="en-US" altLang="ko-KR" sz="1600" b="0" i="1" smtClean="0">
                                                <a:latin typeface="Cambria Math" panose="02040503050406030204" pitchFamily="18" charset="0"/>
                                              </a:rPr>
                                              <m:t>𝑥</m:t>
                                            </m:r>
                                          </m:sup>
                                        </m:sSup>
                                      </m:e>
                                    </m:func>
                                  </m:sup>
                                </m:sSup>
                              </m:oMath>
                            </m:oMathPara>
                          </a14:m>
                          <a:endParaRPr lang="ko-KR" altLang="en-US" sz="16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49850590"/>
                      </a:ext>
                    </a:extLst>
                  </a:tr>
                  <a:tr h="64151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6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50883624"/>
                      </a:ext>
                    </a:extLst>
                  </a:tr>
                  <a:tr h="72035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6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9591821"/>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6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71924127"/>
                      </a:ext>
                    </a:extLst>
                  </a:tr>
                  <a:tr h="549223">
                    <a:tc>
                      <a:txBody>
                        <a:bodyPr/>
                        <a:lstStyle/>
                        <a:p>
                          <a:pPr algn="l" latinLnBrk="1"/>
                          <a:endParaRPr lang="ko-KR" altLang="en-US" sz="16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33410646"/>
                      </a:ext>
                    </a:extLst>
                  </a:tr>
                </a:tbl>
              </a:graphicData>
            </a:graphic>
          </p:graphicFrame>
        </mc:Choice>
        <mc:Fallback xmlns="">
          <p:graphicFrame>
            <p:nvGraphicFramePr>
              <p:cNvPr id="10" name="표 9"/>
              <p:cNvGraphicFramePr>
                <a:graphicFrameLocks noGrp="1"/>
              </p:cNvGraphicFramePr>
              <p:nvPr>
                <p:extLst>
                  <p:ext uri="{D42A27DB-BD31-4B8C-83A1-F6EECF244321}">
                    <p14:modId xmlns:p14="http://schemas.microsoft.com/office/powerpoint/2010/main" val="1951756922"/>
                  </p:ext>
                </p:extLst>
              </p:nvPr>
            </p:nvGraphicFramePr>
            <p:xfrm>
              <a:off x="930342" y="2531450"/>
              <a:ext cx="6019098" cy="3651053"/>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41513">
                    <a:tc>
                      <a:txBody>
                        <a:bodyPr/>
                        <a:lstStyle/>
                        <a:p>
                          <a:endParaRPr lang="ko-K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b="-471429"/>
                          </a:stretch>
                        </a:blipFill>
                      </a:tcPr>
                    </a:tc>
                    <a:extLst>
                      <a:ext uri="{0D108BD9-81ED-4DB2-BD59-A6C34878D82A}">
                        <a16:rowId xmlns:a16="http://schemas.microsoft.com/office/drawing/2014/main" val="1349850590"/>
                      </a:ext>
                    </a:extLst>
                  </a:tr>
                  <a:tr h="64151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6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50883624"/>
                      </a:ext>
                    </a:extLst>
                  </a:tr>
                  <a:tr h="72035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6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9591821"/>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6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71924127"/>
                      </a:ext>
                    </a:extLst>
                  </a:tr>
                  <a:tr h="549223">
                    <a:tc>
                      <a:txBody>
                        <a:bodyPr/>
                        <a:lstStyle/>
                        <a:p>
                          <a:pPr algn="l" latinLnBrk="1"/>
                          <a:endParaRPr lang="ko-KR" altLang="en-US" sz="16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33410646"/>
                      </a:ext>
                    </a:extLst>
                  </a:tr>
                </a:tbl>
              </a:graphicData>
            </a:graphic>
          </p:graphicFrame>
        </mc:Fallback>
      </mc:AlternateContent>
      <mc:AlternateContent xmlns:mc="http://schemas.openxmlformats.org/markup-compatibility/2006" xmlns:a14="http://schemas.microsoft.com/office/drawing/2010/main">
        <mc:Choice Requires="a14">
          <p:sp>
            <p:nvSpPr>
              <p:cNvPr id="12" name="TextBox 11"/>
              <p:cNvSpPr txBox="1"/>
              <p:nvPr/>
            </p:nvSpPr>
            <p:spPr>
              <a:xfrm>
                <a:off x="918755" y="1506382"/>
                <a:ext cx="4633704" cy="313291"/>
              </a:xfrm>
              <a:prstGeom prst="rect">
                <a:avLst/>
              </a:prstGeom>
              <a:noFill/>
            </p:spPr>
            <p:txBody>
              <a:bodyPr wrap="none" lIns="0" tIns="0" rIns="0" bIns="0" rtlCol="0">
                <a:spAutoFit/>
              </a:bodyPr>
              <a:lstStyle/>
              <a:p>
                <a:r>
                  <a:rPr lang="ko-KR" altLang="en-US" sz="2000" dirty="0"/>
                  <a:t>⑤</a:t>
                </a:r>
                <a14:m>
                  <m:oMath xmlns:m="http://schemas.openxmlformats.org/officeDocument/2006/math">
                    <m:sSup>
                      <m:sSupPr>
                        <m:ctrlPr>
                          <a:rPr lang="en-US" altLang="ko-KR" sz="2000" i="1" smtClean="0">
                            <a:latin typeface="Cambria Math" panose="02040503050406030204" pitchFamily="18" charset="0"/>
                          </a:rPr>
                        </m:ctrlPr>
                      </m:sSupPr>
                      <m:e>
                        <m:r>
                          <a:rPr lang="en-US" altLang="ko-KR" sz="2000" b="0" i="1" smtClean="0">
                            <a:latin typeface="Cambria Math" panose="02040503050406030204" pitchFamily="18" charset="0"/>
                          </a:rPr>
                          <m:t>𝑓</m:t>
                        </m:r>
                      </m:e>
                      <m:sup>
                        <m:r>
                          <a:rPr lang="en-US" altLang="ko-KR" sz="2000" b="0" i="1" smtClean="0">
                            <a:latin typeface="Cambria Math" panose="02040503050406030204" pitchFamily="18" charset="0"/>
                          </a:rPr>
                          <m:t>′</m:t>
                        </m:r>
                      </m:sup>
                    </m:sSup>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sSup>
                      <m:sSupPr>
                        <m:ctrlPr>
                          <a:rPr lang="en-US" altLang="ko-KR" sz="2000" i="1">
                            <a:latin typeface="Cambria Math" panose="02040503050406030204" pitchFamily="18" charset="0"/>
                          </a:rPr>
                        </m:ctrlPr>
                      </m:sSupPr>
                      <m:e>
                        <m:r>
                          <a:rPr lang="en-US" altLang="ko-KR" sz="2000" b="0" i="1" smtClean="0">
                            <a:latin typeface="Cambria Math" panose="02040503050406030204" pitchFamily="18" charset="0"/>
                          </a:rPr>
                          <m:t>𝑒</m:t>
                        </m:r>
                      </m:e>
                      <m:sup>
                        <m:r>
                          <a:rPr lang="en-US" altLang="ko-KR" sz="2000" b="0" i="1" smtClean="0">
                            <a:latin typeface="Cambria Math" panose="02040503050406030204" pitchFamily="18" charset="0"/>
                          </a:rPr>
                          <m:t>𝑥</m:t>
                        </m:r>
                        <m:func>
                          <m:funcPr>
                            <m:ctrlPr>
                              <a:rPr lang="en-US" altLang="ko-KR" sz="2000" b="0" i="1" smtClean="0">
                                <a:latin typeface="Cambria Math" panose="02040503050406030204" pitchFamily="18" charset="0"/>
                              </a:rPr>
                            </m:ctrlPr>
                          </m:funcPr>
                          <m:fName>
                            <m:r>
                              <a:rPr lang="en-US" altLang="ko-KR" sz="2000" b="0" i="1" smtClean="0">
                                <a:latin typeface="Cambria Math" panose="02040503050406030204" pitchFamily="18" charset="0"/>
                              </a:rPr>
                              <m:t>𝑙𝑛</m:t>
                            </m:r>
                          </m:fName>
                          <m:e>
                            <m:r>
                              <a:rPr lang="en-US" altLang="ko-KR" sz="2000" b="0" i="1" smtClean="0">
                                <a:latin typeface="Cambria Math" panose="02040503050406030204" pitchFamily="18" charset="0"/>
                              </a:rPr>
                              <m:t>𝑎</m:t>
                            </m:r>
                          </m:e>
                        </m:func>
                      </m:sup>
                    </m:sSup>
                    <m:r>
                      <a:rPr lang="en-US" altLang="ko-KR" sz="2000" i="1" smtClean="0">
                        <a:latin typeface="Cambria Math" panose="02040503050406030204" pitchFamily="18" charset="0"/>
                        <a:ea typeface="Cambria Math" panose="02040503050406030204" pitchFamily="18" charset="0"/>
                      </a:rPr>
                      <m:t>×</m:t>
                    </m:r>
                    <m:func>
                      <m:funcPr>
                        <m:ctrlPr>
                          <a:rPr lang="en-US" altLang="ko-KR" sz="2000" i="1" smtClean="0">
                            <a:latin typeface="Cambria Math" panose="02040503050406030204" pitchFamily="18" charset="0"/>
                            <a:ea typeface="Cambria Math" panose="02040503050406030204" pitchFamily="18" charset="0"/>
                          </a:rPr>
                        </m:ctrlPr>
                      </m:funcPr>
                      <m:fName>
                        <m:r>
                          <a:rPr lang="en-US" altLang="ko-KR" sz="2000" i="1" smtClean="0">
                            <a:latin typeface="Cambria Math" panose="02040503050406030204" pitchFamily="18" charset="0"/>
                            <a:ea typeface="Cambria Math" panose="02040503050406030204" pitchFamily="18" charset="0"/>
                          </a:rPr>
                          <m:t>𝑙𝑛</m:t>
                        </m:r>
                      </m:fName>
                      <m:e>
                        <m:r>
                          <a:rPr lang="en-US" altLang="ko-KR" sz="2000" i="1">
                            <a:latin typeface="Cambria Math" panose="02040503050406030204" pitchFamily="18" charset="0"/>
                            <a:ea typeface="Cambria Math" panose="02040503050406030204" pitchFamily="18" charset="0"/>
                          </a:rPr>
                          <m:t>𝑎</m:t>
                        </m:r>
                      </m:e>
                    </m:func>
                    <m:r>
                      <a:rPr lang="en-US" altLang="ko-KR" sz="2000" b="0" i="1" smtClean="0">
                        <a:latin typeface="Cambria Math" panose="02040503050406030204" pitchFamily="18" charset="0"/>
                        <a:ea typeface="Cambria Math" panose="02040503050406030204" pitchFamily="18" charset="0"/>
                      </a:rPr>
                      <m:t>,  </m:t>
                    </m:r>
                    <m:r>
                      <a:rPr lang="en-US" altLang="ko-KR" sz="2000" i="1">
                        <a:latin typeface="Cambria Math" panose="02040503050406030204" pitchFamily="18" charset="0"/>
                      </a:rPr>
                      <m:t>𝑔𝑖𝑣𝑒𝑛</m:t>
                    </m:r>
                    <m:r>
                      <a:rPr lang="en-US" altLang="ko-KR" sz="2000" b="0" i="1" smtClean="0">
                        <a:latin typeface="Cambria Math" panose="02040503050406030204" pitchFamily="18" charset="0"/>
                      </a:rPr>
                      <m:t> </m:t>
                    </m:r>
                    <m:r>
                      <a:rPr lang="en-US" altLang="ko-KR" sz="2000" i="1">
                        <a:latin typeface="Cambria Math" panose="02040503050406030204" pitchFamily="18" charset="0"/>
                      </a:rPr>
                      <m:t>𝑓</m:t>
                    </m:r>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sSup>
                      <m:sSupPr>
                        <m:ctrlPr>
                          <a:rPr lang="en-US" altLang="ko-KR" sz="2000" i="1">
                            <a:latin typeface="Cambria Math" panose="02040503050406030204" pitchFamily="18" charset="0"/>
                          </a:rPr>
                        </m:ctrlPr>
                      </m:sSupPr>
                      <m:e>
                        <m:r>
                          <a:rPr lang="en-US" altLang="ko-KR" sz="2000" i="1">
                            <a:latin typeface="Cambria Math" panose="02040503050406030204" pitchFamily="18" charset="0"/>
                          </a:rPr>
                          <m:t>𝑎</m:t>
                        </m:r>
                      </m:e>
                      <m:sup>
                        <m:r>
                          <a:rPr lang="en-US" altLang="ko-KR" sz="2000" i="1">
                            <a:latin typeface="Cambria Math" panose="02040503050406030204" pitchFamily="18" charset="0"/>
                          </a:rPr>
                          <m:t>𝑥</m:t>
                        </m:r>
                      </m:sup>
                    </m:sSup>
                  </m:oMath>
                </a14:m>
                <a:endParaRPr lang="ko-KR" altLang="en-US" sz="2000" i="1" dirty="0"/>
              </a:p>
            </p:txBody>
          </p:sp>
        </mc:Choice>
        <mc:Fallback xmlns="">
          <p:sp>
            <p:nvSpPr>
              <p:cNvPr id="12" name="TextBox 11"/>
              <p:cNvSpPr txBox="1">
                <a:spLocks noRot="1" noChangeAspect="1" noMove="1" noResize="1" noEditPoints="1" noAdjustHandles="1" noChangeArrowheads="1" noChangeShapeType="1" noTextEdit="1"/>
              </p:cNvSpPr>
              <p:nvPr/>
            </p:nvSpPr>
            <p:spPr>
              <a:xfrm>
                <a:off x="918755" y="1506382"/>
                <a:ext cx="4633704" cy="313291"/>
              </a:xfrm>
              <a:prstGeom prst="rect">
                <a:avLst/>
              </a:prstGeom>
              <a:blipFill>
                <a:blip r:embed="rId4"/>
                <a:stretch>
                  <a:fillRect l="-3421" t="-26923" b="-44231"/>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141323914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mc:AlternateContent xmlns:mc="http://schemas.openxmlformats.org/markup-compatibility/2006" xmlns:a14="http://schemas.microsoft.com/office/drawing/2010/main">
        <mc:Choice Requires="a14">
          <p:graphicFrame>
            <p:nvGraphicFramePr>
              <p:cNvPr id="10" name="표 9"/>
              <p:cNvGraphicFramePr>
                <a:graphicFrameLocks noGrp="1"/>
              </p:cNvGraphicFramePr>
              <p:nvPr>
                <p:extLst>
                  <p:ext uri="{D42A27DB-BD31-4B8C-83A1-F6EECF244321}">
                    <p14:modId xmlns:p14="http://schemas.microsoft.com/office/powerpoint/2010/main" val="3832651087"/>
                  </p:ext>
                </p:extLst>
              </p:nvPr>
            </p:nvGraphicFramePr>
            <p:xfrm>
              <a:off x="930342" y="2531450"/>
              <a:ext cx="6019098" cy="3651053"/>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41513">
                    <a:tc>
                      <a:txBody>
                        <a:bodyPr/>
                        <a:lstStyle/>
                        <a:p>
                          <a:pPr algn="l" latinLnBrk="1"/>
                          <a14:m>
                            <m:oMathPara xmlns:m="http://schemas.openxmlformats.org/officeDocument/2006/math">
                              <m:oMathParaPr>
                                <m:jc m:val="left"/>
                              </m:oMathParaPr>
                              <m:oMath xmlns:m="http://schemas.openxmlformats.org/officeDocument/2006/math">
                                <m:sSup>
                                  <m:sSupPr>
                                    <m:ctrlPr>
                                      <a:rPr lang="en-US" altLang="ko-KR" sz="1600" i="1" smtClean="0">
                                        <a:latin typeface="Cambria Math" panose="02040503050406030204" pitchFamily="18" charset="0"/>
                                      </a:rPr>
                                    </m:ctrlPr>
                                  </m:sSupPr>
                                  <m:e>
                                    <m:r>
                                      <a:rPr lang="en-US" altLang="ko-KR" sz="1600" b="0" i="1" smtClean="0">
                                        <a:latin typeface="Cambria Math" panose="02040503050406030204" pitchFamily="18" charset="0"/>
                                      </a:rPr>
                                      <m:t>𝑎</m:t>
                                    </m:r>
                                  </m:e>
                                  <m:sup>
                                    <m:r>
                                      <a:rPr lang="en-US" altLang="ko-KR" sz="1600" b="0" i="1" smtClean="0">
                                        <a:latin typeface="Cambria Math" panose="02040503050406030204" pitchFamily="18" charset="0"/>
                                      </a:rPr>
                                      <m:t>𝑥</m:t>
                                    </m:r>
                                  </m:sup>
                                </m:sSup>
                                <m:r>
                                  <a:rPr lang="en-US" altLang="ko-KR" sz="1600" i="1" smtClean="0">
                                    <a:latin typeface="Cambria Math" panose="02040503050406030204" pitchFamily="18" charset="0"/>
                                  </a:rPr>
                                  <m:t>=</m:t>
                                </m:r>
                                <m:sSup>
                                  <m:sSupPr>
                                    <m:ctrlPr>
                                      <a:rPr lang="en-US" altLang="ko-KR" sz="1600" i="1" smtClean="0">
                                        <a:latin typeface="Cambria Math" panose="02040503050406030204" pitchFamily="18" charset="0"/>
                                      </a:rPr>
                                    </m:ctrlPr>
                                  </m:sSupPr>
                                  <m:e>
                                    <m:r>
                                      <a:rPr lang="en-US" altLang="ko-KR" sz="1600" b="0" i="1" smtClean="0">
                                        <a:latin typeface="Cambria Math" panose="02040503050406030204" pitchFamily="18" charset="0"/>
                                      </a:rPr>
                                      <m:t>𝑎</m:t>
                                    </m:r>
                                  </m:e>
                                  <m:sup>
                                    <m:func>
                                      <m:funcPr>
                                        <m:ctrlPr>
                                          <a:rPr lang="en-US" altLang="ko-KR" sz="1600" b="0" i="1" smtClean="0">
                                            <a:latin typeface="Cambria Math" panose="02040503050406030204" pitchFamily="18" charset="0"/>
                                          </a:rPr>
                                        </m:ctrlPr>
                                      </m:funcPr>
                                      <m:fName>
                                        <m:sSub>
                                          <m:sSubPr>
                                            <m:ctrlPr>
                                              <a:rPr lang="en-US" altLang="ko-KR" sz="1600" b="0" i="1" smtClean="0">
                                                <a:latin typeface="Cambria Math" panose="02040503050406030204" pitchFamily="18" charset="0"/>
                                              </a:rPr>
                                            </m:ctrlPr>
                                          </m:sSubPr>
                                          <m:e>
                                            <m:r>
                                              <a:rPr lang="en-US" altLang="ko-KR" sz="1600" b="0" i="1" smtClean="0">
                                                <a:latin typeface="Cambria Math" panose="02040503050406030204" pitchFamily="18" charset="0"/>
                                              </a:rPr>
                                              <m:t>𝑙𝑜𝑔</m:t>
                                            </m:r>
                                          </m:e>
                                          <m:sub>
                                            <m:r>
                                              <a:rPr lang="en-US" altLang="ko-KR" sz="1600" b="0" i="1" smtClean="0">
                                                <a:latin typeface="Cambria Math" panose="02040503050406030204" pitchFamily="18" charset="0"/>
                                              </a:rPr>
                                              <m:t>𝑒</m:t>
                                            </m:r>
                                          </m:sub>
                                        </m:sSub>
                                      </m:fName>
                                      <m:e>
                                        <m:sSup>
                                          <m:sSupPr>
                                            <m:ctrlPr>
                                              <a:rPr lang="en-US" altLang="ko-KR" sz="1600" b="0" i="1" smtClean="0">
                                                <a:latin typeface="Cambria Math" panose="02040503050406030204" pitchFamily="18" charset="0"/>
                                              </a:rPr>
                                            </m:ctrlPr>
                                          </m:sSupPr>
                                          <m:e>
                                            <m:r>
                                              <a:rPr lang="en-US" altLang="ko-KR" sz="1600" b="0" i="1" smtClean="0">
                                                <a:latin typeface="Cambria Math" panose="02040503050406030204" pitchFamily="18" charset="0"/>
                                              </a:rPr>
                                              <m:t>𝑒</m:t>
                                            </m:r>
                                          </m:e>
                                          <m:sup>
                                            <m:r>
                                              <a:rPr lang="en-US" altLang="ko-KR" sz="1600" b="0" i="1" smtClean="0">
                                                <a:latin typeface="Cambria Math" panose="02040503050406030204" pitchFamily="18" charset="0"/>
                                              </a:rPr>
                                              <m:t>𝑥</m:t>
                                            </m:r>
                                          </m:sup>
                                        </m:sSup>
                                      </m:e>
                                    </m:func>
                                  </m:sup>
                                </m:sSup>
                              </m:oMath>
                            </m:oMathPara>
                          </a14:m>
                          <a:endParaRPr lang="ko-KR" altLang="en-US" sz="16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49850590"/>
                      </a:ext>
                    </a:extLst>
                  </a:tr>
                  <a:tr h="64151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altLang="ko-KR" sz="1600" i="1" smtClean="0">
                                    <a:latin typeface="Cambria Math" panose="02040503050406030204" pitchFamily="18" charset="0"/>
                                  </a:rPr>
                                  <m:t>=</m:t>
                                </m:r>
                                <m:sSup>
                                  <m:sSupPr>
                                    <m:ctrlPr>
                                      <a:rPr lang="en-US" altLang="ko-KR" sz="1600" i="1" smtClean="0">
                                        <a:latin typeface="Cambria Math" panose="02040503050406030204" pitchFamily="18" charset="0"/>
                                      </a:rPr>
                                    </m:ctrlPr>
                                  </m:sSupPr>
                                  <m:e>
                                    <m:d>
                                      <m:dPr>
                                        <m:ctrlPr>
                                          <a:rPr lang="en-US" altLang="ko-KR" sz="1600" i="1" smtClean="0">
                                            <a:latin typeface="Cambria Math" panose="02040503050406030204" pitchFamily="18" charset="0"/>
                                          </a:rPr>
                                        </m:ctrlPr>
                                      </m:dPr>
                                      <m:e>
                                        <m:sSup>
                                          <m:sSupPr>
                                            <m:ctrlPr>
                                              <a:rPr lang="en-US" altLang="ko-KR" sz="1600" i="1" smtClean="0">
                                                <a:latin typeface="Cambria Math" panose="02040503050406030204" pitchFamily="18" charset="0"/>
                                              </a:rPr>
                                            </m:ctrlPr>
                                          </m:sSupPr>
                                          <m:e>
                                            <m:r>
                                              <a:rPr lang="en-US" altLang="ko-KR" sz="1600" b="0" i="1" smtClean="0">
                                                <a:latin typeface="Cambria Math" panose="02040503050406030204" pitchFamily="18" charset="0"/>
                                              </a:rPr>
                                              <m:t>𝑒</m:t>
                                            </m:r>
                                          </m:e>
                                          <m:sup>
                                            <m:r>
                                              <a:rPr lang="en-US" altLang="ko-KR" sz="1600" b="0" i="1" smtClean="0">
                                                <a:latin typeface="Cambria Math" panose="02040503050406030204" pitchFamily="18" charset="0"/>
                                              </a:rPr>
                                              <m:t>𝑥</m:t>
                                            </m:r>
                                          </m:sup>
                                        </m:sSup>
                                      </m:e>
                                    </m:d>
                                  </m:e>
                                  <m:sup>
                                    <m:func>
                                      <m:funcPr>
                                        <m:ctrlPr>
                                          <a:rPr lang="en-US" altLang="ko-KR" sz="1600" i="1" smtClean="0">
                                            <a:latin typeface="Cambria Math" panose="02040503050406030204" pitchFamily="18" charset="0"/>
                                          </a:rPr>
                                        </m:ctrlPr>
                                      </m:funcPr>
                                      <m:fName>
                                        <m:sSub>
                                          <m:sSubPr>
                                            <m:ctrlPr>
                                              <a:rPr lang="en-US" altLang="ko-KR" sz="1600" i="1" smtClean="0">
                                                <a:latin typeface="Cambria Math" panose="02040503050406030204" pitchFamily="18" charset="0"/>
                                              </a:rPr>
                                            </m:ctrlPr>
                                          </m:sSubPr>
                                          <m:e>
                                            <m:r>
                                              <a:rPr lang="en-US" altLang="ko-KR" sz="1600" i="1" smtClean="0">
                                                <a:latin typeface="Cambria Math" panose="02040503050406030204" pitchFamily="18" charset="0"/>
                                              </a:rPr>
                                              <m:t>𝑙𝑜𝑔</m:t>
                                            </m:r>
                                          </m:e>
                                          <m:sub>
                                            <m:r>
                                              <a:rPr lang="en-US" altLang="ko-KR" sz="1600" b="0" i="1" smtClean="0">
                                                <a:latin typeface="Cambria Math" panose="02040503050406030204" pitchFamily="18" charset="0"/>
                                              </a:rPr>
                                              <m:t>𝑒</m:t>
                                            </m:r>
                                          </m:sub>
                                        </m:sSub>
                                      </m:fName>
                                      <m:e>
                                        <m:r>
                                          <a:rPr lang="en-US" altLang="ko-KR" sz="1600" b="0" i="1" smtClean="0">
                                            <a:latin typeface="Cambria Math" panose="02040503050406030204" pitchFamily="18" charset="0"/>
                                          </a:rPr>
                                          <m:t>𝑎</m:t>
                                        </m:r>
                                      </m:e>
                                    </m:func>
                                  </m:sup>
                                </m:sSup>
                              </m:oMath>
                            </m:oMathPara>
                          </a14:m>
                          <a:endParaRPr lang="ko-KR" altLang="en-US" sz="16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50883624"/>
                      </a:ext>
                    </a:extLst>
                  </a:tr>
                  <a:tr h="72035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6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9591821"/>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6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71924127"/>
                      </a:ext>
                    </a:extLst>
                  </a:tr>
                  <a:tr h="549223">
                    <a:tc>
                      <a:txBody>
                        <a:bodyPr/>
                        <a:lstStyle/>
                        <a:p>
                          <a:pPr algn="l" latinLnBrk="1"/>
                          <a:endParaRPr lang="ko-KR" altLang="en-US" sz="16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33410646"/>
                      </a:ext>
                    </a:extLst>
                  </a:tr>
                </a:tbl>
              </a:graphicData>
            </a:graphic>
          </p:graphicFrame>
        </mc:Choice>
        <mc:Fallback xmlns="">
          <p:graphicFrame>
            <p:nvGraphicFramePr>
              <p:cNvPr id="10" name="표 9"/>
              <p:cNvGraphicFramePr>
                <a:graphicFrameLocks noGrp="1"/>
              </p:cNvGraphicFramePr>
              <p:nvPr>
                <p:extLst>
                  <p:ext uri="{D42A27DB-BD31-4B8C-83A1-F6EECF244321}">
                    <p14:modId xmlns:p14="http://schemas.microsoft.com/office/powerpoint/2010/main" val="3832651087"/>
                  </p:ext>
                </p:extLst>
              </p:nvPr>
            </p:nvGraphicFramePr>
            <p:xfrm>
              <a:off x="930342" y="2531450"/>
              <a:ext cx="6019098" cy="3651053"/>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41513">
                    <a:tc>
                      <a:txBody>
                        <a:bodyPr/>
                        <a:lstStyle/>
                        <a:p>
                          <a:endParaRPr lang="ko-K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b="-471429"/>
                          </a:stretch>
                        </a:blipFill>
                      </a:tcPr>
                    </a:tc>
                    <a:extLst>
                      <a:ext uri="{0D108BD9-81ED-4DB2-BD59-A6C34878D82A}">
                        <a16:rowId xmlns:a16="http://schemas.microsoft.com/office/drawing/2014/main" val="1349850590"/>
                      </a:ext>
                    </a:extLst>
                  </a:tr>
                  <a:tr h="641513">
                    <a:tc>
                      <a:txBody>
                        <a:bodyPr/>
                        <a:lstStyle/>
                        <a:p>
                          <a:endParaRPr lang="ko-K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99057" b="-366981"/>
                          </a:stretch>
                        </a:blipFill>
                      </a:tcPr>
                    </a:tc>
                    <a:extLst>
                      <a:ext uri="{0D108BD9-81ED-4DB2-BD59-A6C34878D82A}">
                        <a16:rowId xmlns:a16="http://schemas.microsoft.com/office/drawing/2014/main" val="450883624"/>
                      </a:ext>
                    </a:extLst>
                  </a:tr>
                  <a:tr h="72035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6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9591821"/>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6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71924127"/>
                      </a:ext>
                    </a:extLst>
                  </a:tr>
                  <a:tr h="549223">
                    <a:tc>
                      <a:txBody>
                        <a:bodyPr/>
                        <a:lstStyle/>
                        <a:p>
                          <a:pPr algn="l" latinLnBrk="1"/>
                          <a:endParaRPr lang="ko-KR" altLang="en-US" sz="16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33410646"/>
                      </a:ext>
                    </a:extLst>
                  </a:tr>
                </a:tbl>
              </a:graphicData>
            </a:graphic>
          </p:graphicFrame>
        </mc:Fallback>
      </mc:AlternateContent>
      <mc:AlternateContent xmlns:mc="http://schemas.openxmlformats.org/markup-compatibility/2006" xmlns:a14="http://schemas.microsoft.com/office/drawing/2010/main">
        <mc:Choice Requires="a14">
          <p:sp>
            <p:nvSpPr>
              <p:cNvPr id="12" name="TextBox 11"/>
              <p:cNvSpPr txBox="1"/>
              <p:nvPr/>
            </p:nvSpPr>
            <p:spPr>
              <a:xfrm>
                <a:off x="918755" y="1506382"/>
                <a:ext cx="4633704" cy="313291"/>
              </a:xfrm>
              <a:prstGeom prst="rect">
                <a:avLst/>
              </a:prstGeom>
              <a:noFill/>
            </p:spPr>
            <p:txBody>
              <a:bodyPr wrap="none" lIns="0" tIns="0" rIns="0" bIns="0" rtlCol="0">
                <a:spAutoFit/>
              </a:bodyPr>
              <a:lstStyle/>
              <a:p>
                <a:r>
                  <a:rPr lang="ko-KR" altLang="en-US" sz="2000" dirty="0"/>
                  <a:t>⑤</a:t>
                </a:r>
                <a14:m>
                  <m:oMath xmlns:m="http://schemas.openxmlformats.org/officeDocument/2006/math">
                    <m:sSup>
                      <m:sSupPr>
                        <m:ctrlPr>
                          <a:rPr lang="en-US" altLang="ko-KR" sz="2000" i="1" smtClean="0">
                            <a:latin typeface="Cambria Math" panose="02040503050406030204" pitchFamily="18" charset="0"/>
                          </a:rPr>
                        </m:ctrlPr>
                      </m:sSupPr>
                      <m:e>
                        <m:r>
                          <a:rPr lang="en-US" altLang="ko-KR" sz="2000" b="0" i="1" smtClean="0">
                            <a:latin typeface="Cambria Math" panose="02040503050406030204" pitchFamily="18" charset="0"/>
                          </a:rPr>
                          <m:t>𝑓</m:t>
                        </m:r>
                      </m:e>
                      <m:sup>
                        <m:r>
                          <a:rPr lang="en-US" altLang="ko-KR" sz="2000" b="0" i="1" smtClean="0">
                            <a:latin typeface="Cambria Math" panose="02040503050406030204" pitchFamily="18" charset="0"/>
                          </a:rPr>
                          <m:t>′</m:t>
                        </m:r>
                      </m:sup>
                    </m:sSup>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sSup>
                      <m:sSupPr>
                        <m:ctrlPr>
                          <a:rPr lang="en-US" altLang="ko-KR" sz="2000" i="1">
                            <a:latin typeface="Cambria Math" panose="02040503050406030204" pitchFamily="18" charset="0"/>
                          </a:rPr>
                        </m:ctrlPr>
                      </m:sSupPr>
                      <m:e>
                        <m:r>
                          <a:rPr lang="en-US" altLang="ko-KR" sz="2000" b="0" i="1" smtClean="0">
                            <a:latin typeface="Cambria Math" panose="02040503050406030204" pitchFamily="18" charset="0"/>
                          </a:rPr>
                          <m:t>𝑒</m:t>
                        </m:r>
                      </m:e>
                      <m:sup>
                        <m:r>
                          <a:rPr lang="en-US" altLang="ko-KR" sz="2000" b="0" i="1" smtClean="0">
                            <a:latin typeface="Cambria Math" panose="02040503050406030204" pitchFamily="18" charset="0"/>
                          </a:rPr>
                          <m:t>𝑥</m:t>
                        </m:r>
                        <m:func>
                          <m:funcPr>
                            <m:ctrlPr>
                              <a:rPr lang="en-US" altLang="ko-KR" sz="2000" b="0" i="1" smtClean="0">
                                <a:latin typeface="Cambria Math" panose="02040503050406030204" pitchFamily="18" charset="0"/>
                              </a:rPr>
                            </m:ctrlPr>
                          </m:funcPr>
                          <m:fName>
                            <m:r>
                              <a:rPr lang="en-US" altLang="ko-KR" sz="2000" b="0" i="1" smtClean="0">
                                <a:latin typeface="Cambria Math" panose="02040503050406030204" pitchFamily="18" charset="0"/>
                              </a:rPr>
                              <m:t>𝑙𝑛</m:t>
                            </m:r>
                          </m:fName>
                          <m:e>
                            <m:r>
                              <a:rPr lang="en-US" altLang="ko-KR" sz="2000" b="0" i="1" smtClean="0">
                                <a:latin typeface="Cambria Math" panose="02040503050406030204" pitchFamily="18" charset="0"/>
                              </a:rPr>
                              <m:t>𝑎</m:t>
                            </m:r>
                          </m:e>
                        </m:func>
                      </m:sup>
                    </m:sSup>
                    <m:r>
                      <a:rPr lang="en-US" altLang="ko-KR" sz="2000" i="1" smtClean="0">
                        <a:latin typeface="Cambria Math" panose="02040503050406030204" pitchFamily="18" charset="0"/>
                        <a:ea typeface="Cambria Math" panose="02040503050406030204" pitchFamily="18" charset="0"/>
                      </a:rPr>
                      <m:t>×</m:t>
                    </m:r>
                    <m:func>
                      <m:funcPr>
                        <m:ctrlPr>
                          <a:rPr lang="en-US" altLang="ko-KR" sz="2000" i="1" smtClean="0">
                            <a:latin typeface="Cambria Math" panose="02040503050406030204" pitchFamily="18" charset="0"/>
                            <a:ea typeface="Cambria Math" panose="02040503050406030204" pitchFamily="18" charset="0"/>
                          </a:rPr>
                        </m:ctrlPr>
                      </m:funcPr>
                      <m:fName>
                        <m:r>
                          <a:rPr lang="en-US" altLang="ko-KR" sz="2000" i="1" smtClean="0">
                            <a:latin typeface="Cambria Math" panose="02040503050406030204" pitchFamily="18" charset="0"/>
                            <a:ea typeface="Cambria Math" panose="02040503050406030204" pitchFamily="18" charset="0"/>
                          </a:rPr>
                          <m:t>𝑙𝑛</m:t>
                        </m:r>
                      </m:fName>
                      <m:e>
                        <m:r>
                          <a:rPr lang="en-US" altLang="ko-KR" sz="2000" i="1">
                            <a:latin typeface="Cambria Math" panose="02040503050406030204" pitchFamily="18" charset="0"/>
                            <a:ea typeface="Cambria Math" panose="02040503050406030204" pitchFamily="18" charset="0"/>
                          </a:rPr>
                          <m:t>𝑎</m:t>
                        </m:r>
                      </m:e>
                    </m:func>
                    <m:r>
                      <a:rPr lang="en-US" altLang="ko-KR" sz="2000" b="0" i="1" smtClean="0">
                        <a:latin typeface="Cambria Math" panose="02040503050406030204" pitchFamily="18" charset="0"/>
                        <a:ea typeface="Cambria Math" panose="02040503050406030204" pitchFamily="18" charset="0"/>
                      </a:rPr>
                      <m:t>,  </m:t>
                    </m:r>
                    <m:r>
                      <a:rPr lang="en-US" altLang="ko-KR" sz="2000" i="1">
                        <a:latin typeface="Cambria Math" panose="02040503050406030204" pitchFamily="18" charset="0"/>
                      </a:rPr>
                      <m:t>𝑔𝑖𝑣𝑒𝑛</m:t>
                    </m:r>
                    <m:r>
                      <a:rPr lang="en-US" altLang="ko-KR" sz="2000" b="0" i="1" smtClean="0">
                        <a:latin typeface="Cambria Math" panose="02040503050406030204" pitchFamily="18" charset="0"/>
                      </a:rPr>
                      <m:t> </m:t>
                    </m:r>
                    <m:r>
                      <a:rPr lang="en-US" altLang="ko-KR" sz="2000" i="1">
                        <a:latin typeface="Cambria Math" panose="02040503050406030204" pitchFamily="18" charset="0"/>
                      </a:rPr>
                      <m:t>𝑓</m:t>
                    </m:r>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sSup>
                      <m:sSupPr>
                        <m:ctrlPr>
                          <a:rPr lang="en-US" altLang="ko-KR" sz="2000" i="1">
                            <a:latin typeface="Cambria Math" panose="02040503050406030204" pitchFamily="18" charset="0"/>
                          </a:rPr>
                        </m:ctrlPr>
                      </m:sSupPr>
                      <m:e>
                        <m:r>
                          <a:rPr lang="en-US" altLang="ko-KR" sz="2000" i="1">
                            <a:latin typeface="Cambria Math" panose="02040503050406030204" pitchFamily="18" charset="0"/>
                          </a:rPr>
                          <m:t>𝑎</m:t>
                        </m:r>
                      </m:e>
                      <m:sup>
                        <m:r>
                          <a:rPr lang="en-US" altLang="ko-KR" sz="2000" i="1">
                            <a:latin typeface="Cambria Math" panose="02040503050406030204" pitchFamily="18" charset="0"/>
                          </a:rPr>
                          <m:t>𝑥</m:t>
                        </m:r>
                      </m:sup>
                    </m:sSup>
                  </m:oMath>
                </a14:m>
                <a:endParaRPr lang="ko-KR" altLang="en-US" sz="2000" i="1" dirty="0"/>
              </a:p>
            </p:txBody>
          </p:sp>
        </mc:Choice>
        <mc:Fallback xmlns="">
          <p:sp>
            <p:nvSpPr>
              <p:cNvPr id="12" name="TextBox 11"/>
              <p:cNvSpPr txBox="1">
                <a:spLocks noRot="1" noChangeAspect="1" noMove="1" noResize="1" noEditPoints="1" noAdjustHandles="1" noChangeArrowheads="1" noChangeShapeType="1" noTextEdit="1"/>
              </p:cNvSpPr>
              <p:nvPr/>
            </p:nvSpPr>
            <p:spPr>
              <a:xfrm>
                <a:off x="918755" y="1506382"/>
                <a:ext cx="4633704" cy="313291"/>
              </a:xfrm>
              <a:prstGeom prst="rect">
                <a:avLst/>
              </a:prstGeom>
              <a:blipFill>
                <a:blip r:embed="rId4"/>
                <a:stretch>
                  <a:fillRect l="-3421" t="-26923" b="-44231"/>
                </a:stretch>
              </a:blipFill>
            </p:spPr>
            <p:txBody>
              <a:bodyPr/>
              <a:lstStyle/>
              <a:p>
                <a:r>
                  <a:rPr lang="ko-KR" altLang="en-US">
                    <a:noFill/>
                  </a:rPr>
                  <a:t> </a:t>
                </a:r>
              </a:p>
            </p:txBody>
          </p:sp>
        </mc:Fallback>
      </mc:AlternateContent>
      <p:sp>
        <p:nvSpPr>
          <p:cNvPr id="13" name="원호 12"/>
          <p:cNvSpPr/>
          <p:nvPr/>
        </p:nvSpPr>
        <p:spPr>
          <a:xfrm>
            <a:off x="1724798" y="2736273"/>
            <a:ext cx="656714" cy="755864"/>
          </a:xfrm>
          <a:prstGeom prst="arc">
            <a:avLst>
              <a:gd name="adj1" fmla="val 17554121"/>
              <a:gd name="adj2" fmla="val 4652010"/>
            </a:avLst>
          </a:prstGeom>
          <a:ln w="9525">
            <a:solidFill>
              <a:srgbClr val="C00000"/>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mc:AlternateContent xmlns:mc="http://schemas.openxmlformats.org/markup-compatibility/2006" xmlns:a14="http://schemas.microsoft.com/office/drawing/2010/main">
        <mc:Choice Requires="a14">
          <p:sp>
            <p:nvSpPr>
              <p:cNvPr id="14" name="직사각형 13"/>
              <p:cNvSpPr/>
              <p:nvPr/>
            </p:nvSpPr>
            <p:spPr>
              <a:xfrm>
                <a:off x="2365724" y="2836562"/>
                <a:ext cx="1691424" cy="28033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ko-KR" sz="1200" i="1" smtClean="0">
                          <a:solidFill>
                            <a:srgbClr val="C00000"/>
                          </a:solidFill>
                          <a:latin typeface="Cambria Math" panose="02040503050406030204" pitchFamily="18" charset="0"/>
                        </a:rPr>
                        <m:t> </m:t>
                      </m:r>
                      <m:r>
                        <a:rPr lang="en-US" altLang="ko-KR" sz="1200" i="1" smtClean="0">
                          <a:solidFill>
                            <a:srgbClr val="C00000"/>
                          </a:solidFill>
                          <a:latin typeface="Cambria Math" panose="02040503050406030204" pitchFamily="18" charset="0"/>
                        </a:rPr>
                        <m:t>𝑠𝑖𝑛𝑐𝑒</m:t>
                      </m:r>
                      <m:r>
                        <a:rPr lang="en-US" altLang="ko-KR" sz="1200" b="0" i="1" smtClean="0">
                          <a:solidFill>
                            <a:srgbClr val="C00000"/>
                          </a:solidFill>
                          <a:latin typeface="Cambria Math" panose="02040503050406030204" pitchFamily="18" charset="0"/>
                        </a:rPr>
                        <m:t> </m:t>
                      </m:r>
                      <m:sSup>
                        <m:sSupPr>
                          <m:ctrlPr>
                            <a:rPr lang="en-US" altLang="ko-KR" sz="1200" i="1" smtClean="0">
                              <a:solidFill>
                                <a:schemeClr val="tx1"/>
                              </a:solidFill>
                              <a:latin typeface="Cambria Math" panose="02040503050406030204" pitchFamily="18" charset="0"/>
                            </a:rPr>
                          </m:ctrlPr>
                        </m:sSupPr>
                        <m:e>
                          <m:r>
                            <a:rPr lang="en-US" altLang="ko-KR" sz="1200" b="0" i="1" smtClean="0">
                              <a:solidFill>
                                <a:schemeClr val="tx1"/>
                              </a:solidFill>
                              <a:latin typeface="Cambria Math" panose="02040503050406030204" pitchFamily="18" charset="0"/>
                            </a:rPr>
                            <m:t>𝑎</m:t>
                          </m:r>
                        </m:e>
                        <m:sup>
                          <m:func>
                            <m:funcPr>
                              <m:ctrlPr>
                                <a:rPr lang="en-US" altLang="ko-KR" sz="1200" i="1" smtClean="0">
                                  <a:solidFill>
                                    <a:schemeClr val="tx1"/>
                                  </a:solidFill>
                                  <a:latin typeface="Cambria Math" panose="02040503050406030204" pitchFamily="18" charset="0"/>
                                </a:rPr>
                              </m:ctrlPr>
                            </m:funcPr>
                            <m:fName>
                              <m:sSub>
                                <m:sSubPr>
                                  <m:ctrlPr>
                                    <a:rPr lang="en-US" altLang="ko-KR" sz="1200" i="1" smtClean="0">
                                      <a:solidFill>
                                        <a:schemeClr val="tx1"/>
                                      </a:solidFill>
                                      <a:latin typeface="Cambria Math" panose="02040503050406030204" pitchFamily="18" charset="0"/>
                                    </a:rPr>
                                  </m:ctrlPr>
                                </m:sSubPr>
                                <m:e>
                                  <m:r>
                                    <a:rPr lang="en-US" altLang="ko-KR" sz="1200" i="1" smtClean="0">
                                      <a:solidFill>
                                        <a:schemeClr val="tx1"/>
                                      </a:solidFill>
                                      <a:latin typeface="Cambria Math" panose="02040503050406030204" pitchFamily="18" charset="0"/>
                                    </a:rPr>
                                    <m:t>𝑙𝑜𝑔</m:t>
                                  </m:r>
                                </m:e>
                                <m:sub>
                                  <m:r>
                                    <a:rPr lang="en-US" altLang="ko-KR" sz="1200" b="0" i="1" smtClean="0">
                                      <a:solidFill>
                                        <a:schemeClr val="tx1"/>
                                      </a:solidFill>
                                      <a:latin typeface="Cambria Math" panose="02040503050406030204" pitchFamily="18" charset="0"/>
                                    </a:rPr>
                                    <m:t>𝑐</m:t>
                                  </m:r>
                                </m:sub>
                              </m:sSub>
                            </m:fName>
                            <m:e>
                              <m:r>
                                <a:rPr lang="en-US" altLang="ko-KR" sz="1200" b="0" i="1" smtClean="0">
                                  <a:solidFill>
                                    <a:schemeClr val="tx1"/>
                                  </a:solidFill>
                                  <a:latin typeface="Cambria Math" panose="02040503050406030204" pitchFamily="18" charset="0"/>
                                </a:rPr>
                                <m:t>𝑏</m:t>
                              </m:r>
                            </m:e>
                          </m:func>
                        </m:sup>
                      </m:sSup>
                      <m:r>
                        <a:rPr lang="en-US" altLang="ko-KR" sz="1200" i="1">
                          <a:solidFill>
                            <a:schemeClr val="tx1"/>
                          </a:solidFill>
                          <a:latin typeface="Cambria Math" panose="02040503050406030204" pitchFamily="18" charset="0"/>
                        </a:rPr>
                        <m:t>=</m:t>
                      </m:r>
                      <m:sSup>
                        <m:sSupPr>
                          <m:ctrlPr>
                            <a:rPr lang="en-US" altLang="ko-KR" sz="1200" i="1">
                              <a:latin typeface="Cambria Math" panose="02040503050406030204" pitchFamily="18" charset="0"/>
                            </a:rPr>
                          </m:ctrlPr>
                        </m:sSupPr>
                        <m:e>
                          <m:r>
                            <a:rPr lang="en-US" altLang="ko-KR" sz="1200" b="0" i="1" smtClean="0">
                              <a:latin typeface="Cambria Math" panose="02040503050406030204" pitchFamily="18" charset="0"/>
                            </a:rPr>
                            <m:t>𝑏</m:t>
                          </m:r>
                        </m:e>
                        <m:sup>
                          <m:func>
                            <m:funcPr>
                              <m:ctrlPr>
                                <a:rPr lang="en-US" altLang="ko-KR" sz="1200" i="1">
                                  <a:latin typeface="Cambria Math" panose="02040503050406030204" pitchFamily="18" charset="0"/>
                                </a:rPr>
                              </m:ctrlPr>
                            </m:funcPr>
                            <m:fName>
                              <m:sSub>
                                <m:sSubPr>
                                  <m:ctrlPr>
                                    <a:rPr lang="en-US" altLang="ko-KR" sz="1200" i="1">
                                      <a:latin typeface="Cambria Math" panose="02040503050406030204" pitchFamily="18" charset="0"/>
                                    </a:rPr>
                                  </m:ctrlPr>
                                </m:sSubPr>
                                <m:e>
                                  <m:r>
                                    <a:rPr lang="en-US" altLang="ko-KR" sz="1200" i="1">
                                      <a:latin typeface="Cambria Math" panose="02040503050406030204" pitchFamily="18" charset="0"/>
                                    </a:rPr>
                                    <m:t>𝑙𝑜𝑔</m:t>
                                  </m:r>
                                </m:e>
                                <m:sub>
                                  <m:r>
                                    <a:rPr lang="en-US" altLang="ko-KR" sz="1200" i="1">
                                      <a:latin typeface="Cambria Math" panose="02040503050406030204" pitchFamily="18" charset="0"/>
                                    </a:rPr>
                                    <m:t>𝑐</m:t>
                                  </m:r>
                                </m:sub>
                              </m:sSub>
                            </m:fName>
                            <m:e>
                              <m:r>
                                <a:rPr lang="en-US" altLang="ko-KR" sz="1200" b="0" i="1" smtClean="0">
                                  <a:latin typeface="Cambria Math" panose="02040503050406030204" pitchFamily="18" charset="0"/>
                                </a:rPr>
                                <m:t>𝑎</m:t>
                              </m:r>
                            </m:e>
                          </m:func>
                        </m:sup>
                      </m:sSup>
                    </m:oMath>
                  </m:oMathPara>
                </a14:m>
                <a:endParaRPr lang="ko-KR" altLang="en-US" sz="1200" i="1" dirty="0">
                  <a:solidFill>
                    <a:schemeClr val="tx1"/>
                  </a:solidFill>
                </a:endParaRPr>
              </a:p>
            </p:txBody>
          </p:sp>
        </mc:Choice>
        <mc:Fallback xmlns="">
          <p:sp>
            <p:nvSpPr>
              <p:cNvPr id="14" name="직사각형 13"/>
              <p:cNvSpPr>
                <a:spLocks noRot="1" noChangeAspect="1" noMove="1" noResize="1" noEditPoints="1" noAdjustHandles="1" noChangeArrowheads="1" noChangeShapeType="1" noTextEdit="1"/>
              </p:cNvSpPr>
              <p:nvPr/>
            </p:nvSpPr>
            <p:spPr>
              <a:xfrm>
                <a:off x="2365724" y="2836562"/>
                <a:ext cx="1691424" cy="280333"/>
              </a:xfrm>
              <a:prstGeom prst="rect">
                <a:avLst/>
              </a:prstGeom>
              <a:blipFill>
                <a:blip r:embed="rId5"/>
                <a:stretch>
                  <a:fillRect/>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91427133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mc:AlternateContent xmlns:mc="http://schemas.openxmlformats.org/markup-compatibility/2006" xmlns:a14="http://schemas.microsoft.com/office/drawing/2010/main">
        <mc:Choice Requires="a14">
          <p:graphicFrame>
            <p:nvGraphicFramePr>
              <p:cNvPr id="10" name="표 9"/>
              <p:cNvGraphicFramePr>
                <a:graphicFrameLocks noGrp="1"/>
              </p:cNvGraphicFramePr>
              <p:nvPr/>
            </p:nvGraphicFramePr>
            <p:xfrm>
              <a:off x="930342" y="2531450"/>
              <a:ext cx="6019098" cy="3651053"/>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41513">
                    <a:tc>
                      <a:txBody>
                        <a:bodyPr/>
                        <a:lstStyle/>
                        <a:p>
                          <a:pPr algn="l" latinLnBrk="1"/>
                          <a14:m>
                            <m:oMathPara xmlns:m="http://schemas.openxmlformats.org/officeDocument/2006/math">
                              <m:oMathParaPr>
                                <m:jc m:val="left"/>
                              </m:oMathParaPr>
                              <m:oMath xmlns:m="http://schemas.openxmlformats.org/officeDocument/2006/math">
                                <m:sSup>
                                  <m:sSupPr>
                                    <m:ctrlPr>
                                      <a:rPr lang="en-US" altLang="ko-KR" sz="1600" i="1" smtClean="0">
                                        <a:latin typeface="Cambria Math" panose="02040503050406030204" pitchFamily="18" charset="0"/>
                                      </a:rPr>
                                    </m:ctrlPr>
                                  </m:sSupPr>
                                  <m:e>
                                    <m:r>
                                      <a:rPr lang="en-US" altLang="ko-KR" sz="1600" b="0" i="1" smtClean="0">
                                        <a:latin typeface="Cambria Math" panose="02040503050406030204" pitchFamily="18" charset="0"/>
                                      </a:rPr>
                                      <m:t>𝑎</m:t>
                                    </m:r>
                                  </m:e>
                                  <m:sup>
                                    <m:r>
                                      <a:rPr lang="en-US" altLang="ko-KR" sz="1600" b="0" i="1" smtClean="0">
                                        <a:latin typeface="Cambria Math" panose="02040503050406030204" pitchFamily="18" charset="0"/>
                                      </a:rPr>
                                      <m:t>𝑥</m:t>
                                    </m:r>
                                  </m:sup>
                                </m:sSup>
                                <m:r>
                                  <a:rPr lang="en-US" altLang="ko-KR" sz="1600" i="1" smtClean="0">
                                    <a:latin typeface="Cambria Math" panose="02040503050406030204" pitchFamily="18" charset="0"/>
                                  </a:rPr>
                                  <m:t>=</m:t>
                                </m:r>
                                <m:sSup>
                                  <m:sSupPr>
                                    <m:ctrlPr>
                                      <a:rPr lang="en-US" altLang="ko-KR" sz="1600" i="1" smtClean="0">
                                        <a:latin typeface="Cambria Math" panose="02040503050406030204" pitchFamily="18" charset="0"/>
                                      </a:rPr>
                                    </m:ctrlPr>
                                  </m:sSupPr>
                                  <m:e>
                                    <m:r>
                                      <a:rPr lang="en-US" altLang="ko-KR" sz="1600" b="0" i="1" smtClean="0">
                                        <a:latin typeface="Cambria Math" panose="02040503050406030204" pitchFamily="18" charset="0"/>
                                      </a:rPr>
                                      <m:t>𝑎</m:t>
                                    </m:r>
                                  </m:e>
                                  <m:sup>
                                    <m:func>
                                      <m:funcPr>
                                        <m:ctrlPr>
                                          <a:rPr lang="en-US" altLang="ko-KR" sz="1600" b="0" i="1" smtClean="0">
                                            <a:latin typeface="Cambria Math" panose="02040503050406030204" pitchFamily="18" charset="0"/>
                                          </a:rPr>
                                        </m:ctrlPr>
                                      </m:funcPr>
                                      <m:fName>
                                        <m:sSub>
                                          <m:sSubPr>
                                            <m:ctrlPr>
                                              <a:rPr lang="en-US" altLang="ko-KR" sz="1600" b="0" i="1" smtClean="0">
                                                <a:latin typeface="Cambria Math" panose="02040503050406030204" pitchFamily="18" charset="0"/>
                                              </a:rPr>
                                            </m:ctrlPr>
                                          </m:sSubPr>
                                          <m:e>
                                            <m:r>
                                              <a:rPr lang="en-US" altLang="ko-KR" sz="1600" b="0" i="1" smtClean="0">
                                                <a:latin typeface="Cambria Math" panose="02040503050406030204" pitchFamily="18" charset="0"/>
                                              </a:rPr>
                                              <m:t>𝑙𝑜𝑔</m:t>
                                            </m:r>
                                          </m:e>
                                          <m:sub>
                                            <m:r>
                                              <a:rPr lang="en-US" altLang="ko-KR" sz="1600" b="0" i="1" smtClean="0">
                                                <a:latin typeface="Cambria Math" panose="02040503050406030204" pitchFamily="18" charset="0"/>
                                              </a:rPr>
                                              <m:t>𝑒</m:t>
                                            </m:r>
                                          </m:sub>
                                        </m:sSub>
                                      </m:fName>
                                      <m:e>
                                        <m:sSup>
                                          <m:sSupPr>
                                            <m:ctrlPr>
                                              <a:rPr lang="en-US" altLang="ko-KR" sz="1600" b="0" i="1" smtClean="0">
                                                <a:latin typeface="Cambria Math" panose="02040503050406030204" pitchFamily="18" charset="0"/>
                                              </a:rPr>
                                            </m:ctrlPr>
                                          </m:sSupPr>
                                          <m:e>
                                            <m:r>
                                              <a:rPr lang="en-US" altLang="ko-KR" sz="1600" b="0" i="1" smtClean="0">
                                                <a:latin typeface="Cambria Math" panose="02040503050406030204" pitchFamily="18" charset="0"/>
                                              </a:rPr>
                                              <m:t>𝑒</m:t>
                                            </m:r>
                                          </m:e>
                                          <m:sup>
                                            <m:r>
                                              <a:rPr lang="en-US" altLang="ko-KR" sz="1600" b="0" i="1" smtClean="0">
                                                <a:latin typeface="Cambria Math" panose="02040503050406030204" pitchFamily="18" charset="0"/>
                                              </a:rPr>
                                              <m:t>𝑥</m:t>
                                            </m:r>
                                          </m:sup>
                                        </m:sSup>
                                      </m:e>
                                    </m:func>
                                  </m:sup>
                                </m:sSup>
                              </m:oMath>
                            </m:oMathPara>
                          </a14:m>
                          <a:endParaRPr lang="ko-KR" altLang="en-US" sz="16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49850590"/>
                      </a:ext>
                    </a:extLst>
                  </a:tr>
                  <a:tr h="64151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altLang="ko-KR" sz="1600" i="1" smtClean="0">
                                    <a:latin typeface="Cambria Math" panose="02040503050406030204" pitchFamily="18" charset="0"/>
                                  </a:rPr>
                                  <m:t>=</m:t>
                                </m:r>
                                <m:sSup>
                                  <m:sSupPr>
                                    <m:ctrlPr>
                                      <a:rPr lang="en-US" altLang="ko-KR" sz="1600" i="1" smtClean="0">
                                        <a:latin typeface="Cambria Math" panose="02040503050406030204" pitchFamily="18" charset="0"/>
                                      </a:rPr>
                                    </m:ctrlPr>
                                  </m:sSupPr>
                                  <m:e>
                                    <m:d>
                                      <m:dPr>
                                        <m:ctrlPr>
                                          <a:rPr lang="en-US" altLang="ko-KR" sz="1600" i="1" smtClean="0">
                                            <a:latin typeface="Cambria Math" panose="02040503050406030204" pitchFamily="18" charset="0"/>
                                          </a:rPr>
                                        </m:ctrlPr>
                                      </m:dPr>
                                      <m:e>
                                        <m:sSup>
                                          <m:sSupPr>
                                            <m:ctrlPr>
                                              <a:rPr lang="en-US" altLang="ko-KR" sz="1600" i="1" smtClean="0">
                                                <a:latin typeface="Cambria Math" panose="02040503050406030204" pitchFamily="18" charset="0"/>
                                              </a:rPr>
                                            </m:ctrlPr>
                                          </m:sSupPr>
                                          <m:e>
                                            <m:r>
                                              <a:rPr lang="en-US" altLang="ko-KR" sz="1600" b="0" i="1" smtClean="0">
                                                <a:latin typeface="Cambria Math" panose="02040503050406030204" pitchFamily="18" charset="0"/>
                                              </a:rPr>
                                              <m:t>𝑒</m:t>
                                            </m:r>
                                          </m:e>
                                          <m:sup>
                                            <m:r>
                                              <a:rPr lang="en-US" altLang="ko-KR" sz="1600" b="0" i="1" smtClean="0">
                                                <a:latin typeface="Cambria Math" panose="02040503050406030204" pitchFamily="18" charset="0"/>
                                              </a:rPr>
                                              <m:t>𝑥</m:t>
                                            </m:r>
                                          </m:sup>
                                        </m:sSup>
                                      </m:e>
                                    </m:d>
                                  </m:e>
                                  <m:sup>
                                    <m:func>
                                      <m:funcPr>
                                        <m:ctrlPr>
                                          <a:rPr lang="en-US" altLang="ko-KR" sz="1600" i="1" smtClean="0">
                                            <a:latin typeface="Cambria Math" panose="02040503050406030204" pitchFamily="18" charset="0"/>
                                          </a:rPr>
                                        </m:ctrlPr>
                                      </m:funcPr>
                                      <m:fName>
                                        <m:sSub>
                                          <m:sSubPr>
                                            <m:ctrlPr>
                                              <a:rPr lang="en-US" altLang="ko-KR" sz="1600" i="1" smtClean="0">
                                                <a:latin typeface="Cambria Math" panose="02040503050406030204" pitchFamily="18" charset="0"/>
                                              </a:rPr>
                                            </m:ctrlPr>
                                          </m:sSubPr>
                                          <m:e>
                                            <m:r>
                                              <a:rPr lang="en-US" altLang="ko-KR" sz="1600" i="1" smtClean="0">
                                                <a:latin typeface="Cambria Math" panose="02040503050406030204" pitchFamily="18" charset="0"/>
                                              </a:rPr>
                                              <m:t>𝑙𝑜𝑔</m:t>
                                            </m:r>
                                          </m:e>
                                          <m:sub>
                                            <m:r>
                                              <a:rPr lang="en-US" altLang="ko-KR" sz="1600" b="0" i="1" smtClean="0">
                                                <a:latin typeface="Cambria Math" panose="02040503050406030204" pitchFamily="18" charset="0"/>
                                              </a:rPr>
                                              <m:t>𝑒</m:t>
                                            </m:r>
                                          </m:sub>
                                        </m:sSub>
                                      </m:fName>
                                      <m:e>
                                        <m:r>
                                          <a:rPr lang="en-US" altLang="ko-KR" sz="1600" b="0" i="1" smtClean="0">
                                            <a:latin typeface="Cambria Math" panose="02040503050406030204" pitchFamily="18" charset="0"/>
                                          </a:rPr>
                                          <m:t>𝑎</m:t>
                                        </m:r>
                                      </m:e>
                                    </m:func>
                                  </m:sup>
                                </m:sSup>
                              </m:oMath>
                            </m:oMathPara>
                          </a14:m>
                          <a:endParaRPr lang="ko-KR" altLang="en-US" sz="16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50883624"/>
                      </a:ext>
                    </a:extLst>
                  </a:tr>
                  <a:tr h="72035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altLang="ko-KR" sz="1600" i="1" smtClean="0">
                                    <a:latin typeface="Cambria Math" panose="02040503050406030204" pitchFamily="18" charset="0"/>
                                  </a:rPr>
                                  <m:t>=</m:t>
                                </m:r>
                                <m:sSup>
                                  <m:sSupPr>
                                    <m:ctrlPr>
                                      <a:rPr lang="en-US" altLang="ko-KR" sz="1600" b="0" i="1" smtClean="0">
                                        <a:latin typeface="Cambria Math" panose="02040503050406030204" pitchFamily="18" charset="0"/>
                                      </a:rPr>
                                    </m:ctrlPr>
                                  </m:sSupPr>
                                  <m:e>
                                    <m:r>
                                      <a:rPr lang="en-US" altLang="ko-KR" sz="1600" b="0" i="1" smtClean="0">
                                        <a:latin typeface="Cambria Math" panose="02040503050406030204" pitchFamily="18" charset="0"/>
                                      </a:rPr>
                                      <m:t>𝑒</m:t>
                                    </m:r>
                                  </m:e>
                                  <m:sup>
                                    <m:r>
                                      <a:rPr lang="en-US" altLang="ko-KR" sz="1600" b="0" i="1" smtClean="0">
                                        <a:latin typeface="Cambria Math" panose="02040503050406030204" pitchFamily="18" charset="0"/>
                                      </a:rPr>
                                      <m:t>𝑥</m:t>
                                    </m:r>
                                    <m:func>
                                      <m:funcPr>
                                        <m:ctrlPr>
                                          <a:rPr lang="en-US" altLang="ko-KR" sz="1600" i="1" smtClean="0">
                                            <a:latin typeface="Cambria Math" panose="02040503050406030204" pitchFamily="18" charset="0"/>
                                          </a:rPr>
                                        </m:ctrlPr>
                                      </m:funcPr>
                                      <m:fName>
                                        <m:sSub>
                                          <m:sSubPr>
                                            <m:ctrlPr>
                                              <a:rPr lang="en-US" altLang="ko-KR" sz="1600" i="1" smtClean="0">
                                                <a:latin typeface="Cambria Math" panose="02040503050406030204" pitchFamily="18" charset="0"/>
                                              </a:rPr>
                                            </m:ctrlPr>
                                          </m:sSubPr>
                                          <m:e>
                                            <m:r>
                                              <a:rPr lang="en-US" altLang="ko-KR" sz="1600" i="1" smtClean="0">
                                                <a:latin typeface="Cambria Math" panose="02040503050406030204" pitchFamily="18" charset="0"/>
                                              </a:rPr>
                                              <m:t>𝑙𝑜𝑔</m:t>
                                            </m:r>
                                          </m:e>
                                          <m:sub>
                                            <m:r>
                                              <a:rPr lang="en-US" altLang="ko-KR" sz="1600" b="0" i="1" smtClean="0">
                                                <a:latin typeface="Cambria Math" panose="02040503050406030204" pitchFamily="18" charset="0"/>
                                              </a:rPr>
                                              <m:t>𝑒</m:t>
                                            </m:r>
                                          </m:sub>
                                        </m:sSub>
                                      </m:fName>
                                      <m:e>
                                        <m:r>
                                          <a:rPr lang="en-US" altLang="ko-KR" sz="1600" b="0" i="1" smtClean="0">
                                            <a:latin typeface="Cambria Math" panose="02040503050406030204" pitchFamily="18" charset="0"/>
                                          </a:rPr>
                                          <m:t>𝑎</m:t>
                                        </m:r>
                                      </m:e>
                                    </m:func>
                                  </m:sup>
                                </m:sSup>
                              </m:oMath>
                            </m:oMathPara>
                          </a14:m>
                          <a:endParaRPr lang="ko-KR" altLang="en-US" sz="16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9591821"/>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altLang="ko-KR" sz="1600" i="1" smtClean="0">
                                    <a:latin typeface="Cambria Math" panose="02040503050406030204" pitchFamily="18" charset="0"/>
                                  </a:rPr>
                                  <m:t>=</m:t>
                                </m:r>
                                <m:sSup>
                                  <m:sSupPr>
                                    <m:ctrlPr>
                                      <a:rPr lang="en-US" altLang="ko-KR" sz="1600" b="0" i="1" smtClean="0">
                                        <a:latin typeface="Cambria Math" panose="02040503050406030204" pitchFamily="18" charset="0"/>
                                      </a:rPr>
                                    </m:ctrlPr>
                                  </m:sSupPr>
                                  <m:e>
                                    <m:r>
                                      <a:rPr lang="en-US" altLang="ko-KR" sz="1600" b="0" i="1" smtClean="0">
                                        <a:latin typeface="Cambria Math" panose="02040503050406030204" pitchFamily="18" charset="0"/>
                                      </a:rPr>
                                      <m:t>𝑒</m:t>
                                    </m:r>
                                  </m:e>
                                  <m:sup>
                                    <m:r>
                                      <a:rPr lang="en-US" altLang="ko-KR" sz="1600" b="0" i="1" smtClean="0">
                                        <a:latin typeface="Cambria Math" panose="02040503050406030204" pitchFamily="18" charset="0"/>
                                      </a:rPr>
                                      <m:t>𝑥</m:t>
                                    </m:r>
                                    <m:func>
                                      <m:funcPr>
                                        <m:ctrlPr>
                                          <a:rPr lang="en-US" altLang="ko-KR" sz="1600" i="1" smtClean="0">
                                            <a:latin typeface="Cambria Math" panose="02040503050406030204" pitchFamily="18" charset="0"/>
                                          </a:rPr>
                                        </m:ctrlPr>
                                      </m:funcPr>
                                      <m:fName>
                                        <m:r>
                                          <a:rPr lang="en-US" altLang="ko-KR" sz="1600" i="1" smtClean="0">
                                            <a:latin typeface="Cambria Math" panose="02040503050406030204" pitchFamily="18" charset="0"/>
                                          </a:rPr>
                                          <m:t>𝑙</m:t>
                                        </m:r>
                                        <m:r>
                                          <a:rPr lang="en-US" altLang="ko-KR" sz="1600" b="0" i="1" smtClean="0">
                                            <a:latin typeface="Cambria Math" panose="02040503050406030204" pitchFamily="18" charset="0"/>
                                          </a:rPr>
                                          <m:t>𝑛</m:t>
                                        </m:r>
                                      </m:fName>
                                      <m:e>
                                        <m:r>
                                          <a:rPr lang="en-US" altLang="ko-KR" sz="1600" b="0" i="1" smtClean="0">
                                            <a:latin typeface="Cambria Math" panose="02040503050406030204" pitchFamily="18" charset="0"/>
                                          </a:rPr>
                                          <m:t>𝑎</m:t>
                                        </m:r>
                                      </m:e>
                                    </m:func>
                                  </m:sup>
                                </m:sSup>
                              </m:oMath>
                            </m:oMathPara>
                          </a14:m>
                          <a:endParaRPr lang="ko-KR" altLang="en-US" sz="16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71924127"/>
                      </a:ext>
                    </a:extLst>
                  </a:tr>
                  <a:tr h="549223">
                    <a:tc>
                      <a:txBody>
                        <a:bodyPr/>
                        <a:lstStyle/>
                        <a:p>
                          <a:pPr algn="l" latinLnBrk="1"/>
                          <a:endParaRPr lang="ko-KR" altLang="en-US" sz="16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33410646"/>
                      </a:ext>
                    </a:extLst>
                  </a:tr>
                </a:tbl>
              </a:graphicData>
            </a:graphic>
          </p:graphicFrame>
        </mc:Choice>
        <mc:Fallback xmlns="">
          <p:graphicFrame>
            <p:nvGraphicFramePr>
              <p:cNvPr id="10" name="표 9"/>
              <p:cNvGraphicFramePr>
                <a:graphicFrameLocks noGrp="1"/>
              </p:cNvGraphicFramePr>
              <p:nvPr>
                <p:extLst>
                  <p:ext uri="{D42A27DB-BD31-4B8C-83A1-F6EECF244321}">
                    <p14:modId xmlns:p14="http://schemas.microsoft.com/office/powerpoint/2010/main" val="4250233574"/>
                  </p:ext>
                </p:extLst>
              </p:nvPr>
            </p:nvGraphicFramePr>
            <p:xfrm>
              <a:off x="930342" y="2531450"/>
              <a:ext cx="6019098" cy="3651053"/>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41513">
                    <a:tc>
                      <a:txBody>
                        <a:bodyPr/>
                        <a:lstStyle/>
                        <a:p>
                          <a:endParaRPr lang="ko-K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b="-471429"/>
                          </a:stretch>
                        </a:blipFill>
                      </a:tcPr>
                    </a:tc>
                    <a:extLst>
                      <a:ext uri="{0D108BD9-81ED-4DB2-BD59-A6C34878D82A}">
                        <a16:rowId xmlns:a16="http://schemas.microsoft.com/office/drawing/2014/main" val="1349850590"/>
                      </a:ext>
                    </a:extLst>
                  </a:tr>
                  <a:tr h="641513">
                    <a:tc>
                      <a:txBody>
                        <a:bodyPr/>
                        <a:lstStyle/>
                        <a:p>
                          <a:endParaRPr lang="ko-K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99057" b="-366981"/>
                          </a:stretch>
                        </a:blipFill>
                      </a:tcPr>
                    </a:tc>
                    <a:extLst>
                      <a:ext uri="{0D108BD9-81ED-4DB2-BD59-A6C34878D82A}">
                        <a16:rowId xmlns:a16="http://schemas.microsoft.com/office/drawing/2014/main" val="450883624"/>
                      </a:ext>
                    </a:extLst>
                  </a:tr>
                  <a:tr h="720358">
                    <a:tc>
                      <a:txBody>
                        <a:bodyPr/>
                        <a:lstStyle/>
                        <a:p>
                          <a:endParaRPr lang="ko-K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178814" b="-229661"/>
                          </a:stretch>
                        </a:blipFill>
                      </a:tcPr>
                    </a:tc>
                    <a:extLst>
                      <a:ext uri="{0D108BD9-81ED-4DB2-BD59-A6C34878D82A}">
                        <a16:rowId xmlns:a16="http://schemas.microsoft.com/office/drawing/2014/main" val="549591821"/>
                      </a:ext>
                    </a:extLst>
                  </a:tr>
                  <a:tr h="549223">
                    <a:tc>
                      <a:txBody>
                        <a:bodyPr/>
                        <a:lstStyle/>
                        <a:p>
                          <a:endParaRPr lang="ko-K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365556" b="-201111"/>
                          </a:stretch>
                        </a:blipFill>
                      </a:tcPr>
                    </a:tc>
                    <a:extLst>
                      <a:ext uri="{0D108BD9-81ED-4DB2-BD59-A6C34878D82A}">
                        <a16:rowId xmlns:a16="http://schemas.microsoft.com/office/drawing/2014/main" val="2571924127"/>
                      </a:ext>
                    </a:extLst>
                  </a:tr>
                  <a:tr h="549223">
                    <a:tc>
                      <a:txBody>
                        <a:bodyPr/>
                        <a:lstStyle/>
                        <a:p>
                          <a:pPr algn="l" latinLnBrk="1"/>
                          <a:endParaRPr lang="ko-KR" altLang="en-US" sz="16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33410646"/>
                      </a:ext>
                    </a:extLst>
                  </a:tr>
                </a:tbl>
              </a:graphicData>
            </a:graphic>
          </p:graphicFrame>
        </mc:Fallback>
      </mc:AlternateContent>
      <mc:AlternateContent xmlns:mc="http://schemas.openxmlformats.org/markup-compatibility/2006" xmlns:a14="http://schemas.microsoft.com/office/drawing/2010/main">
        <mc:Choice Requires="a14">
          <p:sp>
            <p:nvSpPr>
              <p:cNvPr id="12" name="TextBox 11"/>
              <p:cNvSpPr txBox="1"/>
              <p:nvPr/>
            </p:nvSpPr>
            <p:spPr>
              <a:xfrm>
                <a:off x="918755" y="1506382"/>
                <a:ext cx="4633704" cy="313291"/>
              </a:xfrm>
              <a:prstGeom prst="rect">
                <a:avLst/>
              </a:prstGeom>
              <a:noFill/>
            </p:spPr>
            <p:txBody>
              <a:bodyPr wrap="none" lIns="0" tIns="0" rIns="0" bIns="0" rtlCol="0">
                <a:spAutoFit/>
              </a:bodyPr>
              <a:lstStyle/>
              <a:p>
                <a:r>
                  <a:rPr lang="ko-KR" altLang="en-US" sz="2000" dirty="0"/>
                  <a:t>⑤</a:t>
                </a:r>
                <a14:m>
                  <m:oMath xmlns:m="http://schemas.openxmlformats.org/officeDocument/2006/math">
                    <m:sSup>
                      <m:sSupPr>
                        <m:ctrlPr>
                          <a:rPr lang="en-US" altLang="ko-KR" sz="2000" i="1" smtClean="0">
                            <a:latin typeface="Cambria Math" panose="02040503050406030204" pitchFamily="18" charset="0"/>
                          </a:rPr>
                        </m:ctrlPr>
                      </m:sSupPr>
                      <m:e>
                        <m:r>
                          <a:rPr lang="en-US" altLang="ko-KR" sz="2000" b="0" i="1" smtClean="0">
                            <a:latin typeface="Cambria Math" panose="02040503050406030204" pitchFamily="18" charset="0"/>
                          </a:rPr>
                          <m:t>𝑓</m:t>
                        </m:r>
                      </m:e>
                      <m:sup>
                        <m:r>
                          <a:rPr lang="en-US" altLang="ko-KR" sz="2000" b="0" i="1" smtClean="0">
                            <a:latin typeface="Cambria Math" panose="02040503050406030204" pitchFamily="18" charset="0"/>
                          </a:rPr>
                          <m:t>′</m:t>
                        </m:r>
                      </m:sup>
                    </m:sSup>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sSup>
                      <m:sSupPr>
                        <m:ctrlPr>
                          <a:rPr lang="en-US" altLang="ko-KR" sz="2000" i="1">
                            <a:latin typeface="Cambria Math" panose="02040503050406030204" pitchFamily="18" charset="0"/>
                          </a:rPr>
                        </m:ctrlPr>
                      </m:sSupPr>
                      <m:e>
                        <m:r>
                          <a:rPr lang="en-US" altLang="ko-KR" sz="2000" b="0" i="1" smtClean="0">
                            <a:latin typeface="Cambria Math" panose="02040503050406030204" pitchFamily="18" charset="0"/>
                          </a:rPr>
                          <m:t>𝑒</m:t>
                        </m:r>
                      </m:e>
                      <m:sup>
                        <m:r>
                          <a:rPr lang="en-US" altLang="ko-KR" sz="2000" b="0" i="1" smtClean="0">
                            <a:latin typeface="Cambria Math" panose="02040503050406030204" pitchFamily="18" charset="0"/>
                          </a:rPr>
                          <m:t>𝑥</m:t>
                        </m:r>
                        <m:func>
                          <m:funcPr>
                            <m:ctrlPr>
                              <a:rPr lang="en-US" altLang="ko-KR" sz="2000" b="0" i="1" smtClean="0">
                                <a:latin typeface="Cambria Math" panose="02040503050406030204" pitchFamily="18" charset="0"/>
                              </a:rPr>
                            </m:ctrlPr>
                          </m:funcPr>
                          <m:fName>
                            <m:r>
                              <a:rPr lang="en-US" altLang="ko-KR" sz="2000" b="0" i="1" smtClean="0">
                                <a:latin typeface="Cambria Math" panose="02040503050406030204" pitchFamily="18" charset="0"/>
                              </a:rPr>
                              <m:t>𝑙𝑛</m:t>
                            </m:r>
                          </m:fName>
                          <m:e>
                            <m:r>
                              <a:rPr lang="en-US" altLang="ko-KR" sz="2000" b="0" i="1" smtClean="0">
                                <a:latin typeface="Cambria Math" panose="02040503050406030204" pitchFamily="18" charset="0"/>
                              </a:rPr>
                              <m:t>𝑎</m:t>
                            </m:r>
                          </m:e>
                        </m:func>
                      </m:sup>
                    </m:sSup>
                    <m:r>
                      <a:rPr lang="en-US" altLang="ko-KR" sz="2000" i="1" smtClean="0">
                        <a:latin typeface="Cambria Math" panose="02040503050406030204" pitchFamily="18" charset="0"/>
                        <a:ea typeface="Cambria Math" panose="02040503050406030204" pitchFamily="18" charset="0"/>
                      </a:rPr>
                      <m:t>×</m:t>
                    </m:r>
                    <m:func>
                      <m:funcPr>
                        <m:ctrlPr>
                          <a:rPr lang="en-US" altLang="ko-KR" sz="2000" i="1" smtClean="0">
                            <a:latin typeface="Cambria Math" panose="02040503050406030204" pitchFamily="18" charset="0"/>
                            <a:ea typeface="Cambria Math" panose="02040503050406030204" pitchFamily="18" charset="0"/>
                          </a:rPr>
                        </m:ctrlPr>
                      </m:funcPr>
                      <m:fName>
                        <m:r>
                          <a:rPr lang="en-US" altLang="ko-KR" sz="2000" i="1" smtClean="0">
                            <a:latin typeface="Cambria Math" panose="02040503050406030204" pitchFamily="18" charset="0"/>
                            <a:ea typeface="Cambria Math" panose="02040503050406030204" pitchFamily="18" charset="0"/>
                          </a:rPr>
                          <m:t>𝑙𝑛</m:t>
                        </m:r>
                      </m:fName>
                      <m:e>
                        <m:r>
                          <a:rPr lang="en-US" altLang="ko-KR" sz="2000" i="1">
                            <a:latin typeface="Cambria Math" panose="02040503050406030204" pitchFamily="18" charset="0"/>
                            <a:ea typeface="Cambria Math" panose="02040503050406030204" pitchFamily="18" charset="0"/>
                          </a:rPr>
                          <m:t>𝑎</m:t>
                        </m:r>
                      </m:e>
                    </m:func>
                    <m:r>
                      <a:rPr lang="en-US" altLang="ko-KR" sz="2000" b="0" i="1" smtClean="0">
                        <a:latin typeface="Cambria Math" panose="02040503050406030204" pitchFamily="18" charset="0"/>
                        <a:ea typeface="Cambria Math" panose="02040503050406030204" pitchFamily="18" charset="0"/>
                      </a:rPr>
                      <m:t>,  </m:t>
                    </m:r>
                    <m:r>
                      <a:rPr lang="en-US" altLang="ko-KR" sz="2000" i="1">
                        <a:latin typeface="Cambria Math" panose="02040503050406030204" pitchFamily="18" charset="0"/>
                      </a:rPr>
                      <m:t>𝑔𝑖𝑣𝑒𝑛</m:t>
                    </m:r>
                    <m:r>
                      <a:rPr lang="en-US" altLang="ko-KR" sz="2000" b="0" i="1" smtClean="0">
                        <a:latin typeface="Cambria Math" panose="02040503050406030204" pitchFamily="18" charset="0"/>
                      </a:rPr>
                      <m:t> </m:t>
                    </m:r>
                    <m:r>
                      <a:rPr lang="en-US" altLang="ko-KR" sz="2000" i="1">
                        <a:latin typeface="Cambria Math" panose="02040503050406030204" pitchFamily="18" charset="0"/>
                      </a:rPr>
                      <m:t>𝑓</m:t>
                    </m:r>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sSup>
                      <m:sSupPr>
                        <m:ctrlPr>
                          <a:rPr lang="en-US" altLang="ko-KR" sz="2000" i="1">
                            <a:latin typeface="Cambria Math" panose="02040503050406030204" pitchFamily="18" charset="0"/>
                          </a:rPr>
                        </m:ctrlPr>
                      </m:sSupPr>
                      <m:e>
                        <m:r>
                          <a:rPr lang="en-US" altLang="ko-KR" sz="2000" i="1">
                            <a:latin typeface="Cambria Math" panose="02040503050406030204" pitchFamily="18" charset="0"/>
                          </a:rPr>
                          <m:t>𝑎</m:t>
                        </m:r>
                      </m:e>
                      <m:sup>
                        <m:r>
                          <a:rPr lang="en-US" altLang="ko-KR" sz="2000" i="1">
                            <a:latin typeface="Cambria Math" panose="02040503050406030204" pitchFamily="18" charset="0"/>
                          </a:rPr>
                          <m:t>𝑥</m:t>
                        </m:r>
                      </m:sup>
                    </m:sSup>
                  </m:oMath>
                </a14:m>
                <a:endParaRPr lang="ko-KR" altLang="en-US" sz="2000" i="1" dirty="0"/>
              </a:p>
            </p:txBody>
          </p:sp>
        </mc:Choice>
        <mc:Fallback xmlns="">
          <p:sp>
            <p:nvSpPr>
              <p:cNvPr id="12" name="TextBox 11"/>
              <p:cNvSpPr txBox="1">
                <a:spLocks noRot="1" noChangeAspect="1" noMove="1" noResize="1" noEditPoints="1" noAdjustHandles="1" noChangeArrowheads="1" noChangeShapeType="1" noTextEdit="1"/>
              </p:cNvSpPr>
              <p:nvPr/>
            </p:nvSpPr>
            <p:spPr>
              <a:xfrm>
                <a:off x="918755" y="1506382"/>
                <a:ext cx="4633704" cy="313291"/>
              </a:xfrm>
              <a:prstGeom prst="rect">
                <a:avLst/>
              </a:prstGeom>
              <a:blipFill>
                <a:blip r:embed="rId4"/>
                <a:stretch>
                  <a:fillRect l="-3421" t="-26923" b="-44231"/>
                </a:stretch>
              </a:blipFill>
            </p:spPr>
            <p:txBody>
              <a:bodyPr/>
              <a:lstStyle/>
              <a:p>
                <a:r>
                  <a:rPr lang="ko-KR" altLang="en-US">
                    <a:noFill/>
                  </a:rPr>
                  <a:t> </a:t>
                </a:r>
              </a:p>
            </p:txBody>
          </p:sp>
        </mc:Fallback>
      </mc:AlternateContent>
      <p:sp>
        <p:nvSpPr>
          <p:cNvPr id="13" name="원호 12"/>
          <p:cNvSpPr/>
          <p:nvPr/>
        </p:nvSpPr>
        <p:spPr>
          <a:xfrm>
            <a:off x="1724798" y="2736273"/>
            <a:ext cx="656714" cy="755864"/>
          </a:xfrm>
          <a:prstGeom prst="arc">
            <a:avLst>
              <a:gd name="adj1" fmla="val 17554121"/>
              <a:gd name="adj2" fmla="val 4652010"/>
            </a:avLst>
          </a:prstGeom>
          <a:ln w="9525">
            <a:solidFill>
              <a:srgbClr val="C00000"/>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mc:AlternateContent xmlns:mc="http://schemas.openxmlformats.org/markup-compatibility/2006" xmlns:a14="http://schemas.microsoft.com/office/drawing/2010/main">
        <mc:Choice Requires="a14">
          <p:sp>
            <p:nvSpPr>
              <p:cNvPr id="14" name="직사각형 13"/>
              <p:cNvSpPr/>
              <p:nvPr/>
            </p:nvSpPr>
            <p:spPr>
              <a:xfrm>
                <a:off x="2365724" y="2836562"/>
                <a:ext cx="1691424" cy="28033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ko-KR" sz="1200" i="1" smtClean="0">
                          <a:solidFill>
                            <a:srgbClr val="C00000"/>
                          </a:solidFill>
                          <a:latin typeface="Cambria Math" panose="02040503050406030204" pitchFamily="18" charset="0"/>
                        </a:rPr>
                        <m:t> </m:t>
                      </m:r>
                      <m:r>
                        <a:rPr lang="en-US" altLang="ko-KR" sz="1200" i="1" smtClean="0">
                          <a:solidFill>
                            <a:srgbClr val="C00000"/>
                          </a:solidFill>
                          <a:latin typeface="Cambria Math" panose="02040503050406030204" pitchFamily="18" charset="0"/>
                        </a:rPr>
                        <m:t>𝑠𝑖𝑛𝑐𝑒</m:t>
                      </m:r>
                      <m:r>
                        <a:rPr lang="en-US" altLang="ko-KR" sz="1200" b="0" i="1" smtClean="0">
                          <a:solidFill>
                            <a:srgbClr val="C00000"/>
                          </a:solidFill>
                          <a:latin typeface="Cambria Math" panose="02040503050406030204" pitchFamily="18" charset="0"/>
                        </a:rPr>
                        <m:t> </m:t>
                      </m:r>
                      <m:sSup>
                        <m:sSupPr>
                          <m:ctrlPr>
                            <a:rPr lang="en-US" altLang="ko-KR" sz="1200" i="1" smtClean="0">
                              <a:solidFill>
                                <a:schemeClr val="tx1"/>
                              </a:solidFill>
                              <a:latin typeface="Cambria Math" panose="02040503050406030204" pitchFamily="18" charset="0"/>
                            </a:rPr>
                          </m:ctrlPr>
                        </m:sSupPr>
                        <m:e>
                          <m:r>
                            <a:rPr lang="en-US" altLang="ko-KR" sz="1200" b="0" i="1" smtClean="0">
                              <a:solidFill>
                                <a:schemeClr val="tx1"/>
                              </a:solidFill>
                              <a:latin typeface="Cambria Math" panose="02040503050406030204" pitchFamily="18" charset="0"/>
                            </a:rPr>
                            <m:t>𝑎</m:t>
                          </m:r>
                        </m:e>
                        <m:sup>
                          <m:func>
                            <m:funcPr>
                              <m:ctrlPr>
                                <a:rPr lang="en-US" altLang="ko-KR" sz="1200" i="1" smtClean="0">
                                  <a:solidFill>
                                    <a:schemeClr val="tx1"/>
                                  </a:solidFill>
                                  <a:latin typeface="Cambria Math" panose="02040503050406030204" pitchFamily="18" charset="0"/>
                                </a:rPr>
                              </m:ctrlPr>
                            </m:funcPr>
                            <m:fName>
                              <m:sSub>
                                <m:sSubPr>
                                  <m:ctrlPr>
                                    <a:rPr lang="en-US" altLang="ko-KR" sz="1200" i="1" smtClean="0">
                                      <a:solidFill>
                                        <a:schemeClr val="tx1"/>
                                      </a:solidFill>
                                      <a:latin typeface="Cambria Math" panose="02040503050406030204" pitchFamily="18" charset="0"/>
                                    </a:rPr>
                                  </m:ctrlPr>
                                </m:sSubPr>
                                <m:e>
                                  <m:r>
                                    <a:rPr lang="en-US" altLang="ko-KR" sz="1200" i="1" smtClean="0">
                                      <a:solidFill>
                                        <a:schemeClr val="tx1"/>
                                      </a:solidFill>
                                      <a:latin typeface="Cambria Math" panose="02040503050406030204" pitchFamily="18" charset="0"/>
                                    </a:rPr>
                                    <m:t>𝑙𝑜𝑔</m:t>
                                  </m:r>
                                </m:e>
                                <m:sub>
                                  <m:r>
                                    <a:rPr lang="en-US" altLang="ko-KR" sz="1200" b="0" i="1" smtClean="0">
                                      <a:solidFill>
                                        <a:schemeClr val="tx1"/>
                                      </a:solidFill>
                                      <a:latin typeface="Cambria Math" panose="02040503050406030204" pitchFamily="18" charset="0"/>
                                    </a:rPr>
                                    <m:t>𝑐</m:t>
                                  </m:r>
                                </m:sub>
                              </m:sSub>
                            </m:fName>
                            <m:e>
                              <m:r>
                                <a:rPr lang="en-US" altLang="ko-KR" sz="1200" b="0" i="1" smtClean="0">
                                  <a:solidFill>
                                    <a:schemeClr val="tx1"/>
                                  </a:solidFill>
                                  <a:latin typeface="Cambria Math" panose="02040503050406030204" pitchFamily="18" charset="0"/>
                                </a:rPr>
                                <m:t>𝑏</m:t>
                              </m:r>
                            </m:e>
                          </m:func>
                        </m:sup>
                      </m:sSup>
                      <m:r>
                        <a:rPr lang="en-US" altLang="ko-KR" sz="1200" i="1">
                          <a:solidFill>
                            <a:schemeClr val="tx1"/>
                          </a:solidFill>
                          <a:latin typeface="Cambria Math" panose="02040503050406030204" pitchFamily="18" charset="0"/>
                        </a:rPr>
                        <m:t>=</m:t>
                      </m:r>
                      <m:sSup>
                        <m:sSupPr>
                          <m:ctrlPr>
                            <a:rPr lang="en-US" altLang="ko-KR" sz="1200" i="1">
                              <a:latin typeface="Cambria Math" panose="02040503050406030204" pitchFamily="18" charset="0"/>
                            </a:rPr>
                          </m:ctrlPr>
                        </m:sSupPr>
                        <m:e>
                          <m:r>
                            <a:rPr lang="en-US" altLang="ko-KR" sz="1200" b="0" i="1" smtClean="0">
                              <a:latin typeface="Cambria Math" panose="02040503050406030204" pitchFamily="18" charset="0"/>
                            </a:rPr>
                            <m:t>𝑏</m:t>
                          </m:r>
                        </m:e>
                        <m:sup>
                          <m:func>
                            <m:funcPr>
                              <m:ctrlPr>
                                <a:rPr lang="en-US" altLang="ko-KR" sz="1200" i="1">
                                  <a:latin typeface="Cambria Math" panose="02040503050406030204" pitchFamily="18" charset="0"/>
                                </a:rPr>
                              </m:ctrlPr>
                            </m:funcPr>
                            <m:fName>
                              <m:sSub>
                                <m:sSubPr>
                                  <m:ctrlPr>
                                    <a:rPr lang="en-US" altLang="ko-KR" sz="1200" i="1">
                                      <a:latin typeface="Cambria Math" panose="02040503050406030204" pitchFamily="18" charset="0"/>
                                    </a:rPr>
                                  </m:ctrlPr>
                                </m:sSubPr>
                                <m:e>
                                  <m:r>
                                    <a:rPr lang="en-US" altLang="ko-KR" sz="1200" i="1">
                                      <a:latin typeface="Cambria Math" panose="02040503050406030204" pitchFamily="18" charset="0"/>
                                    </a:rPr>
                                    <m:t>𝑙𝑜𝑔</m:t>
                                  </m:r>
                                </m:e>
                                <m:sub>
                                  <m:r>
                                    <a:rPr lang="en-US" altLang="ko-KR" sz="1200" i="1">
                                      <a:latin typeface="Cambria Math" panose="02040503050406030204" pitchFamily="18" charset="0"/>
                                    </a:rPr>
                                    <m:t>𝑐</m:t>
                                  </m:r>
                                </m:sub>
                              </m:sSub>
                            </m:fName>
                            <m:e>
                              <m:r>
                                <a:rPr lang="en-US" altLang="ko-KR" sz="1200" b="0" i="1" smtClean="0">
                                  <a:latin typeface="Cambria Math" panose="02040503050406030204" pitchFamily="18" charset="0"/>
                                </a:rPr>
                                <m:t>𝑎</m:t>
                              </m:r>
                            </m:e>
                          </m:func>
                        </m:sup>
                      </m:sSup>
                    </m:oMath>
                  </m:oMathPara>
                </a14:m>
                <a:endParaRPr lang="ko-KR" altLang="en-US" sz="1200" i="1" dirty="0">
                  <a:solidFill>
                    <a:schemeClr val="tx1"/>
                  </a:solidFill>
                </a:endParaRPr>
              </a:p>
            </p:txBody>
          </p:sp>
        </mc:Choice>
        <mc:Fallback xmlns="">
          <p:sp>
            <p:nvSpPr>
              <p:cNvPr id="14" name="직사각형 13"/>
              <p:cNvSpPr>
                <a:spLocks noRot="1" noChangeAspect="1" noMove="1" noResize="1" noEditPoints="1" noAdjustHandles="1" noChangeArrowheads="1" noChangeShapeType="1" noTextEdit="1"/>
              </p:cNvSpPr>
              <p:nvPr/>
            </p:nvSpPr>
            <p:spPr>
              <a:xfrm>
                <a:off x="2365724" y="2836562"/>
                <a:ext cx="1691424" cy="280333"/>
              </a:xfrm>
              <a:prstGeom prst="rect">
                <a:avLst/>
              </a:prstGeom>
              <a:blipFill>
                <a:blip r:embed="rId5"/>
                <a:stretch>
                  <a:fillRect/>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422805031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mc:AlternateContent xmlns:mc="http://schemas.openxmlformats.org/markup-compatibility/2006" xmlns:a14="http://schemas.microsoft.com/office/drawing/2010/main">
        <mc:Choice Requires="a14">
          <p:graphicFrame>
            <p:nvGraphicFramePr>
              <p:cNvPr id="10" name="표 9"/>
              <p:cNvGraphicFramePr>
                <a:graphicFrameLocks noGrp="1"/>
              </p:cNvGraphicFramePr>
              <p:nvPr>
                <p:extLst>
                  <p:ext uri="{D42A27DB-BD31-4B8C-83A1-F6EECF244321}">
                    <p14:modId xmlns:p14="http://schemas.microsoft.com/office/powerpoint/2010/main" val="3050309801"/>
                  </p:ext>
                </p:extLst>
              </p:nvPr>
            </p:nvGraphicFramePr>
            <p:xfrm>
              <a:off x="930342" y="2531450"/>
              <a:ext cx="6019098" cy="3651053"/>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41513">
                    <a:tc>
                      <a:txBody>
                        <a:bodyPr/>
                        <a:lstStyle/>
                        <a:p>
                          <a:pPr algn="l" latinLnBrk="1"/>
                          <a14:m>
                            <m:oMathPara xmlns:m="http://schemas.openxmlformats.org/officeDocument/2006/math">
                              <m:oMathParaPr>
                                <m:jc m:val="left"/>
                              </m:oMathParaPr>
                              <m:oMath xmlns:m="http://schemas.openxmlformats.org/officeDocument/2006/math">
                                <m:sSup>
                                  <m:sSupPr>
                                    <m:ctrlPr>
                                      <a:rPr lang="en-US" altLang="ko-KR" sz="1400" i="1" smtClean="0">
                                        <a:latin typeface="Cambria Math" panose="02040503050406030204" pitchFamily="18" charset="0"/>
                                      </a:rPr>
                                    </m:ctrlPr>
                                  </m:sSupPr>
                                  <m:e>
                                    <m:r>
                                      <a:rPr lang="en-US" altLang="ko-KR" sz="1400" b="0" i="1" smtClean="0">
                                        <a:latin typeface="Cambria Math" panose="02040503050406030204" pitchFamily="18" charset="0"/>
                                      </a:rPr>
                                      <m:t>𝑓</m:t>
                                    </m:r>
                                  </m:e>
                                  <m:sup>
                                    <m:r>
                                      <a:rPr lang="en-US" altLang="ko-KR" sz="1400" b="0" i="1" smtClean="0">
                                        <a:latin typeface="Cambria Math" panose="02040503050406030204" pitchFamily="18" charset="0"/>
                                      </a:rPr>
                                      <m:t>′</m:t>
                                    </m:r>
                                  </m:sup>
                                </m:sSup>
                                <m:d>
                                  <m:dPr>
                                    <m:ctrlPr>
                                      <a:rPr lang="en-US" altLang="ko-KR" sz="1400" i="1">
                                        <a:latin typeface="Cambria Math" panose="02040503050406030204" pitchFamily="18" charset="0"/>
                                      </a:rPr>
                                    </m:ctrlPr>
                                  </m:dPr>
                                  <m:e>
                                    <m:r>
                                      <a:rPr lang="en-US" altLang="ko-KR" sz="1400" i="1">
                                        <a:latin typeface="Cambria Math" panose="02040503050406030204" pitchFamily="18" charset="0"/>
                                      </a:rPr>
                                      <m:t>𝑥</m:t>
                                    </m:r>
                                  </m:e>
                                </m:d>
                                <m:r>
                                  <a:rPr lang="en-US" altLang="ko-KR" sz="1400" i="1">
                                    <a:latin typeface="Cambria Math" panose="02040503050406030204" pitchFamily="18" charset="0"/>
                                  </a:rPr>
                                  <m:t>=</m:t>
                                </m:r>
                                <m:f>
                                  <m:fPr>
                                    <m:ctrlPr>
                                      <a:rPr lang="en-US" altLang="ko-KR" sz="1400" i="1" smtClean="0">
                                        <a:latin typeface="Cambria Math" panose="02040503050406030204" pitchFamily="18" charset="0"/>
                                      </a:rPr>
                                    </m:ctrlPr>
                                  </m:fPr>
                                  <m:num>
                                    <m:sSup>
                                      <m:sSupPr>
                                        <m:ctrlPr>
                                          <a:rPr lang="en-US" altLang="ko-KR" sz="1400" i="1" smtClean="0">
                                            <a:latin typeface="Cambria Math" panose="02040503050406030204" pitchFamily="18" charset="0"/>
                                          </a:rPr>
                                        </m:ctrlPr>
                                      </m:sSupPr>
                                      <m:e>
                                        <m:r>
                                          <a:rPr lang="en-US" altLang="ko-KR" sz="1400" b="0" i="1" smtClean="0">
                                            <a:latin typeface="Cambria Math" panose="02040503050406030204" pitchFamily="18" charset="0"/>
                                          </a:rPr>
                                          <m:t>𝑑𝑎</m:t>
                                        </m:r>
                                      </m:e>
                                      <m:sup>
                                        <m:r>
                                          <a:rPr lang="en-US" altLang="ko-KR" sz="1400" b="0" i="1" smtClean="0">
                                            <a:latin typeface="Cambria Math" panose="02040503050406030204" pitchFamily="18" charset="0"/>
                                          </a:rPr>
                                          <m:t>𝑥</m:t>
                                        </m:r>
                                      </m:sup>
                                    </m:sSup>
                                  </m:num>
                                  <m:den>
                                    <m:r>
                                      <a:rPr lang="en-US" altLang="ko-KR" sz="1400" b="0" i="1" smtClean="0">
                                        <a:latin typeface="Cambria Math" panose="02040503050406030204" pitchFamily="18" charset="0"/>
                                      </a:rPr>
                                      <m:t>𝑑𝑥</m:t>
                                    </m:r>
                                  </m:den>
                                </m:f>
                              </m:oMath>
                            </m:oMathPara>
                          </a14:m>
                          <a:endParaRPr lang="ko-KR" altLang="en-US" sz="14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49850590"/>
                      </a:ext>
                    </a:extLst>
                  </a:tr>
                  <a:tr h="641513">
                    <a:tc>
                      <a:txBody>
                        <a:bodyPr/>
                        <a:lstStyle/>
                        <a:p>
                          <a:pPr algn="l" latinLnBrk="1"/>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50883624"/>
                      </a:ext>
                    </a:extLst>
                  </a:tr>
                  <a:tr h="72035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9591821"/>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i="1" u="none"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71924127"/>
                      </a:ext>
                    </a:extLst>
                  </a:tr>
                  <a:tr h="549223">
                    <a:tc>
                      <a:txBody>
                        <a:bodyPr/>
                        <a:lstStyle/>
                        <a:p>
                          <a:pPr algn="l" latinLnBrk="1"/>
                          <a:endParaRPr lang="ko-KR" altLang="en-US" sz="14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33410646"/>
                      </a:ext>
                    </a:extLst>
                  </a:tr>
                </a:tbl>
              </a:graphicData>
            </a:graphic>
          </p:graphicFrame>
        </mc:Choice>
        <mc:Fallback xmlns="">
          <p:graphicFrame>
            <p:nvGraphicFramePr>
              <p:cNvPr id="10" name="표 9"/>
              <p:cNvGraphicFramePr>
                <a:graphicFrameLocks noGrp="1"/>
              </p:cNvGraphicFramePr>
              <p:nvPr>
                <p:extLst>
                  <p:ext uri="{D42A27DB-BD31-4B8C-83A1-F6EECF244321}">
                    <p14:modId xmlns:p14="http://schemas.microsoft.com/office/powerpoint/2010/main" val="3050309801"/>
                  </p:ext>
                </p:extLst>
              </p:nvPr>
            </p:nvGraphicFramePr>
            <p:xfrm>
              <a:off x="930342" y="2531450"/>
              <a:ext cx="6019098" cy="3651053"/>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41513">
                    <a:tc>
                      <a:txBody>
                        <a:bodyPr/>
                        <a:lstStyle/>
                        <a:p>
                          <a:endParaRPr lang="ko-K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b="-471429"/>
                          </a:stretch>
                        </a:blipFill>
                      </a:tcPr>
                    </a:tc>
                    <a:extLst>
                      <a:ext uri="{0D108BD9-81ED-4DB2-BD59-A6C34878D82A}">
                        <a16:rowId xmlns:a16="http://schemas.microsoft.com/office/drawing/2014/main" val="1349850590"/>
                      </a:ext>
                    </a:extLst>
                  </a:tr>
                  <a:tr h="641513">
                    <a:tc>
                      <a:txBody>
                        <a:bodyPr/>
                        <a:lstStyle/>
                        <a:p>
                          <a:pPr algn="l" latinLnBrk="1"/>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50883624"/>
                      </a:ext>
                    </a:extLst>
                  </a:tr>
                  <a:tr h="72035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9591821"/>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i="1" u="none"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71924127"/>
                      </a:ext>
                    </a:extLst>
                  </a:tr>
                  <a:tr h="549223">
                    <a:tc>
                      <a:txBody>
                        <a:bodyPr/>
                        <a:lstStyle/>
                        <a:p>
                          <a:pPr algn="l" latinLnBrk="1"/>
                          <a:endParaRPr lang="ko-KR" altLang="en-US" sz="14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33410646"/>
                      </a:ext>
                    </a:extLst>
                  </a:tr>
                </a:tbl>
              </a:graphicData>
            </a:graphic>
          </p:graphicFrame>
        </mc:Fallback>
      </mc:AlternateContent>
      <mc:AlternateContent xmlns:mc="http://schemas.openxmlformats.org/markup-compatibility/2006" xmlns:a14="http://schemas.microsoft.com/office/drawing/2010/main">
        <mc:Choice Requires="a14">
          <p:sp>
            <p:nvSpPr>
              <p:cNvPr id="11" name="TextBox 10"/>
              <p:cNvSpPr txBox="1"/>
              <p:nvPr/>
            </p:nvSpPr>
            <p:spPr>
              <a:xfrm>
                <a:off x="918755" y="1506382"/>
                <a:ext cx="4633704" cy="313291"/>
              </a:xfrm>
              <a:prstGeom prst="rect">
                <a:avLst/>
              </a:prstGeom>
              <a:noFill/>
            </p:spPr>
            <p:txBody>
              <a:bodyPr wrap="none" lIns="0" tIns="0" rIns="0" bIns="0" rtlCol="0">
                <a:spAutoFit/>
              </a:bodyPr>
              <a:lstStyle/>
              <a:p>
                <a:r>
                  <a:rPr lang="ko-KR" altLang="en-US" sz="2000" dirty="0"/>
                  <a:t>⑤</a:t>
                </a:r>
                <a14:m>
                  <m:oMath xmlns:m="http://schemas.openxmlformats.org/officeDocument/2006/math">
                    <m:sSup>
                      <m:sSupPr>
                        <m:ctrlPr>
                          <a:rPr lang="en-US" altLang="ko-KR" sz="2000" i="1" smtClean="0">
                            <a:latin typeface="Cambria Math" panose="02040503050406030204" pitchFamily="18" charset="0"/>
                          </a:rPr>
                        </m:ctrlPr>
                      </m:sSupPr>
                      <m:e>
                        <m:r>
                          <a:rPr lang="en-US" altLang="ko-KR" sz="2000" b="0" i="1" smtClean="0">
                            <a:latin typeface="Cambria Math" panose="02040503050406030204" pitchFamily="18" charset="0"/>
                          </a:rPr>
                          <m:t>𝑓</m:t>
                        </m:r>
                      </m:e>
                      <m:sup>
                        <m:r>
                          <a:rPr lang="en-US" altLang="ko-KR" sz="2000" b="0" i="1" smtClean="0">
                            <a:latin typeface="Cambria Math" panose="02040503050406030204" pitchFamily="18" charset="0"/>
                          </a:rPr>
                          <m:t>′</m:t>
                        </m:r>
                      </m:sup>
                    </m:sSup>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sSup>
                      <m:sSupPr>
                        <m:ctrlPr>
                          <a:rPr lang="en-US" altLang="ko-KR" sz="2000" i="1">
                            <a:latin typeface="Cambria Math" panose="02040503050406030204" pitchFamily="18" charset="0"/>
                          </a:rPr>
                        </m:ctrlPr>
                      </m:sSupPr>
                      <m:e>
                        <m:r>
                          <a:rPr lang="en-US" altLang="ko-KR" sz="2000" b="0" i="1" smtClean="0">
                            <a:latin typeface="Cambria Math" panose="02040503050406030204" pitchFamily="18" charset="0"/>
                          </a:rPr>
                          <m:t>𝑒</m:t>
                        </m:r>
                      </m:e>
                      <m:sup>
                        <m:r>
                          <a:rPr lang="en-US" altLang="ko-KR" sz="2000" b="0" i="1" smtClean="0">
                            <a:latin typeface="Cambria Math" panose="02040503050406030204" pitchFamily="18" charset="0"/>
                          </a:rPr>
                          <m:t>𝑥</m:t>
                        </m:r>
                        <m:func>
                          <m:funcPr>
                            <m:ctrlPr>
                              <a:rPr lang="en-US" altLang="ko-KR" sz="2000" b="0" i="1" smtClean="0">
                                <a:latin typeface="Cambria Math" panose="02040503050406030204" pitchFamily="18" charset="0"/>
                              </a:rPr>
                            </m:ctrlPr>
                          </m:funcPr>
                          <m:fName>
                            <m:r>
                              <a:rPr lang="en-US" altLang="ko-KR" sz="2000" b="0" i="1" smtClean="0">
                                <a:latin typeface="Cambria Math" panose="02040503050406030204" pitchFamily="18" charset="0"/>
                              </a:rPr>
                              <m:t>𝑙𝑛</m:t>
                            </m:r>
                          </m:fName>
                          <m:e>
                            <m:r>
                              <a:rPr lang="en-US" altLang="ko-KR" sz="2000" b="0" i="1" smtClean="0">
                                <a:latin typeface="Cambria Math" panose="02040503050406030204" pitchFamily="18" charset="0"/>
                              </a:rPr>
                              <m:t>𝑎</m:t>
                            </m:r>
                          </m:e>
                        </m:func>
                      </m:sup>
                    </m:sSup>
                    <m:r>
                      <a:rPr lang="en-US" altLang="ko-KR" sz="2000" i="1" smtClean="0">
                        <a:latin typeface="Cambria Math" panose="02040503050406030204" pitchFamily="18" charset="0"/>
                        <a:ea typeface="Cambria Math" panose="02040503050406030204" pitchFamily="18" charset="0"/>
                      </a:rPr>
                      <m:t>×</m:t>
                    </m:r>
                    <m:func>
                      <m:funcPr>
                        <m:ctrlPr>
                          <a:rPr lang="en-US" altLang="ko-KR" sz="2000" i="1" smtClean="0">
                            <a:latin typeface="Cambria Math" panose="02040503050406030204" pitchFamily="18" charset="0"/>
                            <a:ea typeface="Cambria Math" panose="02040503050406030204" pitchFamily="18" charset="0"/>
                          </a:rPr>
                        </m:ctrlPr>
                      </m:funcPr>
                      <m:fName>
                        <m:r>
                          <a:rPr lang="en-US" altLang="ko-KR" sz="2000" i="1" smtClean="0">
                            <a:latin typeface="Cambria Math" panose="02040503050406030204" pitchFamily="18" charset="0"/>
                            <a:ea typeface="Cambria Math" panose="02040503050406030204" pitchFamily="18" charset="0"/>
                          </a:rPr>
                          <m:t>𝑙𝑛</m:t>
                        </m:r>
                      </m:fName>
                      <m:e>
                        <m:r>
                          <a:rPr lang="en-US" altLang="ko-KR" sz="2000" i="1">
                            <a:latin typeface="Cambria Math" panose="02040503050406030204" pitchFamily="18" charset="0"/>
                            <a:ea typeface="Cambria Math" panose="02040503050406030204" pitchFamily="18" charset="0"/>
                          </a:rPr>
                          <m:t>𝑎</m:t>
                        </m:r>
                      </m:e>
                    </m:func>
                    <m:r>
                      <a:rPr lang="en-US" altLang="ko-KR" sz="2000" b="0" i="1" smtClean="0">
                        <a:latin typeface="Cambria Math" panose="02040503050406030204" pitchFamily="18" charset="0"/>
                        <a:ea typeface="Cambria Math" panose="02040503050406030204" pitchFamily="18" charset="0"/>
                      </a:rPr>
                      <m:t>,  </m:t>
                    </m:r>
                    <m:r>
                      <a:rPr lang="en-US" altLang="ko-KR" sz="2000" i="1">
                        <a:latin typeface="Cambria Math" panose="02040503050406030204" pitchFamily="18" charset="0"/>
                      </a:rPr>
                      <m:t>𝑔𝑖𝑣𝑒𝑛</m:t>
                    </m:r>
                    <m:r>
                      <a:rPr lang="en-US" altLang="ko-KR" sz="2000" b="0" i="1" smtClean="0">
                        <a:latin typeface="Cambria Math" panose="02040503050406030204" pitchFamily="18" charset="0"/>
                      </a:rPr>
                      <m:t> </m:t>
                    </m:r>
                    <m:r>
                      <a:rPr lang="en-US" altLang="ko-KR" sz="2000" i="1">
                        <a:latin typeface="Cambria Math" panose="02040503050406030204" pitchFamily="18" charset="0"/>
                      </a:rPr>
                      <m:t>𝑓</m:t>
                    </m:r>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sSup>
                      <m:sSupPr>
                        <m:ctrlPr>
                          <a:rPr lang="en-US" altLang="ko-KR" sz="2000" i="1">
                            <a:latin typeface="Cambria Math" panose="02040503050406030204" pitchFamily="18" charset="0"/>
                          </a:rPr>
                        </m:ctrlPr>
                      </m:sSupPr>
                      <m:e>
                        <m:r>
                          <a:rPr lang="en-US" altLang="ko-KR" sz="2000" i="1">
                            <a:latin typeface="Cambria Math" panose="02040503050406030204" pitchFamily="18" charset="0"/>
                          </a:rPr>
                          <m:t>𝑎</m:t>
                        </m:r>
                      </m:e>
                      <m:sup>
                        <m:r>
                          <a:rPr lang="en-US" altLang="ko-KR" sz="2000" i="1">
                            <a:latin typeface="Cambria Math" panose="02040503050406030204" pitchFamily="18" charset="0"/>
                          </a:rPr>
                          <m:t>𝑥</m:t>
                        </m:r>
                      </m:sup>
                    </m:sSup>
                  </m:oMath>
                </a14:m>
                <a:endParaRPr lang="ko-KR" altLang="en-US" sz="2000" i="1" dirty="0"/>
              </a:p>
            </p:txBody>
          </p:sp>
        </mc:Choice>
        <mc:Fallback xmlns="">
          <p:sp>
            <p:nvSpPr>
              <p:cNvPr id="11" name="TextBox 10"/>
              <p:cNvSpPr txBox="1">
                <a:spLocks noRot="1" noChangeAspect="1" noMove="1" noResize="1" noEditPoints="1" noAdjustHandles="1" noChangeArrowheads="1" noChangeShapeType="1" noTextEdit="1"/>
              </p:cNvSpPr>
              <p:nvPr/>
            </p:nvSpPr>
            <p:spPr>
              <a:xfrm>
                <a:off x="918755" y="1506382"/>
                <a:ext cx="4633704" cy="313291"/>
              </a:xfrm>
              <a:prstGeom prst="rect">
                <a:avLst/>
              </a:prstGeom>
              <a:blipFill>
                <a:blip r:embed="rId4"/>
                <a:stretch>
                  <a:fillRect l="-3421" t="-26923" b="-44231"/>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238719020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사각형: 둥근 모서리 8">
            <a:extLst>
              <a:ext uri="{FF2B5EF4-FFF2-40B4-BE49-F238E27FC236}">
                <a16:creationId xmlns:a16="http://schemas.microsoft.com/office/drawing/2014/main" id="{F2D1A582-7103-7E3C-2980-BB636E0BCDAF}"/>
              </a:ext>
            </a:extLst>
          </p:cNvPr>
          <p:cNvSpPr/>
          <p:nvPr/>
        </p:nvSpPr>
        <p:spPr>
          <a:xfrm>
            <a:off x="3848100" y="2531450"/>
            <a:ext cx="1457325" cy="1955561"/>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mc:AlternateContent xmlns:mc="http://schemas.openxmlformats.org/markup-compatibility/2006" xmlns:a14="http://schemas.microsoft.com/office/drawing/2010/main">
        <mc:Choice Requires="a14">
          <p:graphicFrame>
            <p:nvGraphicFramePr>
              <p:cNvPr id="10" name="표 9"/>
              <p:cNvGraphicFramePr>
                <a:graphicFrameLocks noGrp="1"/>
              </p:cNvGraphicFramePr>
              <p:nvPr>
                <p:extLst>
                  <p:ext uri="{D42A27DB-BD31-4B8C-83A1-F6EECF244321}">
                    <p14:modId xmlns:p14="http://schemas.microsoft.com/office/powerpoint/2010/main" val="2983479392"/>
                  </p:ext>
                </p:extLst>
              </p:nvPr>
            </p:nvGraphicFramePr>
            <p:xfrm>
              <a:off x="930342" y="2531450"/>
              <a:ext cx="6019098" cy="3651053"/>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41513">
                    <a:tc>
                      <a:txBody>
                        <a:bodyPr/>
                        <a:lstStyle/>
                        <a:p>
                          <a:pPr algn="l" latinLnBrk="1"/>
                          <a14:m>
                            <m:oMathPara xmlns:m="http://schemas.openxmlformats.org/officeDocument/2006/math">
                              <m:oMathParaPr>
                                <m:jc m:val="left"/>
                              </m:oMathParaPr>
                              <m:oMath xmlns:m="http://schemas.openxmlformats.org/officeDocument/2006/math">
                                <m:sSup>
                                  <m:sSupPr>
                                    <m:ctrlPr>
                                      <a:rPr lang="en-US" altLang="ko-KR" sz="1400" i="1" smtClean="0">
                                        <a:latin typeface="Cambria Math" panose="02040503050406030204" pitchFamily="18" charset="0"/>
                                      </a:rPr>
                                    </m:ctrlPr>
                                  </m:sSupPr>
                                  <m:e>
                                    <m:r>
                                      <a:rPr lang="en-US" altLang="ko-KR" sz="1400" b="0" i="1" smtClean="0">
                                        <a:latin typeface="Cambria Math" panose="02040503050406030204" pitchFamily="18" charset="0"/>
                                      </a:rPr>
                                      <m:t>𝑓</m:t>
                                    </m:r>
                                  </m:e>
                                  <m:sup>
                                    <m:r>
                                      <a:rPr lang="en-US" altLang="ko-KR" sz="1400" b="0" i="1" smtClean="0">
                                        <a:latin typeface="Cambria Math" panose="02040503050406030204" pitchFamily="18" charset="0"/>
                                      </a:rPr>
                                      <m:t>′</m:t>
                                    </m:r>
                                  </m:sup>
                                </m:sSup>
                                <m:d>
                                  <m:dPr>
                                    <m:ctrlPr>
                                      <a:rPr lang="en-US" altLang="ko-KR" sz="1400" i="1">
                                        <a:latin typeface="Cambria Math" panose="02040503050406030204" pitchFamily="18" charset="0"/>
                                      </a:rPr>
                                    </m:ctrlPr>
                                  </m:dPr>
                                  <m:e>
                                    <m:r>
                                      <a:rPr lang="en-US" altLang="ko-KR" sz="1400" i="1">
                                        <a:latin typeface="Cambria Math" panose="02040503050406030204" pitchFamily="18" charset="0"/>
                                      </a:rPr>
                                      <m:t>𝑥</m:t>
                                    </m:r>
                                  </m:e>
                                </m:d>
                                <m:r>
                                  <a:rPr lang="en-US" altLang="ko-KR" sz="1400" i="1">
                                    <a:latin typeface="Cambria Math" panose="02040503050406030204" pitchFamily="18" charset="0"/>
                                  </a:rPr>
                                  <m:t>=</m:t>
                                </m:r>
                                <m:f>
                                  <m:fPr>
                                    <m:ctrlPr>
                                      <a:rPr lang="en-US" altLang="ko-KR" sz="1400" i="1" smtClean="0">
                                        <a:latin typeface="Cambria Math" panose="02040503050406030204" pitchFamily="18" charset="0"/>
                                      </a:rPr>
                                    </m:ctrlPr>
                                  </m:fPr>
                                  <m:num>
                                    <m:sSup>
                                      <m:sSupPr>
                                        <m:ctrlPr>
                                          <a:rPr lang="en-US" altLang="ko-KR" sz="1400" i="1" smtClean="0">
                                            <a:latin typeface="Cambria Math" panose="02040503050406030204" pitchFamily="18" charset="0"/>
                                          </a:rPr>
                                        </m:ctrlPr>
                                      </m:sSupPr>
                                      <m:e>
                                        <m:r>
                                          <a:rPr lang="en-US" altLang="ko-KR" sz="1400" b="0" i="1" smtClean="0">
                                            <a:latin typeface="Cambria Math" panose="02040503050406030204" pitchFamily="18" charset="0"/>
                                          </a:rPr>
                                          <m:t>𝑑𝑎</m:t>
                                        </m:r>
                                      </m:e>
                                      <m:sup>
                                        <m:r>
                                          <a:rPr lang="en-US" altLang="ko-KR" sz="1400" b="0" i="1" smtClean="0">
                                            <a:latin typeface="Cambria Math" panose="02040503050406030204" pitchFamily="18" charset="0"/>
                                          </a:rPr>
                                          <m:t>𝑥</m:t>
                                        </m:r>
                                      </m:sup>
                                    </m:sSup>
                                  </m:num>
                                  <m:den>
                                    <m:r>
                                      <a:rPr lang="en-US" altLang="ko-KR" sz="1400" b="0" i="1" smtClean="0">
                                        <a:latin typeface="Cambria Math" panose="02040503050406030204" pitchFamily="18" charset="0"/>
                                      </a:rPr>
                                      <m:t>𝑑𝑥</m:t>
                                    </m:r>
                                  </m:den>
                                </m:f>
                              </m:oMath>
                            </m:oMathPara>
                          </a14:m>
                          <a:endParaRPr lang="ko-KR" altLang="en-US" sz="14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49850590"/>
                      </a:ext>
                    </a:extLst>
                  </a:tr>
                  <a:tr h="641513">
                    <a:tc>
                      <a:txBody>
                        <a:bodyPr/>
                        <a:lstStyle/>
                        <a:p>
                          <a:pPr algn="l" latinLnBrk="1"/>
                          <a14:m>
                            <m:oMathPara xmlns:m="http://schemas.openxmlformats.org/officeDocument/2006/math">
                              <m:oMathParaPr>
                                <m:jc m:val="left"/>
                              </m:oMathParaPr>
                              <m:oMath xmlns:m="http://schemas.openxmlformats.org/officeDocument/2006/math">
                                <m:r>
                                  <a:rPr lang="en-US" altLang="ko-KR" sz="1400" i="1" smtClean="0">
                                    <a:latin typeface="Cambria Math" panose="02040503050406030204" pitchFamily="18" charset="0"/>
                                  </a:rPr>
                                  <m:t>=</m:t>
                                </m:r>
                                <m:f>
                                  <m:fPr>
                                    <m:ctrlPr>
                                      <a:rPr lang="en-US" altLang="ko-KR" sz="1400" i="1" smtClean="0">
                                        <a:latin typeface="Cambria Math" panose="02040503050406030204" pitchFamily="18" charset="0"/>
                                      </a:rPr>
                                    </m:ctrlPr>
                                  </m:fPr>
                                  <m:num>
                                    <m:r>
                                      <a:rPr lang="en-US" altLang="ko-KR" sz="1400" i="1">
                                        <a:latin typeface="Cambria Math" panose="02040503050406030204" pitchFamily="18" charset="0"/>
                                      </a:rPr>
                                      <m:t>𝑑</m:t>
                                    </m:r>
                                  </m:num>
                                  <m:den>
                                    <m:r>
                                      <a:rPr lang="en-US" altLang="ko-KR" sz="1400" i="1">
                                        <a:latin typeface="Cambria Math" panose="02040503050406030204" pitchFamily="18" charset="0"/>
                                      </a:rPr>
                                      <m:t>𝑑𝑥</m:t>
                                    </m:r>
                                  </m:den>
                                </m:f>
                                <m:sSup>
                                  <m:sSupPr>
                                    <m:ctrlPr>
                                      <a:rPr lang="en-US" altLang="ko-KR" sz="1400" i="1" smtClean="0">
                                        <a:latin typeface="Cambria Math" panose="02040503050406030204" pitchFamily="18" charset="0"/>
                                      </a:rPr>
                                    </m:ctrlPr>
                                  </m:sSupPr>
                                  <m:e>
                                    <m:r>
                                      <a:rPr lang="en-US" altLang="ko-KR" sz="1400" b="0" i="1" smtClean="0">
                                        <a:latin typeface="Cambria Math" panose="02040503050406030204" pitchFamily="18" charset="0"/>
                                      </a:rPr>
                                      <m:t>𝑒</m:t>
                                    </m:r>
                                  </m:e>
                                  <m:sup>
                                    <m:r>
                                      <a:rPr lang="en-US" altLang="ko-KR" sz="1400" b="0" i="1" smtClean="0">
                                        <a:latin typeface="Cambria Math" panose="02040503050406030204" pitchFamily="18" charset="0"/>
                                      </a:rPr>
                                      <m:t>𝑥</m:t>
                                    </m:r>
                                    <m:func>
                                      <m:funcPr>
                                        <m:ctrlPr>
                                          <a:rPr lang="en-US" altLang="ko-KR" sz="1400" b="0" i="1" smtClean="0">
                                            <a:latin typeface="Cambria Math" panose="02040503050406030204" pitchFamily="18" charset="0"/>
                                          </a:rPr>
                                        </m:ctrlPr>
                                      </m:funcPr>
                                      <m:fName>
                                        <m:r>
                                          <m:rPr>
                                            <m:sty m:val="p"/>
                                          </m:rPr>
                                          <a:rPr lang="en-US" altLang="ko-KR" sz="1400" b="0" i="0" smtClean="0">
                                            <a:latin typeface="Cambria Math" panose="02040503050406030204" pitchFamily="18" charset="0"/>
                                          </a:rPr>
                                          <m:t>ln</m:t>
                                        </m:r>
                                      </m:fName>
                                      <m:e>
                                        <m:r>
                                          <a:rPr lang="en-US" altLang="ko-KR" sz="1400" b="0" i="1" smtClean="0">
                                            <a:latin typeface="Cambria Math" panose="02040503050406030204" pitchFamily="18" charset="0"/>
                                          </a:rPr>
                                          <m:t>𝑎</m:t>
                                        </m:r>
                                      </m:e>
                                    </m:func>
                                  </m:sup>
                                </m:sSup>
                              </m:oMath>
                            </m:oMathPara>
                          </a14:m>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50883624"/>
                      </a:ext>
                    </a:extLst>
                  </a:tr>
                  <a:tr h="72035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9591821"/>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i="1" u="none"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71924127"/>
                      </a:ext>
                    </a:extLst>
                  </a:tr>
                  <a:tr h="549223">
                    <a:tc>
                      <a:txBody>
                        <a:bodyPr/>
                        <a:lstStyle/>
                        <a:p>
                          <a:pPr algn="l" latinLnBrk="1"/>
                          <a:endParaRPr lang="ko-KR" altLang="en-US" sz="14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33410646"/>
                      </a:ext>
                    </a:extLst>
                  </a:tr>
                </a:tbl>
              </a:graphicData>
            </a:graphic>
          </p:graphicFrame>
        </mc:Choice>
        <mc:Fallback xmlns="">
          <p:graphicFrame>
            <p:nvGraphicFramePr>
              <p:cNvPr id="10" name="표 9"/>
              <p:cNvGraphicFramePr>
                <a:graphicFrameLocks noGrp="1"/>
              </p:cNvGraphicFramePr>
              <p:nvPr>
                <p:extLst>
                  <p:ext uri="{D42A27DB-BD31-4B8C-83A1-F6EECF244321}">
                    <p14:modId xmlns:p14="http://schemas.microsoft.com/office/powerpoint/2010/main" val="2983479392"/>
                  </p:ext>
                </p:extLst>
              </p:nvPr>
            </p:nvGraphicFramePr>
            <p:xfrm>
              <a:off x="930342" y="2531450"/>
              <a:ext cx="6019098" cy="3651053"/>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41513">
                    <a:tc>
                      <a:txBody>
                        <a:bodyPr/>
                        <a:lstStyle/>
                        <a:p>
                          <a:endParaRPr lang="ko-K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b="-471429"/>
                          </a:stretch>
                        </a:blipFill>
                      </a:tcPr>
                    </a:tc>
                    <a:extLst>
                      <a:ext uri="{0D108BD9-81ED-4DB2-BD59-A6C34878D82A}">
                        <a16:rowId xmlns:a16="http://schemas.microsoft.com/office/drawing/2014/main" val="1349850590"/>
                      </a:ext>
                    </a:extLst>
                  </a:tr>
                  <a:tr h="641513">
                    <a:tc>
                      <a:txBody>
                        <a:bodyPr/>
                        <a:lstStyle/>
                        <a:p>
                          <a:endParaRPr lang="ko-K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99057" b="-366981"/>
                          </a:stretch>
                        </a:blipFill>
                      </a:tcPr>
                    </a:tc>
                    <a:extLst>
                      <a:ext uri="{0D108BD9-81ED-4DB2-BD59-A6C34878D82A}">
                        <a16:rowId xmlns:a16="http://schemas.microsoft.com/office/drawing/2014/main" val="450883624"/>
                      </a:ext>
                    </a:extLst>
                  </a:tr>
                  <a:tr h="72035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9591821"/>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i="1" u="none"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71924127"/>
                      </a:ext>
                    </a:extLst>
                  </a:tr>
                  <a:tr h="549223">
                    <a:tc>
                      <a:txBody>
                        <a:bodyPr/>
                        <a:lstStyle/>
                        <a:p>
                          <a:pPr algn="l" latinLnBrk="1"/>
                          <a:endParaRPr lang="ko-KR" altLang="en-US" sz="14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33410646"/>
                      </a:ext>
                    </a:extLst>
                  </a:tr>
                </a:tbl>
              </a:graphicData>
            </a:graphic>
          </p:graphicFrame>
        </mc:Fallback>
      </mc:AlternateContent>
      <mc:AlternateContent xmlns:mc="http://schemas.openxmlformats.org/markup-compatibility/2006" xmlns:a14="http://schemas.microsoft.com/office/drawing/2010/main">
        <mc:Choice Requires="a14">
          <p:sp>
            <p:nvSpPr>
              <p:cNvPr id="11" name="TextBox 10"/>
              <p:cNvSpPr txBox="1"/>
              <p:nvPr/>
            </p:nvSpPr>
            <p:spPr>
              <a:xfrm>
                <a:off x="918755" y="1506382"/>
                <a:ext cx="4633704" cy="313291"/>
              </a:xfrm>
              <a:prstGeom prst="rect">
                <a:avLst/>
              </a:prstGeom>
              <a:noFill/>
            </p:spPr>
            <p:txBody>
              <a:bodyPr wrap="none" lIns="0" tIns="0" rIns="0" bIns="0" rtlCol="0">
                <a:spAutoFit/>
              </a:bodyPr>
              <a:lstStyle/>
              <a:p>
                <a:r>
                  <a:rPr lang="ko-KR" altLang="en-US" sz="2000" dirty="0"/>
                  <a:t>⑤</a:t>
                </a:r>
                <a14:m>
                  <m:oMath xmlns:m="http://schemas.openxmlformats.org/officeDocument/2006/math">
                    <m:sSup>
                      <m:sSupPr>
                        <m:ctrlPr>
                          <a:rPr lang="en-US" altLang="ko-KR" sz="2000" i="1" smtClean="0">
                            <a:latin typeface="Cambria Math" panose="02040503050406030204" pitchFamily="18" charset="0"/>
                          </a:rPr>
                        </m:ctrlPr>
                      </m:sSupPr>
                      <m:e>
                        <m:r>
                          <a:rPr lang="en-US" altLang="ko-KR" sz="2000" b="0" i="1" smtClean="0">
                            <a:latin typeface="Cambria Math" panose="02040503050406030204" pitchFamily="18" charset="0"/>
                          </a:rPr>
                          <m:t>𝑓</m:t>
                        </m:r>
                      </m:e>
                      <m:sup>
                        <m:r>
                          <a:rPr lang="en-US" altLang="ko-KR" sz="2000" b="0" i="1" smtClean="0">
                            <a:latin typeface="Cambria Math" panose="02040503050406030204" pitchFamily="18" charset="0"/>
                          </a:rPr>
                          <m:t>′</m:t>
                        </m:r>
                      </m:sup>
                    </m:sSup>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sSup>
                      <m:sSupPr>
                        <m:ctrlPr>
                          <a:rPr lang="en-US" altLang="ko-KR" sz="2000" i="1">
                            <a:latin typeface="Cambria Math" panose="02040503050406030204" pitchFamily="18" charset="0"/>
                          </a:rPr>
                        </m:ctrlPr>
                      </m:sSupPr>
                      <m:e>
                        <m:r>
                          <a:rPr lang="en-US" altLang="ko-KR" sz="2000" b="0" i="1" smtClean="0">
                            <a:latin typeface="Cambria Math" panose="02040503050406030204" pitchFamily="18" charset="0"/>
                          </a:rPr>
                          <m:t>𝑒</m:t>
                        </m:r>
                      </m:e>
                      <m:sup>
                        <m:r>
                          <a:rPr lang="en-US" altLang="ko-KR" sz="2000" b="0" i="1" smtClean="0">
                            <a:latin typeface="Cambria Math" panose="02040503050406030204" pitchFamily="18" charset="0"/>
                          </a:rPr>
                          <m:t>𝑥</m:t>
                        </m:r>
                        <m:func>
                          <m:funcPr>
                            <m:ctrlPr>
                              <a:rPr lang="en-US" altLang="ko-KR" sz="2000" b="0" i="1" smtClean="0">
                                <a:latin typeface="Cambria Math" panose="02040503050406030204" pitchFamily="18" charset="0"/>
                              </a:rPr>
                            </m:ctrlPr>
                          </m:funcPr>
                          <m:fName>
                            <m:r>
                              <a:rPr lang="en-US" altLang="ko-KR" sz="2000" b="0" i="1" smtClean="0">
                                <a:latin typeface="Cambria Math" panose="02040503050406030204" pitchFamily="18" charset="0"/>
                              </a:rPr>
                              <m:t>𝑙𝑛</m:t>
                            </m:r>
                          </m:fName>
                          <m:e>
                            <m:r>
                              <a:rPr lang="en-US" altLang="ko-KR" sz="2000" b="0" i="1" smtClean="0">
                                <a:latin typeface="Cambria Math" panose="02040503050406030204" pitchFamily="18" charset="0"/>
                              </a:rPr>
                              <m:t>𝑎</m:t>
                            </m:r>
                          </m:e>
                        </m:func>
                      </m:sup>
                    </m:sSup>
                    <m:r>
                      <a:rPr lang="en-US" altLang="ko-KR" sz="2000" i="1" smtClean="0">
                        <a:latin typeface="Cambria Math" panose="02040503050406030204" pitchFamily="18" charset="0"/>
                        <a:ea typeface="Cambria Math" panose="02040503050406030204" pitchFamily="18" charset="0"/>
                      </a:rPr>
                      <m:t>×</m:t>
                    </m:r>
                    <m:func>
                      <m:funcPr>
                        <m:ctrlPr>
                          <a:rPr lang="en-US" altLang="ko-KR" sz="2000" i="1" smtClean="0">
                            <a:latin typeface="Cambria Math" panose="02040503050406030204" pitchFamily="18" charset="0"/>
                            <a:ea typeface="Cambria Math" panose="02040503050406030204" pitchFamily="18" charset="0"/>
                          </a:rPr>
                        </m:ctrlPr>
                      </m:funcPr>
                      <m:fName>
                        <m:r>
                          <a:rPr lang="en-US" altLang="ko-KR" sz="2000" i="1" smtClean="0">
                            <a:latin typeface="Cambria Math" panose="02040503050406030204" pitchFamily="18" charset="0"/>
                            <a:ea typeface="Cambria Math" panose="02040503050406030204" pitchFamily="18" charset="0"/>
                          </a:rPr>
                          <m:t>𝑙𝑛</m:t>
                        </m:r>
                      </m:fName>
                      <m:e>
                        <m:r>
                          <a:rPr lang="en-US" altLang="ko-KR" sz="2000" i="1">
                            <a:latin typeface="Cambria Math" panose="02040503050406030204" pitchFamily="18" charset="0"/>
                            <a:ea typeface="Cambria Math" panose="02040503050406030204" pitchFamily="18" charset="0"/>
                          </a:rPr>
                          <m:t>𝑎</m:t>
                        </m:r>
                      </m:e>
                    </m:func>
                    <m:r>
                      <a:rPr lang="en-US" altLang="ko-KR" sz="2000" b="0" i="1" smtClean="0">
                        <a:latin typeface="Cambria Math" panose="02040503050406030204" pitchFamily="18" charset="0"/>
                        <a:ea typeface="Cambria Math" panose="02040503050406030204" pitchFamily="18" charset="0"/>
                      </a:rPr>
                      <m:t>,  </m:t>
                    </m:r>
                    <m:r>
                      <a:rPr lang="en-US" altLang="ko-KR" sz="2000" i="1">
                        <a:latin typeface="Cambria Math" panose="02040503050406030204" pitchFamily="18" charset="0"/>
                      </a:rPr>
                      <m:t>𝑔𝑖𝑣𝑒𝑛</m:t>
                    </m:r>
                    <m:r>
                      <a:rPr lang="en-US" altLang="ko-KR" sz="2000" b="0" i="1" smtClean="0">
                        <a:latin typeface="Cambria Math" panose="02040503050406030204" pitchFamily="18" charset="0"/>
                      </a:rPr>
                      <m:t> </m:t>
                    </m:r>
                    <m:r>
                      <a:rPr lang="en-US" altLang="ko-KR" sz="2000" i="1">
                        <a:latin typeface="Cambria Math" panose="02040503050406030204" pitchFamily="18" charset="0"/>
                      </a:rPr>
                      <m:t>𝑓</m:t>
                    </m:r>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sSup>
                      <m:sSupPr>
                        <m:ctrlPr>
                          <a:rPr lang="en-US" altLang="ko-KR" sz="2000" i="1">
                            <a:latin typeface="Cambria Math" panose="02040503050406030204" pitchFamily="18" charset="0"/>
                          </a:rPr>
                        </m:ctrlPr>
                      </m:sSupPr>
                      <m:e>
                        <m:r>
                          <a:rPr lang="en-US" altLang="ko-KR" sz="2000" i="1">
                            <a:latin typeface="Cambria Math" panose="02040503050406030204" pitchFamily="18" charset="0"/>
                          </a:rPr>
                          <m:t>𝑎</m:t>
                        </m:r>
                      </m:e>
                      <m:sup>
                        <m:r>
                          <a:rPr lang="en-US" altLang="ko-KR" sz="2000" i="1">
                            <a:latin typeface="Cambria Math" panose="02040503050406030204" pitchFamily="18" charset="0"/>
                          </a:rPr>
                          <m:t>𝑥</m:t>
                        </m:r>
                      </m:sup>
                    </m:sSup>
                  </m:oMath>
                </a14:m>
                <a:endParaRPr lang="ko-KR" altLang="en-US" sz="2000" i="1" dirty="0"/>
              </a:p>
            </p:txBody>
          </p:sp>
        </mc:Choice>
        <mc:Fallback xmlns="">
          <p:sp>
            <p:nvSpPr>
              <p:cNvPr id="11" name="TextBox 10"/>
              <p:cNvSpPr txBox="1">
                <a:spLocks noRot="1" noChangeAspect="1" noMove="1" noResize="1" noEditPoints="1" noAdjustHandles="1" noChangeArrowheads="1" noChangeShapeType="1" noTextEdit="1"/>
              </p:cNvSpPr>
              <p:nvPr/>
            </p:nvSpPr>
            <p:spPr>
              <a:xfrm>
                <a:off x="918755" y="1506382"/>
                <a:ext cx="4633704" cy="313291"/>
              </a:xfrm>
              <a:prstGeom prst="rect">
                <a:avLst/>
              </a:prstGeom>
              <a:blipFill>
                <a:blip r:embed="rId4"/>
                <a:stretch>
                  <a:fillRect l="-3421" t="-26923" b="-44231"/>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1BA1AE21-0294-456B-7D04-79D6513C1022}"/>
                  </a:ext>
                </a:extLst>
              </p:cNvPr>
              <p:cNvSpPr txBox="1"/>
              <p:nvPr/>
            </p:nvSpPr>
            <p:spPr>
              <a:xfrm>
                <a:off x="2144113" y="2923167"/>
                <a:ext cx="1108710" cy="280333"/>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p>
                        <m:sSupPr>
                          <m:ctrlPr>
                            <a:rPr lang="en-US" altLang="ko-KR" sz="1200" i="1">
                              <a:latin typeface="Cambria Math" panose="02040503050406030204" pitchFamily="18" charset="0"/>
                            </a:rPr>
                          </m:ctrlPr>
                        </m:sSupPr>
                        <m:e>
                          <m:r>
                            <a:rPr lang="en-US" altLang="ko-KR" sz="1200" i="1">
                              <a:latin typeface="Cambria Math" panose="02040503050406030204" pitchFamily="18" charset="0"/>
                            </a:rPr>
                            <m:t>𝑎</m:t>
                          </m:r>
                        </m:e>
                        <m:sup>
                          <m:r>
                            <a:rPr lang="en-US" altLang="ko-KR" sz="1200" i="1">
                              <a:latin typeface="Cambria Math" panose="02040503050406030204" pitchFamily="18" charset="0"/>
                            </a:rPr>
                            <m:t>𝑥</m:t>
                          </m:r>
                        </m:sup>
                      </m:sSup>
                      <m:r>
                        <a:rPr lang="en-US" altLang="ko-KR" sz="1200" i="1" smtClean="0">
                          <a:latin typeface="Cambria Math" panose="02040503050406030204" pitchFamily="18" charset="0"/>
                        </a:rPr>
                        <m:t>=</m:t>
                      </m:r>
                      <m:sSup>
                        <m:sSupPr>
                          <m:ctrlPr>
                            <a:rPr lang="en-US" altLang="ko-KR" sz="1200" b="0" i="1" smtClean="0">
                              <a:latin typeface="Cambria Math" panose="02040503050406030204" pitchFamily="18" charset="0"/>
                            </a:rPr>
                          </m:ctrlPr>
                        </m:sSupPr>
                        <m:e>
                          <m:r>
                            <a:rPr lang="en-US" altLang="ko-KR" sz="1200" b="0" i="1" smtClean="0">
                              <a:latin typeface="Cambria Math" panose="02040503050406030204" pitchFamily="18" charset="0"/>
                            </a:rPr>
                            <m:t>𝑒</m:t>
                          </m:r>
                        </m:e>
                        <m:sup>
                          <m:r>
                            <a:rPr lang="en-US" altLang="ko-KR" sz="1200" b="0" i="1" smtClean="0">
                              <a:latin typeface="Cambria Math" panose="02040503050406030204" pitchFamily="18" charset="0"/>
                            </a:rPr>
                            <m:t>𝑥</m:t>
                          </m:r>
                          <m:func>
                            <m:funcPr>
                              <m:ctrlPr>
                                <a:rPr lang="en-US" altLang="ko-KR" sz="1200" i="1" smtClean="0">
                                  <a:latin typeface="Cambria Math" panose="02040503050406030204" pitchFamily="18" charset="0"/>
                                </a:rPr>
                              </m:ctrlPr>
                            </m:funcPr>
                            <m:fName>
                              <m:r>
                                <a:rPr lang="en-US" altLang="ko-KR" sz="1200" i="1" smtClean="0">
                                  <a:latin typeface="Cambria Math" panose="02040503050406030204" pitchFamily="18" charset="0"/>
                                </a:rPr>
                                <m:t>𝑙</m:t>
                              </m:r>
                              <m:r>
                                <a:rPr lang="en-US" altLang="ko-KR" sz="1200" b="0" i="1" smtClean="0">
                                  <a:latin typeface="Cambria Math" panose="02040503050406030204" pitchFamily="18" charset="0"/>
                                </a:rPr>
                                <m:t>𝑛</m:t>
                              </m:r>
                            </m:fName>
                            <m:e>
                              <m:r>
                                <a:rPr lang="en-US" altLang="ko-KR" sz="1200" b="0" i="1" smtClean="0">
                                  <a:latin typeface="Cambria Math" panose="02040503050406030204" pitchFamily="18" charset="0"/>
                                </a:rPr>
                                <m:t>𝑎</m:t>
                              </m:r>
                            </m:e>
                          </m:func>
                        </m:sup>
                      </m:sSup>
                    </m:oMath>
                  </m:oMathPara>
                </a14:m>
                <a:endParaRPr lang="ko-KR" altLang="en-US" sz="1200" dirty="0"/>
              </a:p>
            </p:txBody>
          </p:sp>
        </mc:Choice>
        <mc:Fallback xmlns="">
          <p:sp>
            <p:nvSpPr>
              <p:cNvPr id="3" name="TextBox 2">
                <a:extLst>
                  <a:ext uri="{FF2B5EF4-FFF2-40B4-BE49-F238E27FC236}">
                    <a16:creationId xmlns:a16="http://schemas.microsoft.com/office/drawing/2014/main" id="{1BA1AE21-0294-456B-7D04-79D6513C1022}"/>
                  </a:ext>
                </a:extLst>
              </p:cNvPr>
              <p:cNvSpPr txBox="1">
                <a:spLocks noRot="1" noChangeAspect="1" noMove="1" noResize="1" noEditPoints="1" noAdjustHandles="1" noChangeArrowheads="1" noChangeShapeType="1" noTextEdit="1"/>
              </p:cNvSpPr>
              <p:nvPr/>
            </p:nvSpPr>
            <p:spPr>
              <a:xfrm>
                <a:off x="2144113" y="2923167"/>
                <a:ext cx="1108710" cy="280333"/>
              </a:xfrm>
              <a:prstGeom prst="rect">
                <a:avLst/>
              </a:prstGeom>
              <a:blipFill>
                <a:blip r:embed="rId5"/>
                <a:stretch>
                  <a:fillRect/>
                </a:stretch>
              </a:blipFill>
            </p:spPr>
            <p:txBody>
              <a:bodyPr/>
              <a:lstStyle/>
              <a:p>
                <a:r>
                  <a:rPr lang="ko-KR" altLang="en-US">
                    <a:noFill/>
                  </a:rPr>
                  <a:t> </a:t>
                </a:r>
              </a:p>
            </p:txBody>
          </p:sp>
        </mc:Fallback>
      </mc:AlternateContent>
      <p:sp>
        <p:nvSpPr>
          <p:cNvPr id="4" name="원호 3">
            <a:extLst>
              <a:ext uri="{FF2B5EF4-FFF2-40B4-BE49-F238E27FC236}">
                <a16:creationId xmlns:a16="http://schemas.microsoft.com/office/drawing/2014/main" id="{2A80DA39-5C84-4639-4735-F08822DCE57C}"/>
              </a:ext>
            </a:extLst>
          </p:cNvPr>
          <p:cNvSpPr/>
          <p:nvPr/>
        </p:nvSpPr>
        <p:spPr>
          <a:xfrm>
            <a:off x="1458824" y="2690716"/>
            <a:ext cx="656714" cy="726956"/>
          </a:xfrm>
          <a:prstGeom prst="arc">
            <a:avLst>
              <a:gd name="adj1" fmla="val 18560689"/>
              <a:gd name="adj2" fmla="val 4445883"/>
            </a:avLst>
          </a:prstGeom>
          <a:ln w="9525">
            <a:solidFill>
              <a:srgbClr val="C00000"/>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mc:AlternateContent xmlns:mc="http://schemas.openxmlformats.org/markup-compatibility/2006">
        <mc:Choice xmlns:a14="http://schemas.microsoft.com/office/drawing/2010/main" Requires="a14">
          <p:graphicFrame>
            <p:nvGraphicFramePr>
              <p:cNvPr id="7" name="표 6">
                <a:extLst>
                  <a:ext uri="{FF2B5EF4-FFF2-40B4-BE49-F238E27FC236}">
                    <a16:creationId xmlns:a16="http://schemas.microsoft.com/office/drawing/2014/main" id="{2123E161-7DED-E3C9-ECC7-0A40155E9E12}"/>
                  </a:ext>
                </a:extLst>
              </p:cNvPr>
              <p:cNvGraphicFramePr>
                <a:graphicFrameLocks noGrp="1"/>
              </p:cNvGraphicFramePr>
              <p:nvPr>
                <p:extLst>
                  <p:ext uri="{D42A27DB-BD31-4B8C-83A1-F6EECF244321}">
                    <p14:modId xmlns:p14="http://schemas.microsoft.com/office/powerpoint/2010/main" val="3116752184"/>
                  </p:ext>
                </p:extLst>
              </p:nvPr>
            </p:nvGraphicFramePr>
            <p:xfrm>
              <a:off x="3939891" y="2595466"/>
              <a:ext cx="1612568" cy="1796295"/>
            </p:xfrm>
            <a:graphic>
              <a:graphicData uri="http://schemas.openxmlformats.org/drawingml/2006/table">
                <a:tbl>
                  <a:tblPr firstRow="1" bandRow="1">
                    <a:tableStyleId>{2D5ABB26-0587-4C30-8999-92F81FD0307C}</a:tableStyleId>
                  </a:tblPr>
                  <a:tblGrid>
                    <a:gridCol w="1612568">
                      <a:extLst>
                        <a:ext uri="{9D8B030D-6E8A-4147-A177-3AD203B41FA5}">
                          <a16:colId xmlns:a16="http://schemas.microsoft.com/office/drawing/2014/main" val="3141817293"/>
                        </a:ext>
                      </a:extLst>
                    </a:gridCol>
                  </a:tblGrid>
                  <a:tr h="451439">
                    <a:tc>
                      <a:txBody>
                        <a:bodyPr/>
                        <a:lstStyle/>
                        <a:p>
                          <a:pPr algn="l" latinLnBrk="1"/>
                          <a14:m>
                            <m:oMathPara xmlns:m="http://schemas.openxmlformats.org/officeDocument/2006/math">
                              <m:oMathParaPr>
                                <m:jc m:val="left"/>
                              </m:oMathParaPr>
                              <m:oMath xmlns:m="http://schemas.openxmlformats.org/officeDocument/2006/math">
                                <m:sSup>
                                  <m:sSupPr>
                                    <m:ctrlPr>
                                      <a:rPr lang="en-US" altLang="ko-KR" sz="1600" i="1" smtClean="0">
                                        <a:latin typeface="Cambria Math" panose="02040503050406030204" pitchFamily="18" charset="0"/>
                                      </a:rPr>
                                    </m:ctrlPr>
                                  </m:sSupPr>
                                  <m:e>
                                    <m:r>
                                      <a:rPr lang="en-US" altLang="ko-KR" sz="1600" b="0" i="1" smtClean="0">
                                        <a:latin typeface="Cambria Math" panose="02040503050406030204" pitchFamily="18" charset="0"/>
                                      </a:rPr>
                                      <m:t>𝑎</m:t>
                                    </m:r>
                                  </m:e>
                                  <m:sup>
                                    <m:r>
                                      <a:rPr lang="en-US" altLang="ko-KR" sz="1600" b="0" i="1" smtClean="0">
                                        <a:latin typeface="Cambria Math" panose="02040503050406030204" pitchFamily="18" charset="0"/>
                                      </a:rPr>
                                      <m:t>𝑥</m:t>
                                    </m:r>
                                  </m:sup>
                                </m:sSup>
                                <m:r>
                                  <a:rPr lang="en-US" altLang="ko-KR" sz="1600" i="1" smtClean="0">
                                    <a:latin typeface="Cambria Math" panose="02040503050406030204" pitchFamily="18" charset="0"/>
                                  </a:rPr>
                                  <m:t>=</m:t>
                                </m:r>
                                <m:sSup>
                                  <m:sSupPr>
                                    <m:ctrlPr>
                                      <a:rPr lang="en-US" altLang="ko-KR" sz="1600" i="1" smtClean="0">
                                        <a:latin typeface="Cambria Math" panose="02040503050406030204" pitchFamily="18" charset="0"/>
                                      </a:rPr>
                                    </m:ctrlPr>
                                  </m:sSupPr>
                                  <m:e>
                                    <m:r>
                                      <a:rPr lang="en-US" altLang="ko-KR" sz="1600" b="0" i="1" smtClean="0">
                                        <a:latin typeface="Cambria Math" panose="02040503050406030204" pitchFamily="18" charset="0"/>
                                      </a:rPr>
                                      <m:t>𝑎</m:t>
                                    </m:r>
                                  </m:e>
                                  <m:sup>
                                    <m:func>
                                      <m:funcPr>
                                        <m:ctrlPr>
                                          <a:rPr lang="en-US" altLang="ko-KR" sz="1600" b="0" i="1" smtClean="0">
                                            <a:latin typeface="Cambria Math" panose="02040503050406030204" pitchFamily="18" charset="0"/>
                                          </a:rPr>
                                        </m:ctrlPr>
                                      </m:funcPr>
                                      <m:fName>
                                        <m:sSub>
                                          <m:sSubPr>
                                            <m:ctrlPr>
                                              <a:rPr lang="en-US" altLang="ko-KR" sz="1600" b="0" i="1" smtClean="0">
                                                <a:latin typeface="Cambria Math" panose="02040503050406030204" pitchFamily="18" charset="0"/>
                                              </a:rPr>
                                            </m:ctrlPr>
                                          </m:sSubPr>
                                          <m:e>
                                            <m:r>
                                              <a:rPr lang="en-US" altLang="ko-KR" sz="1600" b="0" i="1" smtClean="0">
                                                <a:latin typeface="Cambria Math" panose="02040503050406030204" pitchFamily="18" charset="0"/>
                                              </a:rPr>
                                              <m:t>𝑙𝑜𝑔</m:t>
                                            </m:r>
                                          </m:e>
                                          <m:sub>
                                            <m:r>
                                              <a:rPr lang="en-US" altLang="ko-KR" sz="1600" b="0" i="1" smtClean="0">
                                                <a:latin typeface="Cambria Math" panose="02040503050406030204" pitchFamily="18" charset="0"/>
                                              </a:rPr>
                                              <m:t>𝑒</m:t>
                                            </m:r>
                                          </m:sub>
                                        </m:sSub>
                                      </m:fName>
                                      <m:e>
                                        <m:sSup>
                                          <m:sSupPr>
                                            <m:ctrlPr>
                                              <a:rPr lang="en-US" altLang="ko-KR" sz="1600" b="0" i="1" smtClean="0">
                                                <a:latin typeface="Cambria Math" panose="02040503050406030204" pitchFamily="18" charset="0"/>
                                              </a:rPr>
                                            </m:ctrlPr>
                                          </m:sSupPr>
                                          <m:e>
                                            <m:r>
                                              <a:rPr lang="en-US" altLang="ko-KR" sz="1600" b="0" i="1" smtClean="0">
                                                <a:latin typeface="Cambria Math" panose="02040503050406030204" pitchFamily="18" charset="0"/>
                                              </a:rPr>
                                              <m:t>𝑒</m:t>
                                            </m:r>
                                          </m:e>
                                          <m:sup>
                                            <m:r>
                                              <a:rPr lang="en-US" altLang="ko-KR" sz="1600" b="0" i="1" smtClean="0">
                                                <a:latin typeface="Cambria Math" panose="02040503050406030204" pitchFamily="18" charset="0"/>
                                              </a:rPr>
                                              <m:t>𝑥</m:t>
                                            </m:r>
                                          </m:sup>
                                        </m:sSup>
                                      </m:e>
                                    </m:func>
                                  </m:sup>
                                </m:sSup>
                              </m:oMath>
                            </m:oMathPara>
                          </a14:m>
                          <a:endParaRPr lang="ko-KR" altLang="en-US" sz="16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08692150"/>
                      </a:ext>
                    </a:extLst>
                  </a:tr>
                  <a:tr h="45143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altLang="ko-KR" sz="1600" i="1" smtClean="0">
                                    <a:latin typeface="Cambria Math" panose="02040503050406030204" pitchFamily="18" charset="0"/>
                                  </a:rPr>
                                  <m:t>=</m:t>
                                </m:r>
                                <m:sSup>
                                  <m:sSupPr>
                                    <m:ctrlPr>
                                      <a:rPr lang="en-US" altLang="ko-KR" sz="1600" i="1" smtClean="0">
                                        <a:latin typeface="Cambria Math" panose="02040503050406030204" pitchFamily="18" charset="0"/>
                                      </a:rPr>
                                    </m:ctrlPr>
                                  </m:sSupPr>
                                  <m:e>
                                    <m:d>
                                      <m:dPr>
                                        <m:ctrlPr>
                                          <a:rPr lang="en-US" altLang="ko-KR" sz="1600" i="1" smtClean="0">
                                            <a:latin typeface="Cambria Math" panose="02040503050406030204" pitchFamily="18" charset="0"/>
                                          </a:rPr>
                                        </m:ctrlPr>
                                      </m:dPr>
                                      <m:e>
                                        <m:sSup>
                                          <m:sSupPr>
                                            <m:ctrlPr>
                                              <a:rPr lang="en-US" altLang="ko-KR" sz="1600" i="1" smtClean="0">
                                                <a:latin typeface="Cambria Math" panose="02040503050406030204" pitchFamily="18" charset="0"/>
                                              </a:rPr>
                                            </m:ctrlPr>
                                          </m:sSupPr>
                                          <m:e>
                                            <m:r>
                                              <a:rPr lang="en-US" altLang="ko-KR" sz="1600" b="0" i="1" smtClean="0">
                                                <a:latin typeface="Cambria Math" panose="02040503050406030204" pitchFamily="18" charset="0"/>
                                              </a:rPr>
                                              <m:t>𝑒</m:t>
                                            </m:r>
                                          </m:e>
                                          <m:sup>
                                            <m:r>
                                              <a:rPr lang="en-US" altLang="ko-KR" sz="1600" b="0" i="1" smtClean="0">
                                                <a:latin typeface="Cambria Math" panose="02040503050406030204" pitchFamily="18" charset="0"/>
                                              </a:rPr>
                                              <m:t>𝑥</m:t>
                                            </m:r>
                                          </m:sup>
                                        </m:sSup>
                                      </m:e>
                                    </m:d>
                                  </m:e>
                                  <m:sup>
                                    <m:func>
                                      <m:funcPr>
                                        <m:ctrlPr>
                                          <a:rPr lang="en-US" altLang="ko-KR" sz="1600" i="1" smtClean="0">
                                            <a:latin typeface="Cambria Math" panose="02040503050406030204" pitchFamily="18" charset="0"/>
                                          </a:rPr>
                                        </m:ctrlPr>
                                      </m:funcPr>
                                      <m:fName>
                                        <m:sSub>
                                          <m:sSubPr>
                                            <m:ctrlPr>
                                              <a:rPr lang="en-US" altLang="ko-KR" sz="1600" i="1" smtClean="0">
                                                <a:latin typeface="Cambria Math" panose="02040503050406030204" pitchFamily="18" charset="0"/>
                                              </a:rPr>
                                            </m:ctrlPr>
                                          </m:sSubPr>
                                          <m:e>
                                            <m:r>
                                              <a:rPr lang="en-US" altLang="ko-KR" sz="1600" i="1" smtClean="0">
                                                <a:latin typeface="Cambria Math" panose="02040503050406030204" pitchFamily="18" charset="0"/>
                                              </a:rPr>
                                              <m:t>𝑙𝑜𝑔</m:t>
                                            </m:r>
                                          </m:e>
                                          <m:sub>
                                            <m:r>
                                              <a:rPr lang="en-US" altLang="ko-KR" sz="1600" b="0" i="1" smtClean="0">
                                                <a:latin typeface="Cambria Math" panose="02040503050406030204" pitchFamily="18" charset="0"/>
                                              </a:rPr>
                                              <m:t>𝑒</m:t>
                                            </m:r>
                                          </m:sub>
                                        </m:sSub>
                                      </m:fName>
                                      <m:e>
                                        <m:r>
                                          <a:rPr lang="en-US" altLang="ko-KR" sz="1600" b="0" i="1" smtClean="0">
                                            <a:latin typeface="Cambria Math" panose="02040503050406030204" pitchFamily="18" charset="0"/>
                                          </a:rPr>
                                          <m:t>𝑎</m:t>
                                        </m:r>
                                      </m:e>
                                    </m:func>
                                  </m:sup>
                                </m:sSup>
                              </m:oMath>
                            </m:oMathPara>
                          </a14:m>
                          <a:endParaRPr lang="ko-KR" altLang="en-US" sz="16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78160934"/>
                      </a:ext>
                    </a:extLst>
                  </a:tr>
                  <a:tr h="5069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altLang="ko-KR" sz="1600" i="1" smtClean="0">
                                    <a:latin typeface="Cambria Math" panose="02040503050406030204" pitchFamily="18" charset="0"/>
                                  </a:rPr>
                                  <m:t>=</m:t>
                                </m:r>
                                <m:sSup>
                                  <m:sSupPr>
                                    <m:ctrlPr>
                                      <a:rPr lang="en-US" altLang="ko-KR" sz="1600" b="0" i="1" smtClean="0">
                                        <a:latin typeface="Cambria Math" panose="02040503050406030204" pitchFamily="18" charset="0"/>
                                      </a:rPr>
                                    </m:ctrlPr>
                                  </m:sSupPr>
                                  <m:e>
                                    <m:r>
                                      <a:rPr lang="en-US" altLang="ko-KR" sz="1600" b="0" i="1" smtClean="0">
                                        <a:latin typeface="Cambria Math" panose="02040503050406030204" pitchFamily="18" charset="0"/>
                                      </a:rPr>
                                      <m:t>𝑒</m:t>
                                    </m:r>
                                  </m:e>
                                  <m:sup>
                                    <m:r>
                                      <a:rPr lang="en-US" altLang="ko-KR" sz="1600" b="0" i="1" smtClean="0">
                                        <a:latin typeface="Cambria Math" panose="02040503050406030204" pitchFamily="18" charset="0"/>
                                      </a:rPr>
                                      <m:t>𝑥</m:t>
                                    </m:r>
                                    <m:func>
                                      <m:funcPr>
                                        <m:ctrlPr>
                                          <a:rPr lang="en-US" altLang="ko-KR" sz="1600" i="1" smtClean="0">
                                            <a:latin typeface="Cambria Math" panose="02040503050406030204" pitchFamily="18" charset="0"/>
                                          </a:rPr>
                                        </m:ctrlPr>
                                      </m:funcPr>
                                      <m:fName>
                                        <m:sSub>
                                          <m:sSubPr>
                                            <m:ctrlPr>
                                              <a:rPr lang="en-US" altLang="ko-KR" sz="1600" i="1" smtClean="0">
                                                <a:latin typeface="Cambria Math" panose="02040503050406030204" pitchFamily="18" charset="0"/>
                                              </a:rPr>
                                            </m:ctrlPr>
                                          </m:sSubPr>
                                          <m:e>
                                            <m:r>
                                              <a:rPr lang="en-US" altLang="ko-KR" sz="1600" i="1" smtClean="0">
                                                <a:latin typeface="Cambria Math" panose="02040503050406030204" pitchFamily="18" charset="0"/>
                                              </a:rPr>
                                              <m:t>𝑙𝑜𝑔</m:t>
                                            </m:r>
                                          </m:e>
                                          <m:sub>
                                            <m:r>
                                              <a:rPr lang="en-US" altLang="ko-KR" sz="1600" b="0" i="1" smtClean="0">
                                                <a:latin typeface="Cambria Math" panose="02040503050406030204" pitchFamily="18" charset="0"/>
                                              </a:rPr>
                                              <m:t>𝑒</m:t>
                                            </m:r>
                                          </m:sub>
                                        </m:sSub>
                                      </m:fName>
                                      <m:e>
                                        <m:r>
                                          <a:rPr lang="en-US" altLang="ko-KR" sz="1600" b="0" i="1" smtClean="0">
                                            <a:latin typeface="Cambria Math" panose="02040503050406030204" pitchFamily="18" charset="0"/>
                                          </a:rPr>
                                          <m:t>𝑎</m:t>
                                        </m:r>
                                      </m:e>
                                    </m:func>
                                  </m:sup>
                                </m:sSup>
                              </m:oMath>
                            </m:oMathPara>
                          </a14:m>
                          <a:endParaRPr lang="ko-KR" altLang="en-US" sz="16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01705616"/>
                      </a:ext>
                    </a:extLst>
                  </a:tr>
                  <a:tr h="38649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altLang="ko-KR" sz="1600" i="1" smtClean="0">
                                    <a:latin typeface="Cambria Math" panose="02040503050406030204" pitchFamily="18" charset="0"/>
                                  </a:rPr>
                                  <m:t>=</m:t>
                                </m:r>
                                <m:sSup>
                                  <m:sSupPr>
                                    <m:ctrlPr>
                                      <a:rPr lang="en-US" altLang="ko-KR" sz="1600" b="0" i="1" smtClean="0">
                                        <a:latin typeface="Cambria Math" panose="02040503050406030204" pitchFamily="18" charset="0"/>
                                      </a:rPr>
                                    </m:ctrlPr>
                                  </m:sSupPr>
                                  <m:e>
                                    <m:r>
                                      <a:rPr lang="en-US" altLang="ko-KR" sz="1600" b="0" i="1" smtClean="0">
                                        <a:latin typeface="Cambria Math" panose="02040503050406030204" pitchFamily="18" charset="0"/>
                                      </a:rPr>
                                      <m:t>𝑒</m:t>
                                    </m:r>
                                  </m:e>
                                  <m:sup>
                                    <m:r>
                                      <a:rPr lang="en-US" altLang="ko-KR" sz="1600" b="0" i="1" smtClean="0">
                                        <a:latin typeface="Cambria Math" panose="02040503050406030204" pitchFamily="18" charset="0"/>
                                      </a:rPr>
                                      <m:t>𝑥</m:t>
                                    </m:r>
                                    <m:func>
                                      <m:funcPr>
                                        <m:ctrlPr>
                                          <a:rPr lang="en-US" altLang="ko-KR" sz="1600" i="1" smtClean="0">
                                            <a:latin typeface="Cambria Math" panose="02040503050406030204" pitchFamily="18" charset="0"/>
                                          </a:rPr>
                                        </m:ctrlPr>
                                      </m:funcPr>
                                      <m:fName>
                                        <m:r>
                                          <a:rPr lang="en-US" altLang="ko-KR" sz="1600" i="1" smtClean="0">
                                            <a:latin typeface="Cambria Math" panose="02040503050406030204" pitchFamily="18" charset="0"/>
                                          </a:rPr>
                                          <m:t>𝑙</m:t>
                                        </m:r>
                                        <m:r>
                                          <a:rPr lang="en-US" altLang="ko-KR" sz="1600" b="0" i="1" smtClean="0">
                                            <a:latin typeface="Cambria Math" panose="02040503050406030204" pitchFamily="18" charset="0"/>
                                          </a:rPr>
                                          <m:t>𝑛</m:t>
                                        </m:r>
                                      </m:fName>
                                      <m:e>
                                        <m:r>
                                          <a:rPr lang="en-US" altLang="ko-KR" sz="1600" b="0" i="1" smtClean="0">
                                            <a:latin typeface="Cambria Math" panose="02040503050406030204" pitchFamily="18" charset="0"/>
                                          </a:rPr>
                                          <m:t>𝑎</m:t>
                                        </m:r>
                                      </m:e>
                                    </m:func>
                                  </m:sup>
                                </m:sSup>
                              </m:oMath>
                            </m:oMathPara>
                          </a14:m>
                          <a:endParaRPr lang="ko-KR" altLang="en-US" sz="16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81722229"/>
                      </a:ext>
                    </a:extLst>
                  </a:tr>
                </a:tbl>
              </a:graphicData>
            </a:graphic>
          </p:graphicFrame>
        </mc:Choice>
        <mc:Fallback>
          <p:graphicFrame>
            <p:nvGraphicFramePr>
              <p:cNvPr id="7" name="표 6">
                <a:extLst>
                  <a:ext uri="{FF2B5EF4-FFF2-40B4-BE49-F238E27FC236}">
                    <a16:creationId xmlns:a16="http://schemas.microsoft.com/office/drawing/2014/main" id="{2123E161-7DED-E3C9-ECC7-0A40155E9E12}"/>
                  </a:ext>
                </a:extLst>
              </p:cNvPr>
              <p:cNvGraphicFramePr>
                <a:graphicFrameLocks noGrp="1"/>
              </p:cNvGraphicFramePr>
              <p:nvPr>
                <p:extLst>
                  <p:ext uri="{D42A27DB-BD31-4B8C-83A1-F6EECF244321}">
                    <p14:modId xmlns:p14="http://schemas.microsoft.com/office/powerpoint/2010/main" val="3116752184"/>
                  </p:ext>
                </p:extLst>
              </p:nvPr>
            </p:nvGraphicFramePr>
            <p:xfrm>
              <a:off x="3939891" y="2595466"/>
              <a:ext cx="1612568" cy="1796295"/>
            </p:xfrm>
            <a:graphic>
              <a:graphicData uri="http://schemas.openxmlformats.org/drawingml/2006/table">
                <a:tbl>
                  <a:tblPr firstRow="1" bandRow="1">
                    <a:tableStyleId>{2D5ABB26-0587-4C30-8999-92F81FD0307C}</a:tableStyleId>
                  </a:tblPr>
                  <a:tblGrid>
                    <a:gridCol w="1612568">
                      <a:extLst>
                        <a:ext uri="{9D8B030D-6E8A-4147-A177-3AD203B41FA5}">
                          <a16:colId xmlns:a16="http://schemas.microsoft.com/office/drawing/2014/main" val="3141817293"/>
                        </a:ext>
                      </a:extLst>
                    </a:gridCol>
                  </a:tblGrid>
                  <a:tr h="451439">
                    <a:tc>
                      <a:txBody>
                        <a:bodyPr/>
                        <a:lstStyle/>
                        <a:p>
                          <a:endParaRPr lang="ko-K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6"/>
                          <a:stretch>
                            <a:fillRect b="-300000"/>
                          </a:stretch>
                        </a:blipFill>
                      </a:tcPr>
                    </a:tc>
                    <a:extLst>
                      <a:ext uri="{0D108BD9-81ED-4DB2-BD59-A6C34878D82A}">
                        <a16:rowId xmlns:a16="http://schemas.microsoft.com/office/drawing/2014/main" val="2708692150"/>
                      </a:ext>
                    </a:extLst>
                  </a:tr>
                  <a:tr h="451439">
                    <a:tc>
                      <a:txBody>
                        <a:bodyPr/>
                        <a:lstStyle/>
                        <a:p>
                          <a:endParaRPr lang="ko-K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6"/>
                          <a:stretch>
                            <a:fillRect t="-98667" b="-196000"/>
                          </a:stretch>
                        </a:blipFill>
                      </a:tcPr>
                    </a:tc>
                    <a:extLst>
                      <a:ext uri="{0D108BD9-81ED-4DB2-BD59-A6C34878D82A}">
                        <a16:rowId xmlns:a16="http://schemas.microsoft.com/office/drawing/2014/main" val="2678160934"/>
                      </a:ext>
                    </a:extLst>
                  </a:tr>
                  <a:tr h="506923">
                    <a:tc>
                      <a:txBody>
                        <a:bodyPr/>
                        <a:lstStyle/>
                        <a:p>
                          <a:endParaRPr lang="ko-K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6"/>
                          <a:stretch>
                            <a:fillRect t="-179518" b="-77108"/>
                          </a:stretch>
                        </a:blipFill>
                      </a:tcPr>
                    </a:tc>
                    <a:extLst>
                      <a:ext uri="{0D108BD9-81ED-4DB2-BD59-A6C34878D82A}">
                        <a16:rowId xmlns:a16="http://schemas.microsoft.com/office/drawing/2014/main" val="901705616"/>
                      </a:ext>
                    </a:extLst>
                  </a:tr>
                  <a:tr h="386494">
                    <a:tc>
                      <a:txBody>
                        <a:bodyPr/>
                        <a:lstStyle/>
                        <a:p>
                          <a:endParaRPr lang="ko-K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6"/>
                          <a:stretch>
                            <a:fillRect t="-362500"/>
                          </a:stretch>
                        </a:blipFill>
                      </a:tcPr>
                    </a:tc>
                    <a:extLst>
                      <a:ext uri="{0D108BD9-81ED-4DB2-BD59-A6C34878D82A}">
                        <a16:rowId xmlns:a16="http://schemas.microsoft.com/office/drawing/2014/main" val="1381722229"/>
                      </a:ext>
                    </a:extLst>
                  </a:tr>
                </a:tbl>
              </a:graphicData>
            </a:graphic>
          </p:graphicFrame>
        </mc:Fallback>
      </mc:AlternateContent>
    </p:spTree>
    <p:extLst>
      <p:ext uri="{BB962C8B-B14F-4D97-AF65-F5344CB8AC3E}">
        <p14:creationId xmlns:p14="http://schemas.microsoft.com/office/powerpoint/2010/main" val="377128995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mc:AlternateContent xmlns:mc="http://schemas.openxmlformats.org/markup-compatibility/2006" xmlns:a14="http://schemas.microsoft.com/office/drawing/2010/main">
        <mc:Choice Requires="a14">
          <p:graphicFrame>
            <p:nvGraphicFramePr>
              <p:cNvPr id="10" name="표 9"/>
              <p:cNvGraphicFramePr>
                <a:graphicFrameLocks noGrp="1"/>
              </p:cNvGraphicFramePr>
              <p:nvPr/>
            </p:nvGraphicFramePr>
            <p:xfrm>
              <a:off x="930342" y="2531450"/>
              <a:ext cx="6019098" cy="3651053"/>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41513">
                    <a:tc>
                      <a:txBody>
                        <a:bodyPr/>
                        <a:lstStyle/>
                        <a:p>
                          <a:pPr algn="l" latinLnBrk="1"/>
                          <a14:m>
                            <m:oMathPara xmlns:m="http://schemas.openxmlformats.org/officeDocument/2006/math">
                              <m:oMathParaPr>
                                <m:jc m:val="left"/>
                              </m:oMathParaPr>
                              <m:oMath xmlns:m="http://schemas.openxmlformats.org/officeDocument/2006/math">
                                <m:sSup>
                                  <m:sSupPr>
                                    <m:ctrlPr>
                                      <a:rPr lang="en-US" altLang="ko-KR" sz="1400" i="1" smtClean="0">
                                        <a:latin typeface="Cambria Math" panose="02040503050406030204" pitchFamily="18" charset="0"/>
                                      </a:rPr>
                                    </m:ctrlPr>
                                  </m:sSupPr>
                                  <m:e>
                                    <m:r>
                                      <a:rPr lang="en-US" altLang="ko-KR" sz="1400" b="0" i="1" smtClean="0">
                                        <a:latin typeface="Cambria Math" panose="02040503050406030204" pitchFamily="18" charset="0"/>
                                      </a:rPr>
                                      <m:t>𝑓</m:t>
                                    </m:r>
                                  </m:e>
                                  <m:sup>
                                    <m:r>
                                      <a:rPr lang="en-US" altLang="ko-KR" sz="1400" b="0" i="1" smtClean="0">
                                        <a:latin typeface="Cambria Math" panose="02040503050406030204" pitchFamily="18" charset="0"/>
                                      </a:rPr>
                                      <m:t>′</m:t>
                                    </m:r>
                                  </m:sup>
                                </m:sSup>
                                <m:d>
                                  <m:dPr>
                                    <m:ctrlPr>
                                      <a:rPr lang="en-US" altLang="ko-KR" sz="1400" i="1">
                                        <a:latin typeface="Cambria Math" panose="02040503050406030204" pitchFamily="18" charset="0"/>
                                      </a:rPr>
                                    </m:ctrlPr>
                                  </m:dPr>
                                  <m:e>
                                    <m:r>
                                      <a:rPr lang="en-US" altLang="ko-KR" sz="1400" i="1">
                                        <a:latin typeface="Cambria Math" panose="02040503050406030204" pitchFamily="18" charset="0"/>
                                      </a:rPr>
                                      <m:t>𝑥</m:t>
                                    </m:r>
                                  </m:e>
                                </m:d>
                                <m:r>
                                  <a:rPr lang="en-US" altLang="ko-KR" sz="1400" i="1">
                                    <a:latin typeface="Cambria Math" panose="02040503050406030204" pitchFamily="18" charset="0"/>
                                  </a:rPr>
                                  <m:t>=</m:t>
                                </m:r>
                                <m:f>
                                  <m:fPr>
                                    <m:ctrlPr>
                                      <a:rPr lang="en-US" altLang="ko-KR" sz="1400" i="1" smtClean="0">
                                        <a:latin typeface="Cambria Math" panose="02040503050406030204" pitchFamily="18" charset="0"/>
                                      </a:rPr>
                                    </m:ctrlPr>
                                  </m:fPr>
                                  <m:num>
                                    <m:sSup>
                                      <m:sSupPr>
                                        <m:ctrlPr>
                                          <a:rPr lang="en-US" altLang="ko-KR" sz="1400" i="1" smtClean="0">
                                            <a:latin typeface="Cambria Math" panose="02040503050406030204" pitchFamily="18" charset="0"/>
                                          </a:rPr>
                                        </m:ctrlPr>
                                      </m:sSupPr>
                                      <m:e>
                                        <m:r>
                                          <a:rPr lang="en-US" altLang="ko-KR" sz="1400" b="0" i="1" smtClean="0">
                                            <a:latin typeface="Cambria Math" panose="02040503050406030204" pitchFamily="18" charset="0"/>
                                          </a:rPr>
                                          <m:t>𝑑𝑎</m:t>
                                        </m:r>
                                      </m:e>
                                      <m:sup>
                                        <m:r>
                                          <a:rPr lang="en-US" altLang="ko-KR" sz="1400" b="0" i="1" smtClean="0">
                                            <a:latin typeface="Cambria Math" panose="02040503050406030204" pitchFamily="18" charset="0"/>
                                          </a:rPr>
                                          <m:t>𝑥</m:t>
                                        </m:r>
                                      </m:sup>
                                    </m:sSup>
                                  </m:num>
                                  <m:den>
                                    <m:r>
                                      <a:rPr lang="en-US" altLang="ko-KR" sz="1400" b="0" i="1" smtClean="0">
                                        <a:latin typeface="Cambria Math" panose="02040503050406030204" pitchFamily="18" charset="0"/>
                                      </a:rPr>
                                      <m:t>𝑑𝑥</m:t>
                                    </m:r>
                                  </m:den>
                                </m:f>
                              </m:oMath>
                            </m:oMathPara>
                          </a14:m>
                          <a:endParaRPr lang="ko-KR" altLang="en-US" sz="14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49850590"/>
                      </a:ext>
                    </a:extLst>
                  </a:tr>
                  <a:tr h="641513">
                    <a:tc>
                      <a:txBody>
                        <a:bodyPr/>
                        <a:lstStyle/>
                        <a:p>
                          <a:pPr algn="l" latinLnBrk="1"/>
                          <a14:m>
                            <m:oMathPara xmlns:m="http://schemas.openxmlformats.org/officeDocument/2006/math">
                              <m:oMathParaPr>
                                <m:jc m:val="left"/>
                              </m:oMathParaPr>
                              <m:oMath xmlns:m="http://schemas.openxmlformats.org/officeDocument/2006/math">
                                <m:r>
                                  <a:rPr lang="en-US" altLang="ko-KR" sz="1400" i="1" smtClean="0">
                                    <a:latin typeface="Cambria Math" panose="02040503050406030204" pitchFamily="18" charset="0"/>
                                  </a:rPr>
                                  <m:t>=</m:t>
                                </m:r>
                                <m:f>
                                  <m:fPr>
                                    <m:ctrlPr>
                                      <a:rPr lang="en-US" altLang="ko-KR" sz="1400" i="1" smtClean="0">
                                        <a:latin typeface="Cambria Math" panose="02040503050406030204" pitchFamily="18" charset="0"/>
                                      </a:rPr>
                                    </m:ctrlPr>
                                  </m:fPr>
                                  <m:num>
                                    <m:r>
                                      <a:rPr lang="en-US" altLang="ko-KR" sz="1400" i="1">
                                        <a:latin typeface="Cambria Math" panose="02040503050406030204" pitchFamily="18" charset="0"/>
                                      </a:rPr>
                                      <m:t>𝑑</m:t>
                                    </m:r>
                                  </m:num>
                                  <m:den>
                                    <m:r>
                                      <a:rPr lang="en-US" altLang="ko-KR" sz="1400" i="1">
                                        <a:latin typeface="Cambria Math" panose="02040503050406030204" pitchFamily="18" charset="0"/>
                                      </a:rPr>
                                      <m:t>𝑑𝑥</m:t>
                                    </m:r>
                                  </m:den>
                                </m:f>
                                <m:sSup>
                                  <m:sSupPr>
                                    <m:ctrlPr>
                                      <a:rPr lang="en-US" altLang="ko-KR" sz="1400" i="1" smtClean="0">
                                        <a:latin typeface="Cambria Math" panose="02040503050406030204" pitchFamily="18" charset="0"/>
                                      </a:rPr>
                                    </m:ctrlPr>
                                  </m:sSupPr>
                                  <m:e>
                                    <m:r>
                                      <a:rPr lang="en-US" altLang="ko-KR" sz="1400" b="0" i="1" smtClean="0">
                                        <a:latin typeface="Cambria Math" panose="02040503050406030204" pitchFamily="18" charset="0"/>
                                      </a:rPr>
                                      <m:t>𝑒</m:t>
                                    </m:r>
                                  </m:e>
                                  <m:sup>
                                    <m:r>
                                      <a:rPr lang="en-US" altLang="ko-KR" sz="1400" b="0" i="1" smtClean="0">
                                        <a:latin typeface="Cambria Math" panose="02040503050406030204" pitchFamily="18" charset="0"/>
                                      </a:rPr>
                                      <m:t>𝑥</m:t>
                                    </m:r>
                                    <m:func>
                                      <m:funcPr>
                                        <m:ctrlPr>
                                          <a:rPr lang="en-US" altLang="ko-KR" sz="1400" b="0" i="1" smtClean="0">
                                            <a:latin typeface="Cambria Math" panose="02040503050406030204" pitchFamily="18" charset="0"/>
                                          </a:rPr>
                                        </m:ctrlPr>
                                      </m:funcPr>
                                      <m:fName>
                                        <m:r>
                                          <m:rPr>
                                            <m:sty m:val="p"/>
                                          </m:rPr>
                                          <a:rPr lang="en-US" altLang="ko-KR" sz="1400" b="0" i="0" smtClean="0">
                                            <a:latin typeface="Cambria Math" panose="02040503050406030204" pitchFamily="18" charset="0"/>
                                          </a:rPr>
                                          <m:t>ln</m:t>
                                        </m:r>
                                      </m:fName>
                                      <m:e>
                                        <m:r>
                                          <a:rPr lang="en-US" altLang="ko-KR" sz="1400" b="0" i="1" smtClean="0">
                                            <a:latin typeface="Cambria Math" panose="02040503050406030204" pitchFamily="18" charset="0"/>
                                          </a:rPr>
                                          <m:t>𝑎</m:t>
                                        </m:r>
                                      </m:e>
                                    </m:func>
                                  </m:sup>
                                </m:sSup>
                              </m:oMath>
                            </m:oMathPara>
                          </a14:m>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50883624"/>
                      </a:ext>
                    </a:extLst>
                  </a:tr>
                  <a:tr h="72035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altLang="ko-KR" sz="1400" i="1" smtClean="0">
                                    <a:latin typeface="Cambria Math" panose="02040503050406030204" pitchFamily="18" charset="0"/>
                                  </a:rPr>
                                  <m:t>=</m:t>
                                </m:r>
                                <m:f>
                                  <m:fPr>
                                    <m:ctrlPr>
                                      <a:rPr lang="en-US" altLang="ko-KR" sz="1400" i="1" smtClean="0">
                                        <a:latin typeface="Cambria Math" panose="02040503050406030204" pitchFamily="18" charset="0"/>
                                      </a:rPr>
                                    </m:ctrlPr>
                                  </m:fPr>
                                  <m:num>
                                    <m:r>
                                      <a:rPr lang="en-US" altLang="ko-KR" sz="1400" i="1">
                                        <a:latin typeface="Cambria Math" panose="02040503050406030204" pitchFamily="18" charset="0"/>
                                      </a:rPr>
                                      <m:t>𝑑</m:t>
                                    </m:r>
                                  </m:num>
                                  <m:den>
                                    <m:r>
                                      <a:rPr lang="en-US" altLang="ko-KR" sz="1400" i="1">
                                        <a:latin typeface="Cambria Math" panose="02040503050406030204" pitchFamily="18" charset="0"/>
                                      </a:rPr>
                                      <m:t>𝑑𝑥</m:t>
                                    </m:r>
                                  </m:den>
                                </m:f>
                                <m:sSup>
                                  <m:sSupPr>
                                    <m:ctrlPr>
                                      <a:rPr lang="en-US" altLang="ko-KR" sz="1400" i="1" smtClean="0">
                                        <a:latin typeface="Cambria Math" panose="02040503050406030204" pitchFamily="18" charset="0"/>
                                      </a:rPr>
                                    </m:ctrlPr>
                                  </m:sSupPr>
                                  <m:e>
                                    <m:r>
                                      <a:rPr lang="en-US" altLang="ko-KR" sz="1400" b="0" i="1" smtClean="0">
                                        <a:latin typeface="Cambria Math" panose="02040503050406030204" pitchFamily="18" charset="0"/>
                                      </a:rPr>
                                      <m:t>𝑒</m:t>
                                    </m:r>
                                  </m:e>
                                  <m:sup>
                                    <m:r>
                                      <a:rPr lang="en-US" altLang="ko-KR" sz="1400" b="0" i="1" smtClean="0">
                                        <a:latin typeface="Cambria Math" panose="02040503050406030204" pitchFamily="18" charset="0"/>
                                      </a:rPr>
                                      <m:t>𝑡</m:t>
                                    </m:r>
                                  </m:sup>
                                </m:sSup>
                              </m:oMath>
                            </m:oMathPara>
                          </a14:m>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9591821"/>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i="1" u="none"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71924127"/>
                      </a:ext>
                    </a:extLst>
                  </a:tr>
                  <a:tr h="549223">
                    <a:tc>
                      <a:txBody>
                        <a:bodyPr/>
                        <a:lstStyle/>
                        <a:p>
                          <a:pPr algn="l" latinLnBrk="1"/>
                          <a:endParaRPr lang="ko-KR" altLang="en-US" sz="14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33410646"/>
                      </a:ext>
                    </a:extLst>
                  </a:tr>
                </a:tbl>
              </a:graphicData>
            </a:graphic>
          </p:graphicFrame>
        </mc:Choice>
        <mc:Fallback xmlns="">
          <p:graphicFrame>
            <p:nvGraphicFramePr>
              <p:cNvPr id="10" name="표 9"/>
              <p:cNvGraphicFramePr>
                <a:graphicFrameLocks noGrp="1"/>
              </p:cNvGraphicFramePr>
              <p:nvPr/>
            </p:nvGraphicFramePr>
            <p:xfrm>
              <a:off x="930342" y="2531450"/>
              <a:ext cx="6019098" cy="3651053"/>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41513">
                    <a:tc>
                      <a:txBody>
                        <a:bodyPr/>
                        <a:lstStyle/>
                        <a:p>
                          <a:endParaRPr lang="ko-K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b="-471429"/>
                          </a:stretch>
                        </a:blipFill>
                      </a:tcPr>
                    </a:tc>
                    <a:extLst>
                      <a:ext uri="{0D108BD9-81ED-4DB2-BD59-A6C34878D82A}">
                        <a16:rowId xmlns:a16="http://schemas.microsoft.com/office/drawing/2014/main" val="1349850590"/>
                      </a:ext>
                    </a:extLst>
                  </a:tr>
                  <a:tr h="641513">
                    <a:tc>
                      <a:txBody>
                        <a:bodyPr/>
                        <a:lstStyle/>
                        <a:p>
                          <a:endParaRPr lang="ko-K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99057" b="-366981"/>
                          </a:stretch>
                        </a:blipFill>
                      </a:tcPr>
                    </a:tc>
                    <a:extLst>
                      <a:ext uri="{0D108BD9-81ED-4DB2-BD59-A6C34878D82A}">
                        <a16:rowId xmlns:a16="http://schemas.microsoft.com/office/drawing/2014/main" val="450883624"/>
                      </a:ext>
                    </a:extLst>
                  </a:tr>
                  <a:tr h="720358">
                    <a:tc>
                      <a:txBody>
                        <a:bodyPr/>
                        <a:lstStyle/>
                        <a:p>
                          <a:endParaRPr lang="ko-K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178814" b="-229661"/>
                          </a:stretch>
                        </a:blipFill>
                      </a:tcPr>
                    </a:tc>
                    <a:extLst>
                      <a:ext uri="{0D108BD9-81ED-4DB2-BD59-A6C34878D82A}">
                        <a16:rowId xmlns:a16="http://schemas.microsoft.com/office/drawing/2014/main" val="549591821"/>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i="1" u="none"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71924127"/>
                      </a:ext>
                    </a:extLst>
                  </a:tr>
                  <a:tr h="549223">
                    <a:tc>
                      <a:txBody>
                        <a:bodyPr/>
                        <a:lstStyle/>
                        <a:p>
                          <a:pPr algn="l" latinLnBrk="1"/>
                          <a:endParaRPr lang="ko-KR" altLang="en-US" sz="14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33410646"/>
                      </a:ext>
                    </a:extLst>
                  </a:tr>
                </a:tbl>
              </a:graphicData>
            </a:graphic>
          </p:graphicFrame>
        </mc:Fallback>
      </mc:AlternateContent>
      <mc:AlternateContent xmlns:mc="http://schemas.openxmlformats.org/markup-compatibility/2006" xmlns:a14="http://schemas.microsoft.com/office/drawing/2010/main">
        <mc:Choice Requires="a14">
          <p:sp>
            <p:nvSpPr>
              <p:cNvPr id="11" name="TextBox 10"/>
              <p:cNvSpPr txBox="1"/>
              <p:nvPr/>
            </p:nvSpPr>
            <p:spPr>
              <a:xfrm>
                <a:off x="918755" y="1506382"/>
                <a:ext cx="4633704" cy="313291"/>
              </a:xfrm>
              <a:prstGeom prst="rect">
                <a:avLst/>
              </a:prstGeom>
              <a:noFill/>
            </p:spPr>
            <p:txBody>
              <a:bodyPr wrap="none" lIns="0" tIns="0" rIns="0" bIns="0" rtlCol="0">
                <a:spAutoFit/>
              </a:bodyPr>
              <a:lstStyle/>
              <a:p>
                <a:r>
                  <a:rPr lang="ko-KR" altLang="en-US" sz="2000" dirty="0"/>
                  <a:t>⑤</a:t>
                </a:r>
                <a14:m>
                  <m:oMath xmlns:m="http://schemas.openxmlformats.org/officeDocument/2006/math">
                    <m:sSup>
                      <m:sSupPr>
                        <m:ctrlPr>
                          <a:rPr lang="en-US" altLang="ko-KR" sz="2000" i="1" smtClean="0">
                            <a:latin typeface="Cambria Math" panose="02040503050406030204" pitchFamily="18" charset="0"/>
                          </a:rPr>
                        </m:ctrlPr>
                      </m:sSupPr>
                      <m:e>
                        <m:r>
                          <a:rPr lang="en-US" altLang="ko-KR" sz="2000" b="0" i="1" smtClean="0">
                            <a:latin typeface="Cambria Math" panose="02040503050406030204" pitchFamily="18" charset="0"/>
                          </a:rPr>
                          <m:t>𝑓</m:t>
                        </m:r>
                      </m:e>
                      <m:sup>
                        <m:r>
                          <a:rPr lang="en-US" altLang="ko-KR" sz="2000" b="0" i="1" smtClean="0">
                            <a:latin typeface="Cambria Math" panose="02040503050406030204" pitchFamily="18" charset="0"/>
                          </a:rPr>
                          <m:t>′</m:t>
                        </m:r>
                      </m:sup>
                    </m:sSup>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sSup>
                      <m:sSupPr>
                        <m:ctrlPr>
                          <a:rPr lang="en-US" altLang="ko-KR" sz="2000" i="1">
                            <a:latin typeface="Cambria Math" panose="02040503050406030204" pitchFamily="18" charset="0"/>
                          </a:rPr>
                        </m:ctrlPr>
                      </m:sSupPr>
                      <m:e>
                        <m:r>
                          <a:rPr lang="en-US" altLang="ko-KR" sz="2000" b="0" i="1" smtClean="0">
                            <a:latin typeface="Cambria Math" panose="02040503050406030204" pitchFamily="18" charset="0"/>
                          </a:rPr>
                          <m:t>𝑒</m:t>
                        </m:r>
                      </m:e>
                      <m:sup>
                        <m:r>
                          <a:rPr lang="en-US" altLang="ko-KR" sz="2000" b="0" i="1" smtClean="0">
                            <a:latin typeface="Cambria Math" panose="02040503050406030204" pitchFamily="18" charset="0"/>
                          </a:rPr>
                          <m:t>𝑥</m:t>
                        </m:r>
                        <m:func>
                          <m:funcPr>
                            <m:ctrlPr>
                              <a:rPr lang="en-US" altLang="ko-KR" sz="2000" b="0" i="1" smtClean="0">
                                <a:latin typeface="Cambria Math" panose="02040503050406030204" pitchFamily="18" charset="0"/>
                              </a:rPr>
                            </m:ctrlPr>
                          </m:funcPr>
                          <m:fName>
                            <m:r>
                              <a:rPr lang="en-US" altLang="ko-KR" sz="2000" b="0" i="1" smtClean="0">
                                <a:latin typeface="Cambria Math" panose="02040503050406030204" pitchFamily="18" charset="0"/>
                              </a:rPr>
                              <m:t>𝑙𝑛</m:t>
                            </m:r>
                          </m:fName>
                          <m:e>
                            <m:r>
                              <a:rPr lang="en-US" altLang="ko-KR" sz="2000" b="0" i="1" smtClean="0">
                                <a:latin typeface="Cambria Math" panose="02040503050406030204" pitchFamily="18" charset="0"/>
                              </a:rPr>
                              <m:t>𝑎</m:t>
                            </m:r>
                          </m:e>
                        </m:func>
                      </m:sup>
                    </m:sSup>
                    <m:r>
                      <a:rPr lang="en-US" altLang="ko-KR" sz="2000" i="1" smtClean="0">
                        <a:latin typeface="Cambria Math" panose="02040503050406030204" pitchFamily="18" charset="0"/>
                        <a:ea typeface="Cambria Math" panose="02040503050406030204" pitchFamily="18" charset="0"/>
                      </a:rPr>
                      <m:t>×</m:t>
                    </m:r>
                    <m:func>
                      <m:funcPr>
                        <m:ctrlPr>
                          <a:rPr lang="en-US" altLang="ko-KR" sz="2000" i="1" smtClean="0">
                            <a:latin typeface="Cambria Math" panose="02040503050406030204" pitchFamily="18" charset="0"/>
                            <a:ea typeface="Cambria Math" panose="02040503050406030204" pitchFamily="18" charset="0"/>
                          </a:rPr>
                        </m:ctrlPr>
                      </m:funcPr>
                      <m:fName>
                        <m:r>
                          <a:rPr lang="en-US" altLang="ko-KR" sz="2000" i="1" smtClean="0">
                            <a:latin typeface="Cambria Math" panose="02040503050406030204" pitchFamily="18" charset="0"/>
                            <a:ea typeface="Cambria Math" panose="02040503050406030204" pitchFamily="18" charset="0"/>
                          </a:rPr>
                          <m:t>𝑙𝑛</m:t>
                        </m:r>
                      </m:fName>
                      <m:e>
                        <m:r>
                          <a:rPr lang="en-US" altLang="ko-KR" sz="2000" i="1">
                            <a:latin typeface="Cambria Math" panose="02040503050406030204" pitchFamily="18" charset="0"/>
                            <a:ea typeface="Cambria Math" panose="02040503050406030204" pitchFamily="18" charset="0"/>
                          </a:rPr>
                          <m:t>𝑎</m:t>
                        </m:r>
                      </m:e>
                    </m:func>
                    <m:r>
                      <a:rPr lang="en-US" altLang="ko-KR" sz="2000" b="0" i="1" smtClean="0">
                        <a:latin typeface="Cambria Math" panose="02040503050406030204" pitchFamily="18" charset="0"/>
                        <a:ea typeface="Cambria Math" panose="02040503050406030204" pitchFamily="18" charset="0"/>
                      </a:rPr>
                      <m:t>,  </m:t>
                    </m:r>
                    <m:r>
                      <a:rPr lang="en-US" altLang="ko-KR" sz="2000" i="1">
                        <a:latin typeface="Cambria Math" panose="02040503050406030204" pitchFamily="18" charset="0"/>
                      </a:rPr>
                      <m:t>𝑔𝑖𝑣𝑒𝑛</m:t>
                    </m:r>
                    <m:r>
                      <a:rPr lang="en-US" altLang="ko-KR" sz="2000" b="0" i="1" smtClean="0">
                        <a:latin typeface="Cambria Math" panose="02040503050406030204" pitchFamily="18" charset="0"/>
                      </a:rPr>
                      <m:t> </m:t>
                    </m:r>
                    <m:r>
                      <a:rPr lang="en-US" altLang="ko-KR" sz="2000" i="1">
                        <a:latin typeface="Cambria Math" panose="02040503050406030204" pitchFamily="18" charset="0"/>
                      </a:rPr>
                      <m:t>𝑓</m:t>
                    </m:r>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sSup>
                      <m:sSupPr>
                        <m:ctrlPr>
                          <a:rPr lang="en-US" altLang="ko-KR" sz="2000" i="1">
                            <a:latin typeface="Cambria Math" panose="02040503050406030204" pitchFamily="18" charset="0"/>
                          </a:rPr>
                        </m:ctrlPr>
                      </m:sSupPr>
                      <m:e>
                        <m:r>
                          <a:rPr lang="en-US" altLang="ko-KR" sz="2000" i="1">
                            <a:latin typeface="Cambria Math" panose="02040503050406030204" pitchFamily="18" charset="0"/>
                          </a:rPr>
                          <m:t>𝑎</m:t>
                        </m:r>
                      </m:e>
                      <m:sup>
                        <m:r>
                          <a:rPr lang="en-US" altLang="ko-KR" sz="2000" i="1">
                            <a:latin typeface="Cambria Math" panose="02040503050406030204" pitchFamily="18" charset="0"/>
                          </a:rPr>
                          <m:t>𝑥</m:t>
                        </m:r>
                      </m:sup>
                    </m:sSup>
                  </m:oMath>
                </a14:m>
                <a:endParaRPr lang="ko-KR" altLang="en-US" sz="2000" i="1" dirty="0"/>
              </a:p>
            </p:txBody>
          </p:sp>
        </mc:Choice>
        <mc:Fallback xmlns="">
          <p:sp>
            <p:nvSpPr>
              <p:cNvPr id="11" name="TextBox 10"/>
              <p:cNvSpPr txBox="1">
                <a:spLocks noRot="1" noChangeAspect="1" noMove="1" noResize="1" noEditPoints="1" noAdjustHandles="1" noChangeArrowheads="1" noChangeShapeType="1" noTextEdit="1"/>
              </p:cNvSpPr>
              <p:nvPr/>
            </p:nvSpPr>
            <p:spPr>
              <a:xfrm>
                <a:off x="918755" y="1506382"/>
                <a:ext cx="4633704" cy="313291"/>
              </a:xfrm>
              <a:prstGeom prst="rect">
                <a:avLst/>
              </a:prstGeom>
              <a:blipFill>
                <a:blip r:embed="rId4"/>
                <a:stretch>
                  <a:fillRect l="-3421" t="-26923" b="-44231"/>
                </a:stretch>
              </a:blipFill>
            </p:spPr>
            <p:txBody>
              <a:bodyPr/>
              <a:lstStyle/>
              <a:p>
                <a:r>
                  <a:rPr lang="ko-KR" altLang="en-US">
                    <a:noFill/>
                  </a:rPr>
                  <a:t> </a:t>
                </a:r>
              </a:p>
            </p:txBody>
          </p:sp>
        </mc:Fallback>
      </mc:AlternateContent>
      <p:sp>
        <p:nvSpPr>
          <p:cNvPr id="13" name="원호 12"/>
          <p:cNvSpPr/>
          <p:nvPr/>
        </p:nvSpPr>
        <p:spPr>
          <a:xfrm>
            <a:off x="1357224" y="3425944"/>
            <a:ext cx="656714" cy="726956"/>
          </a:xfrm>
          <a:prstGeom prst="arc">
            <a:avLst>
              <a:gd name="adj1" fmla="val 18560689"/>
              <a:gd name="adj2" fmla="val 5766971"/>
            </a:avLst>
          </a:prstGeom>
          <a:ln w="9525">
            <a:solidFill>
              <a:srgbClr val="C00000"/>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mc:AlternateContent xmlns:mc="http://schemas.openxmlformats.org/markup-compatibility/2006">
        <mc:Choice xmlns:a14="http://schemas.microsoft.com/office/drawing/2010/main" Requires="a14">
          <p:sp>
            <p:nvSpPr>
              <p:cNvPr id="14" name="직사각형 13"/>
              <p:cNvSpPr/>
              <p:nvPr/>
            </p:nvSpPr>
            <p:spPr>
              <a:xfrm>
                <a:off x="2068000" y="3715866"/>
                <a:ext cx="2807179"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ko-KR" sz="1200" b="1" i="1" smtClean="0">
                          <a:latin typeface="Cambria Math" panose="02040503050406030204" pitchFamily="18" charset="0"/>
                        </a:rPr>
                        <m:t>𝒙</m:t>
                      </m:r>
                      <m:func>
                        <m:funcPr>
                          <m:ctrlPr>
                            <a:rPr lang="en-US" altLang="ko-KR" sz="1200" b="1" i="1" smtClean="0">
                              <a:latin typeface="Cambria Math" panose="02040503050406030204" pitchFamily="18" charset="0"/>
                            </a:rPr>
                          </m:ctrlPr>
                        </m:funcPr>
                        <m:fName>
                          <m:r>
                            <a:rPr lang="en-US" altLang="ko-KR" sz="1200" b="1" i="1" smtClean="0">
                              <a:latin typeface="Cambria Math" panose="02040503050406030204" pitchFamily="18" charset="0"/>
                            </a:rPr>
                            <m:t>𝒍𝒏</m:t>
                          </m:r>
                        </m:fName>
                        <m:e>
                          <m:r>
                            <a:rPr lang="en-US" altLang="ko-KR" sz="1200" b="1" i="1" smtClean="0">
                              <a:latin typeface="Cambria Math" panose="02040503050406030204" pitchFamily="18" charset="0"/>
                            </a:rPr>
                            <m:t>𝒂</m:t>
                          </m:r>
                        </m:e>
                      </m:func>
                      <m:r>
                        <a:rPr lang="en-US" altLang="ko-KR" sz="1200" i="1">
                          <a:latin typeface="Cambria Math" panose="02040503050406030204" pitchFamily="18" charset="0"/>
                        </a:rPr>
                        <m:t>𝑖𝑠</m:t>
                      </m:r>
                      <m:r>
                        <a:rPr lang="en-US" altLang="ko-KR" sz="1200" i="1">
                          <a:latin typeface="Cambria Math" panose="02040503050406030204" pitchFamily="18" charset="0"/>
                        </a:rPr>
                        <m:t> </m:t>
                      </m:r>
                      <m:r>
                        <a:rPr lang="en-US" altLang="ko-KR" sz="1200" i="1">
                          <a:latin typeface="Cambria Math" panose="02040503050406030204" pitchFamily="18" charset="0"/>
                        </a:rPr>
                        <m:t>𝑠𝑢𝑏𝑠𝑡𝑖𝑡𝑢𝑡𝑒𝑑</m:t>
                      </m:r>
                      <m:r>
                        <a:rPr lang="en-US" altLang="ko-KR" sz="1200" b="0" i="1" smtClean="0">
                          <a:latin typeface="Cambria Math" panose="02040503050406030204" pitchFamily="18" charset="0"/>
                        </a:rPr>
                        <m:t> </m:t>
                      </m:r>
                      <m:r>
                        <a:rPr lang="en-US" altLang="ko-KR" sz="1200" b="0" i="1" smtClean="0">
                          <a:latin typeface="Cambria Math" panose="02040503050406030204" pitchFamily="18" charset="0"/>
                        </a:rPr>
                        <m:t>𝑏𝑦</m:t>
                      </m:r>
                      <m:r>
                        <a:rPr lang="en-US" altLang="ko-KR" sz="1200" b="0" i="1" smtClean="0">
                          <a:latin typeface="Cambria Math" panose="02040503050406030204" pitchFamily="18" charset="0"/>
                        </a:rPr>
                        <m:t> </m:t>
                      </m:r>
                      <m:r>
                        <a:rPr lang="en-US" altLang="ko-KR" sz="1200" b="0" i="1" smtClean="0">
                          <a:latin typeface="Cambria Math" panose="02040503050406030204" pitchFamily="18" charset="0"/>
                        </a:rPr>
                        <m:t>𝑡</m:t>
                      </m:r>
                      <m:r>
                        <a:rPr lang="en-US" altLang="ko-KR" sz="1200" b="0" i="1" smtClean="0">
                          <a:latin typeface="Cambria Math" panose="02040503050406030204" pitchFamily="18" charset="0"/>
                        </a:rPr>
                        <m:t>   ∴</m:t>
                      </m:r>
                      <m:r>
                        <a:rPr lang="en-US" altLang="ko-KR" sz="1200" i="1">
                          <a:latin typeface="Cambria Math" panose="02040503050406030204" pitchFamily="18" charset="0"/>
                        </a:rPr>
                        <m:t>𝑡</m:t>
                      </m:r>
                      <m:r>
                        <a:rPr lang="en-US" altLang="ko-KR" sz="1200" i="1">
                          <a:latin typeface="Cambria Math" panose="02040503050406030204" pitchFamily="18" charset="0"/>
                        </a:rPr>
                        <m:t>=</m:t>
                      </m:r>
                      <m:r>
                        <a:rPr lang="en-US" altLang="ko-KR" sz="1200" b="0" i="1" smtClean="0">
                          <a:latin typeface="Cambria Math" panose="02040503050406030204" pitchFamily="18" charset="0"/>
                        </a:rPr>
                        <m:t>𝑥</m:t>
                      </m:r>
                      <m:func>
                        <m:funcPr>
                          <m:ctrlPr>
                            <a:rPr lang="en-US" altLang="ko-KR" sz="1200" i="1">
                              <a:latin typeface="Cambria Math" panose="02040503050406030204" pitchFamily="18" charset="0"/>
                            </a:rPr>
                          </m:ctrlPr>
                        </m:funcPr>
                        <m:fName>
                          <m:r>
                            <a:rPr lang="en-US" altLang="ko-KR" sz="1200" i="1">
                              <a:latin typeface="Cambria Math" panose="02040503050406030204" pitchFamily="18" charset="0"/>
                            </a:rPr>
                            <m:t>𝑙𝑛</m:t>
                          </m:r>
                        </m:fName>
                        <m:e>
                          <m:r>
                            <a:rPr lang="en-US" altLang="ko-KR" sz="1200" i="1">
                              <a:latin typeface="Cambria Math" panose="02040503050406030204" pitchFamily="18" charset="0"/>
                            </a:rPr>
                            <m:t>𝑎</m:t>
                          </m:r>
                        </m:e>
                      </m:func>
                    </m:oMath>
                  </m:oMathPara>
                </a14:m>
                <a:endParaRPr lang="ko-KR" altLang="en-US" sz="1200" i="1" dirty="0">
                  <a:solidFill>
                    <a:schemeClr val="tx1"/>
                  </a:solidFill>
                </a:endParaRPr>
              </a:p>
            </p:txBody>
          </p:sp>
        </mc:Choice>
        <mc:Fallback>
          <p:sp>
            <p:nvSpPr>
              <p:cNvPr id="14" name="직사각형 13"/>
              <p:cNvSpPr>
                <a:spLocks noRot="1" noChangeAspect="1" noMove="1" noResize="1" noEditPoints="1" noAdjustHandles="1" noChangeArrowheads="1" noChangeShapeType="1" noTextEdit="1"/>
              </p:cNvSpPr>
              <p:nvPr/>
            </p:nvSpPr>
            <p:spPr>
              <a:xfrm>
                <a:off x="2068000" y="3715866"/>
                <a:ext cx="2807179" cy="276999"/>
              </a:xfrm>
              <a:prstGeom prst="rect">
                <a:avLst/>
              </a:prstGeom>
              <a:blipFill>
                <a:blip r:embed="rId5"/>
                <a:stretch>
                  <a:fillRect b="-4444"/>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1BA1AE21-0294-456B-7D04-79D6513C1022}"/>
                  </a:ext>
                </a:extLst>
              </p:cNvPr>
              <p:cNvSpPr txBox="1"/>
              <p:nvPr/>
            </p:nvSpPr>
            <p:spPr>
              <a:xfrm>
                <a:off x="2144113" y="2923167"/>
                <a:ext cx="1108710" cy="280333"/>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p>
                        <m:sSupPr>
                          <m:ctrlPr>
                            <a:rPr lang="en-US" altLang="ko-KR" sz="1200" i="1">
                              <a:latin typeface="Cambria Math" panose="02040503050406030204" pitchFamily="18" charset="0"/>
                            </a:rPr>
                          </m:ctrlPr>
                        </m:sSupPr>
                        <m:e>
                          <m:r>
                            <a:rPr lang="en-US" altLang="ko-KR" sz="1200" i="1">
                              <a:latin typeface="Cambria Math" panose="02040503050406030204" pitchFamily="18" charset="0"/>
                            </a:rPr>
                            <m:t>𝑎</m:t>
                          </m:r>
                        </m:e>
                        <m:sup>
                          <m:r>
                            <a:rPr lang="en-US" altLang="ko-KR" sz="1200" i="1">
                              <a:latin typeface="Cambria Math" panose="02040503050406030204" pitchFamily="18" charset="0"/>
                            </a:rPr>
                            <m:t>𝑥</m:t>
                          </m:r>
                        </m:sup>
                      </m:sSup>
                      <m:r>
                        <a:rPr lang="en-US" altLang="ko-KR" sz="1200" i="1" smtClean="0">
                          <a:latin typeface="Cambria Math" panose="02040503050406030204" pitchFamily="18" charset="0"/>
                        </a:rPr>
                        <m:t>=</m:t>
                      </m:r>
                      <m:sSup>
                        <m:sSupPr>
                          <m:ctrlPr>
                            <a:rPr lang="en-US" altLang="ko-KR" sz="1200" b="0" i="1" smtClean="0">
                              <a:latin typeface="Cambria Math" panose="02040503050406030204" pitchFamily="18" charset="0"/>
                            </a:rPr>
                          </m:ctrlPr>
                        </m:sSupPr>
                        <m:e>
                          <m:r>
                            <a:rPr lang="en-US" altLang="ko-KR" sz="1200" b="0" i="1" smtClean="0">
                              <a:latin typeface="Cambria Math" panose="02040503050406030204" pitchFamily="18" charset="0"/>
                            </a:rPr>
                            <m:t>𝑒</m:t>
                          </m:r>
                        </m:e>
                        <m:sup>
                          <m:r>
                            <a:rPr lang="en-US" altLang="ko-KR" sz="1200" b="0" i="1" smtClean="0">
                              <a:latin typeface="Cambria Math" panose="02040503050406030204" pitchFamily="18" charset="0"/>
                            </a:rPr>
                            <m:t>𝑥</m:t>
                          </m:r>
                          <m:func>
                            <m:funcPr>
                              <m:ctrlPr>
                                <a:rPr lang="en-US" altLang="ko-KR" sz="1200" i="1" smtClean="0">
                                  <a:latin typeface="Cambria Math" panose="02040503050406030204" pitchFamily="18" charset="0"/>
                                </a:rPr>
                              </m:ctrlPr>
                            </m:funcPr>
                            <m:fName>
                              <m:r>
                                <a:rPr lang="en-US" altLang="ko-KR" sz="1200" i="1" smtClean="0">
                                  <a:latin typeface="Cambria Math" panose="02040503050406030204" pitchFamily="18" charset="0"/>
                                </a:rPr>
                                <m:t>𝑙</m:t>
                              </m:r>
                              <m:r>
                                <a:rPr lang="en-US" altLang="ko-KR" sz="1200" b="0" i="1" smtClean="0">
                                  <a:latin typeface="Cambria Math" panose="02040503050406030204" pitchFamily="18" charset="0"/>
                                </a:rPr>
                                <m:t>𝑛</m:t>
                              </m:r>
                            </m:fName>
                            <m:e>
                              <m:r>
                                <a:rPr lang="en-US" altLang="ko-KR" sz="1200" b="0" i="1" smtClean="0">
                                  <a:latin typeface="Cambria Math" panose="02040503050406030204" pitchFamily="18" charset="0"/>
                                </a:rPr>
                                <m:t>𝑎</m:t>
                              </m:r>
                            </m:e>
                          </m:func>
                        </m:sup>
                      </m:sSup>
                    </m:oMath>
                  </m:oMathPara>
                </a14:m>
                <a:endParaRPr lang="ko-KR" altLang="en-US" sz="1200" dirty="0"/>
              </a:p>
            </p:txBody>
          </p:sp>
        </mc:Choice>
        <mc:Fallback xmlns="">
          <p:sp>
            <p:nvSpPr>
              <p:cNvPr id="3" name="TextBox 2">
                <a:extLst>
                  <a:ext uri="{FF2B5EF4-FFF2-40B4-BE49-F238E27FC236}">
                    <a16:creationId xmlns:a16="http://schemas.microsoft.com/office/drawing/2014/main" id="{1BA1AE21-0294-456B-7D04-79D6513C1022}"/>
                  </a:ext>
                </a:extLst>
              </p:cNvPr>
              <p:cNvSpPr txBox="1">
                <a:spLocks noRot="1" noChangeAspect="1" noMove="1" noResize="1" noEditPoints="1" noAdjustHandles="1" noChangeArrowheads="1" noChangeShapeType="1" noTextEdit="1"/>
              </p:cNvSpPr>
              <p:nvPr/>
            </p:nvSpPr>
            <p:spPr>
              <a:xfrm>
                <a:off x="2144113" y="2923167"/>
                <a:ext cx="1108710" cy="280333"/>
              </a:xfrm>
              <a:prstGeom prst="rect">
                <a:avLst/>
              </a:prstGeom>
              <a:blipFill>
                <a:blip r:embed="rId6"/>
                <a:stretch>
                  <a:fillRect/>
                </a:stretch>
              </a:blipFill>
            </p:spPr>
            <p:txBody>
              <a:bodyPr/>
              <a:lstStyle/>
              <a:p>
                <a:r>
                  <a:rPr lang="ko-KR" altLang="en-US">
                    <a:noFill/>
                  </a:rPr>
                  <a:t> </a:t>
                </a:r>
              </a:p>
            </p:txBody>
          </p:sp>
        </mc:Fallback>
      </mc:AlternateContent>
      <p:sp>
        <p:nvSpPr>
          <p:cNvPr id="4" name="원호 3">
            <a:extLst>
              <a:ext uri="{FF2B5EF4-FFF2-40B4-BE49-F238E27FC236}">
                <a16:creationId xmlns:a16="http://schemas.microsoft.com/office/drawing/2014/main" id="{2A80DA39-5C84-4639-4735-F08822DCE57C}"/>
              </a:ext>
            </a:extLst>
          </p:cNvPr>
          <p:cNvSpPr/>
          <p:nvPr/>
        </p:nvSpPr>
        <p:spPr>
          <a:xfrm>
            <a:off x="1458824" y="2690716"/>
            <a:ext cx="656714" cy="726956"/>
          </a:xfrm>
          <a:prstGeom prst="arc">
            <a:avLst>
              <a:gd name="adj1" fmla="val 18560689"/>
              <a:gd name="adj2" fmla="val 4445883"/>
            </a:avLst>
          </a:prstGeom>
          <a:ln w="9525">
            <a:solidFill>
              <a:srgbClr val="C00000"/>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spTree>
    <p:extLst>
      <p:ext uri="{BB962C8B-B14F-4D97-AF65-F5344CB8AC3E}">
        <p14:creationId xmlns:p14="http://schemas.microsoft.com/office/powerpoint/2010/main" val="24229190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mc:AlternateContent xmlns:mc="http://schemas.openxmlformats.org/markup-compatibility/2006" xmlns:a14="http://schemas.microsoft.com/office/drawing/2010/main">
        <mc:Choice Requires="a14">
          <p:graphicFrame>
            <p:nvGraphicFramePr>
              <p:cNvPr id="10" name="표 9"/>
              <p:cNvGraphicFramePr>
                <a:graphicFrameLocks noGrp="1"/>
              </p:cNvGraphicFramePr>
              <p:nvPr>
                <p:extLst>
                  <p:ext uri="{D42A27DB-BD31-4B8C-83A1-F6EECF244321}">
                    <p14:modId xmlns:p14="http://schemas.microsoft.com/office/powerpoint/2010/main" val="3752070408"/>
                  </p:ext>
                </p:extLst>
              </p:nvPr>
            </p:nvGraphicFramePr>
            <p:xfrm>
              <a:off x="930342" y="2531450"/>
              <a:ext cx="6019098" cy="3651053"/>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41513">
                    <a:tc>
                      <a:txBody>
                        <a:bodyPr/>
                        <a:lstStyle/>
                        <a:p>
                          <a:pPr algn="l" latinLnBrk="1"/>
                          <a14:m>
                            <m:oMathPara xmlns:m="http://schemas.openxmlformats.org/officeDocument/2006/math">
                              <m:oMathParaPr>
                                <m:jc m:val="left"/>
                              </m:oMathParaPr>
                              <m:oMath xmlns:m="http://schemas.openxmlformats.org/officeDocument/2006/math">
                                <m:sSup>
                                  <m:sSupPr>
                                    <m:ctrlPr>
                                      <a:rPr lang="en-US" altLang="ko-KR" sz="1400" i="1" smtClean="0">
                                        <a:latin typeface="Cambria Math" panose="02040503050406030204" pitchFamily="18" charset="0"/>
                                      </a:rPr>
                                    </m:ctrlPr>
                                  </m:sSupPr>
                                  <m:e>
                                    <m:r>
                                      <a:rPr lang="en-US" altLang="ko-KR" sz="1400" b="0" i="1" smtClean="0">
                                        <a:latin typeface="Cambria Math" panose="02040503050406030204" pitchFamily="18" charset="0"/>
                                      </a:rPr>
                                      <m:t>𝑓</m:t>
                                    </m:r>
                                  </m:e>
                                  <m:sup>
                                    <m:r>
                                      <a:rPr lang="en-US" altLang="ko-KR" sz="1400" b="0" i="1" smtClean="0">
                                        <a:latin typeface="Cambria Math" panose="02040503050406030204" pitchFamily="18" charset="0"/>
                                      </a:rPr>
                                      <m:t>′</m:t>
                                    </m:r>
                                  </m:sup>
                                </m:sSup>
                                <m:d>
                                  <m:dPr>
                                    <m:ctrlPr>
                                      <a:rPr lang="en-US" altLang="ko-KR" sz="1400" i="1">
                                        <a:latin typeface="Cambria Math" panose="02040503050406030204" pitchFamily="18" charset="0"/>
                                      </a:rPr>
                                    </m:ctrlPr>
                                  </m:dPr>
                                  <m:e>
                                    <m:r>
                                      <a:rPr lang="en-US" altLang="ko-KR" sz="1400" i="1">
                                        <a:latin typeface="Cambria Math" panose="02040503050406030204" pitchFamily="18" charset="0"/>
                                      </a:rPr>
                                      <m:t>𝑥</m:t>
                                    </m:r>
                                  </m:e>
                                </m:d>
                                <m:r>
                                  <a:rPr lang="en-US" altLang="ko-KR" sz="1400" i="1">
                                    <a:latin typeface="Cambria Math" panose="02040503050406030204" pitchFamily="18" charset="0"/>
                                  </a:rPr>
                                  <m:t>=</m:t>
                                </m:r>
                                <m:f>
                                  <m:fPr>
                                    <m:ctrlPr>
                                      <a:rPr lang="en-US" altLang="ko-KR" sz="1400" i="1" smtClean="0">
                                        <a:latin typeface="Cambria Math" panose="02040503050406030204" pitchFamily="18" charset="0"/>
                                      </a:rPr>
                                    </m:ctrlPr>
                                  </m:fPr>
                                  <m:num>
                                    <m:sSup>
                                      <m:sSupPr>
                                        <m:ctrlPr>
                                          <a:rPr lang="en-US" altLang="ko-KR" sz="1400" i="1" smtClean="0">
                                            <a:latin typeface="Cambria Math" panose="02040503050406030204" pitchFamily="18" charset="0"/>
                                          </a:rPr>
                                        </m:ctrlPr>
                                      </m:sSupPr>
                                      <m:e>
                                        <m:r>
                                          <a:rPr lang="en-US" altLang="ko-KR" sz="1400" b="0" i="1" smtClean="0">
                                            <a:latin typeface="Cambria Math" panose="02040503050406030204" pitchFamily="18" charset="0"/>
                                          </a:rPr>
                                          <m:t>𝑑𝑎</m:t>
                                        </m:r>
                                      </m:e>
                                      <m:sup>
                                        <m:r>
                                          <a:rPr lang="en-US" altLang="ko-KR" sz="1400" b="0" i="1" smtClean="0">
                                            <a:latin typeface="Cambria Math" panose="02040503050406030204" pitchFamily="18" charset="0"/>
                                          </a:rPr>
                                          <m:t>𝑥</m:t>
                                        </m:r>
                                      </m:sup>
                                    </m:sSup>
                                  </m:num>
                                  <m:den>
                                    <m:r>
                                      <a:rPr lang="en-US" altLang="ko-KR" sz="1400" b="0" i="1" smtClean="0">
                                        <a:latin typeface="Cambria Math" panose="02040503050406030204" pitchFamily="18" charset="0"/>
                                      </a:rPr>
                                      <m:t>𝑑𝑥</m:t>
                                    </m:r>
                                  </m:den>
                                </m:f>
                              </m:oMath>
                            </m:oMathPara>
                          </a14:m>
                          <a:endParaRPr lang="ko-KR" altLang="en-US" sz="14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49850590"/>
                      </a:ext>
                    </a:extLst>
                  </a:tr>
                  <a:tr h="641513">
                    <a:tc>
                      <a:txBody>
                        <a:bodyPr/>
                        <a:lstStyle/>
                        <a:p>
                          <a:pPr algn="l" latinLnBrk="1"/>
                          <a14:m>
                            <m:oMathPara xmlns:m="http://schemas.openxmlformats.org/officeDocument/2006/math">
                              <m:oMathParaPr>
                                <m:jc m:val="left"/>
                              </m:oMathParaPr>
                              <m:oMath xmlns:m="http://schemas.openxmlformats.org/officeDocument/2006/math">
                                <m:r>
                                  <a:rPr lang="en-US" altLang="ko-KR" sz="1400" i="1" smtClean="0">
                                    <a:latin typeface="Cambria Math" panose="02040503050406030204" pitchFamily="18" charset="0"/>
                                  </a:rPr>
                                  <m:t>=</m:t>
                                </m:r>
                                <m:f>
                                  <m:fPr>
                                    <m:ctrlPr>
                                      <a:rPr lang="en-US" altLang="ko-KR" sz="1400" i="1" smtClean="0">
                                        <a:latin typeface="Cambria Math" panose="02040503050406030204" pitchFamily="18" charset="0"/>
                                      </a:rPr>
                                    </m:ctrlPr>
                                  </m:fPr>
                                  <m:num>
                                    <m:r>
                                      <a:rPr lang="en-US" altLang="ko-KR" sz="1400" i="1">
                                        <a:latin typeface="Cambria Math" panose="02040503050406030204" pitchFamily="18" charset="0"/>
                                      </a:rPr>
                                      <m:t>𝑑</m:t>
                                    </m:r>
                                  </m:num>
                                  <m:den>
                                    <m:r>
                                      <a:rPr lang="en-US" altLang="ko-KR" sz="1400" i="1">
                                        <a:latin typeface="Cambria Math" panose="02040503050406030204" pitchFamily="18" charset="0"/>
                                      </a:rPr>
                                      <m:t>𝑑𝑥</m:t>
                                    </m:r>
                                  </m:den>
                                </m:f>
                                <m:sSup>
                                  <m:sSupPr>
                                    <m:ctrlPr>
                                      <a:rPr lang="en-US" altLang="ko-KR" sz="1400" i="1" smtClean="0">
                                        <a:latin typeface="Cambria Math" panose="02040503050406030204" pitchFamily="18" charset="0"/>
                                      </a:rPr>
                                    </m:ctrlPr>
                                  </m:sSupPr>
                                  <m:e>
                                    <m:r>
                                      <a:rPr lang="en-US" altLang="ko-KR" sz="1400" b="0" i="1" smtClean="0">
                                        <a:latin typeface="Cambria Math" panose="02040503050406030204" pitchFamily="18" charset="0"/>
                                      </a:rPr>
                                      <m:t>𝑒</m:t>
                                    </m:r>
                                  </m:e>
                                  <m:sup>
                                    <m:r>
                                      <a:rPr lang="en-US" altLang="ko-KR" sz="1400" b="0" i="1" smtClean="0">
                                        <a:latin typeface="Cambria Math" panose="02040503050406030204" pitchFamily="18" charset="0"/>
                                      </a:rPr>
                                      <m:t>𝑥</m:t>
                                    </m:r>
                                    <m:func>
                                      <m:funcPr>
                                        <m:ctrlPr>
                                          <a:rPr lang="en-US" altLang="ko-KR" sz="1400" b="0" i="1" smtClean="0">
                                            <a:latin typeface="Cambria Math" panose="02040503050406030204" pitchFamily="18" charset="0"/>
                                          </a:rPr>
                                        </m:ctrlPr>
                                      </m:funcPr>
                                      <m:fName>
                                        <m:r>
                                          <m:rPr>
                                            <m:sty m:val="p"/>
                                          </m:rPr>
                                          <a:rPr lang="en-US" altLang="ko-KR" sz="1400" b="0" i="0" smtClean="0">
                                            <a:latin typeface="Cambria Math" panose="02040503050406030204" pitchFamily="18" charset="0"/>
                                          </a:rPr>
                                          <m:t>ln</m:t>
                                        </m:r>
                                      </m:fName>
                                      <m:e>
                                        <m:r>
                                          <a:rPr lang="en-US" altLang="ko-KR" sz="1400" b="0" i="1" smtClean="0">
                                            <a:latin typeface="Cambria Math" panose="02040503050406030204" pitchFamily="18" charset="0"/>
                                          </a:rPr>
                                          <m:t>𝑎</m:t>
                                        </m:r>
                                      </m:e>
                                    </m:func>
                                  </m:sup>
                                </m:sSup>
                              </m:oMath>
                            </m:oMathPara>
                          </a14:m>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50883624"/>
                      </a:ext>
                    </a:extLst>
                  </a:tr>
                  <a:tr h="72035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altLang="ko-KR" sz="1400" i="1" smtClean="0">
                                    <a:latin typeface="Cambria Math" panose="02040503050406030204" pitchFamily="18" charset="0"/>
                                  </a:rPr>
                                  <m:t>=</m:t>
                                </m:r>
                                <m:f>
                                  <m:fPr>
                                    <m:ctrlPr>
                                      <a:rPr lang="en-US" altLang="ko-KR" sz="1400" i="1" smtClean="0">
                                        <a:latin typeface="Cambria Math" panose="02040503050406030204" pitchFamily="18" charset="0"/>
                                      </a:rPr>
                                    </m:ctrlPr>
                                  </m:fPr>
                                  <m:num>
                                    <m:r>
                                      <a:rPr lang="en-US" altLang="ko-KR" sz="1400" i="1">
                                        <a:latin typeface="Cambria Math" panose="02040503050406030204" pitchFamily="18" charset="0"/>
                                      </a:rPr>
                                      <m:t>𝑑</m:t>
                                    </m:r>
                                  </m:num>
                                  <m:den>
                                    <m:r>
                                      <a:rPr lang="en-US" altLang="ko-KR" sz="1400" i="1">
                                        <a:latin typeface="Cambria Math" panose="02040503050406030204" pitchFamily="18" charset="0"/>
                                      </a:rPr>
                                      <m:t>𝑑𝑥</m:t>
                                    </m:r>
                                  </m:den>
                                </m:f>
                                <m:sSup>
                                  <m:sSupPr>
                                    <m:ctrlPr>
                                      <a:rPr lang="en-US" altLang="ko-KR" sz="1400" i="1" smtClean="0">
                                        <a:latin typeface="Cambria Math" panose="02040503050406030204" pitchFamily="18" charset="0"/>
                                      </a:rPr>
                                    </m:ctrlPr>
                                  </m:sSupPr>
                                  <m:e>
                                    <m:r>
                                      <a:rPr lang="en-US" altLang="ko-KR" sz="1400" b="0" i="1" smtClean="0">
                                        <a:latin typeface="Cambria Math" panose="02040503050406030204" pitchFamily="18" charset="0"/>
                                      </a:rPr>
                                      <m:t>𝑒</m:t>
                                    </m:r>
                                  </m:e>
                                  <m:sup>
                                    <m:r>
                                      <a:rPr lang="en-US" altLang="ko-KR" sz="1400" b="0" i="1" smtClean="0">
                                        <a:latin typeface="Cambria Math" panose="02040503050406030204" pitchFamily="18" charset="0"/>
                                      </a:rPr>
                                      <m:t>𝑡</m:t>
                                    </m:r>
                                  </m:sup>
                                </m:sSup>
                              </m:oMath>
                            </m:oMathPara>
                          </a14:m>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9591821"/>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altLang="ko-KR" sz="1400" i="1" u="none" smtClean="0">
                                    <a:latin typeface="Cambria Math" panose="02040503050406030204" pitchFamily="18" charset="0"/>
                                  </a:rPr>
                                  <m:t>=</m:t>
                                </m:r>
                                <m:f>
                                  <m:fPr>
                                    <m:ctrlPr>
                                      <a:rPr lang="en-US" altLang="ko-KR" sz="1400" i="1" u="none" smtClean="0">
                                        <a:latin typeface="Cambria Math" panose="02040503050406030204" pitchFamily="18" charset="0"/>
                                      </a:rPr>
                                    </m:ctrlPr>
                                  </m:fPr>
                                  <m:num>
                                    <m:r>
                                      <a:rPr lang="en-US" altLang="ko-KR" sz="1400" i="1" u="none">
                                        <a:latin typeface="Cambria Math" panose="02040503050406030204" pitchFamily="18" charset="0"/>
                                      </a:rPr>
                                      <m:t>𝑑</m:t>
                                    </m:r>
                                    <m:sSup>
                                      <m:sSupPr>
                                        <m:ctrlPr>
                                          <a:rPr lang="en-US" altLang="ko-KR" sz="1400" i="1" u="none" smtClean="0">
                                            <a:latin typeface="Cambria Math" panose="02040503050406030204" pitchFamily="18" charset="0"/>
                                          </a:rPr>
                                        </m:ctrlPr>
                                      </m:sSupPr>
                                      <m:e>
                                        <m:r>
                                          <a:rPr lang="en-US" altLang="ko-KR" sz="1400" b="0" i="1" u="none" smtClean="0">
                                            <a:latin typeface="Cambria Math" panose="02040503050406030204" pitchFamily="18" charset="0"/>
                                          </a:rPr>
                                          <m:t>𝑒</m:t>
                                        </m:r>
                                      </m:e>
                                      <m:sup>
                                        <m:r>
                                          <a:rPr lang="en-US" altLang="ko-KR" sz="1400" b="0" i="1" u="none" smtClean="0">
                                            <a:latin typeface="Cambria Math" panose="02040503050406030204" pitchFamily="18" charset="0"/>
                                          </a:rPr>
                                          <m:t>𝑡</m:t>
                                        </m:r>
                                      </m:sup>
                                    </m:sSup>
                                  </m:num>
                                  <m:den>
                                    <m:r>
                                      <a:rPr lang="en-US" altLang="ko-KR" sz="1400" i="1" u="none">
                                        <a:latin typeface="Cambria Math" panose="02040503050406030204" pitchFamily="18" charset="0"/>
                                      </a:rPr>
                                      <m:t>𝑑</m:t>
                                    </m:r>
                                    <m:r>
                                      <a:rPr lang="en-US" altLang="ko-KR" sz="1400" b="0" i="1" u="none" smtClean="0">
                                        <a:latin typeface="Cambria Math" panose="02040503050406030204" pitchFamily="18" charset="0"/>
                                      </a:rPr>
                                      <m:t>𝑡</m:t>
                                    </m:r>
                                  </m:den>
                                </m:f>
                                <m:f>
                                  <m:fPr>
                                    <m:ctrlPr>
                                      <a:rPr lang="en-US" altLang="ko-KR" sz="1400" i="1" u="none" smtClean="0">
                                        <a:latin typeface="Cambria Math" panose="02040503050406030204" pitchFamily="18" charset="0"/>
                                      </a:rPr>
                                    </m:ctrlPr>
                                  </m:fPr>
                                  <m:num>
                                    <m:r>
                                      <a:rPr lang="en-US" altLang="ko-KR" sz="1400" b="0" i="1" u="none" smtClean="0">
                                        <a:latin typeface="Cambria Math" panose="02040503050406030204" pitchFamily="18" charset="0"/>
                                      </a:rPr>
                                      <m:t>𝑑𝑡</m:t>
                                    </m:r>
                                  </m:num>
                                  <m:den>
                                    <m:r>
                                      <a:rPr lang="en-US" altLang="ko-KR" sz="1400" b="0" i="1" u="none" smtClean="0">
                                        <a:latin typeface="Cambria Math" panose="02040503050406030204" pitchFamily="18" charset="0"/>
                                      </a:rPr>
                                      <m:t>𝑑𝑥</m:t>
                                    </m:r>
                                  </m:den>
                                </m:f>
                              </m:oMath>
                            </m:oMathPara>
                          </a14:m>
                          <a:endParaRPr lang="ko-KR" altLang="en-US" sz="1400" i="1" u="none"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71924127"/>
                      </a:ext>
                    </a:extLst>
                  </a:tr>
                  <a:tr h="549223">
                    <a:tc>
                      <a:txBody>
                        <a:bodyPr/>
                        <a:lstStyle/>
                        <a:p>
                          <a:pPr algn="l" latinLnBrk="1"/>
                          <a14:m>
                            <m:oMathPara xmlns:m="http://schemas.openxmlformats.org/officeDocument/2006/math">
                              <m:oMathParaPr>
                                <m:jc m:val="left"/>
                              </m:oMathParaPr>
                              <m:oMath xmlns:m="http://schemas.openxmlformats.org/officeDocument/2006/math">
                                <m:r>
                                  <a:rPr lang="en-US" altLang="ko-KR" sz="1400" i="1" u="none" smtClean="0">
                                    <a:latin typeface="Cambria Math" panose="02040503050406030204" pitchFamily="18" charset="0"/>
                                  </a:rPr>
                                  <m:t>=</m:t>
                                </m:r>
                                <m:sSup>
                                  <m:sSupPr>
                                    <m:ctrlPr>
                                      <a:rPr lang="en-US" altLang="ko-KR" sz="1400" i="1" u="none" smtClean="0">
                                        <a:latin typeface="Cambria Math" panose="02040503050406030204" pitchFamily="18" charset="0"/>
                                      </a:rPr>
                                    </m:ctrlPr>
                                  </m:sSupPr>
                                  <m:e>
                                    <m:r>
                                      <a:rPr lang="en-US" altLang="ko-KR" sz="1400" b="0" i="1" u="none" smtClean="0">
                                        <a:latin typeface="Cambria Math" panose="02040503050406030204" pitchFamily="18" charset="0"/>
                                      </a:rPr>
                                      <m:t>𝑒</m:t>
                                    </m:r>
                                  </m:e>
                                  <m:sup>
                                    <m:r>
                                      <a:rPr lang="en-US" altLang="ko-KR" sz="1400" b="0" i="1" u="none" smtClean="0">
                                        <a:latin typeface="Cambria Math" panose="02040503050406030204" pitchFamily="18" charset="0"/>
                                      </a:rPr>
                                      <m:t>𝑡</m:t>
                                    </m:r>
                                  </m:sup>
                                </m:sSup>
                                <m:f>
                                  <m:fPr>
                                    <m:ctrlPr>
                                      <a:rPr lang="en-US" altLang="ko-KR" sz="1400" i="1" u="none" smtClean="0">
                                        <a:latin typeface="Cambria Math" panose="02040503050406030204" pitchFamily="18" charset="0"/>
                                      </a:rPr>
                                    </m:ctrlPr>
                                  </m:fPr>
                                  <m:num>
                                    <m:r>
                                      <a:rPr lang="en-US" altLang="ko-KR" sz="1400" b="0" i="1" u="none" smtClean="0">
                                        <a:latin typeface="Cambria Math" panose="02040503050406030204" pitchFamily="18" charset="0"/>
                                      </a:rPr>
                                      <m:t>𝑑𝑡</m:t>
                                    </m:r>
                                  </m:num>
                                  <m:den>
                                    <m:r>
                                      <a:rPr lang="en-US" altLang="ko-KR" sz="1400" b="0" i="1" u="none" smtClean="0">
                                        <a:latin typeface="Cambria Math" panose="02040503050406030204" pitchFamily="18" charset="0"/>
                                      </a:rPr>
                                      <m:t>𝑑𝑥</m:t>
                                    </m:r>
                                  </m:den>
                                </m:f>
                              </m:oMath>
                            </m:oMathPara>
                          </a14:m>
                          <a:endParaRPr lang="ko-KR" altLang="en-US" sz="14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33410646"/>
                      </a:ext>
                    </a:extLst>
                  </a:tr>
                </a:tbl>
              </a:graphicData>
            </a:graphic>
          </p:graphicFrame>
        </mc:Choice>
        <mc:Fallback xmlns="">
          <p:graphicFrame>
            <p:nvGraphicFramePr>
              <p:cNvPr id="10" name="표 9"/>
              <p:cNvGraphicFramePr>
                <a:graphicFrameLocks noGrp="1"/>
              </p:cNvGraphicFramePr>
              <p:nvPr>
                <p:extLst>
                  <p:ext uri="{D42A27DB-BD31-4B8C-83A1-F6EECF244321}">
                    <p14:modId xmlns:p14="http://schemas.microsoft.com/office/powerpoint/2010/main" val="3752070408"/>
                  </p:ext>
                </p:extLst>
              </p:nvPr>
            </p:nvGraphicFramePr>
            <p:xfrm>
              <a:off x="930342" y="2531450"/>
              <a:ext cx="6019098" cy="3651053"/>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41513">
                    <a:tc>
                      <a:txBody>
                        <a:bodyPr/>
                        <a:lstStyle/>
                        <a:p>
                          <a:endParaRPr lang="ko-K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b="-471429"/>
                          </a:stretch>
                        </a:blipFill>
                      </a:tcPr>
                    </a:tc>
                    <a:extLst>
                      <a:ext uri="{0D108BD9-81ED-4DB2-BD59-A6C34878D82A}">
                        <a16:rowId xmlns:a16="http://schemas.microsoft.com/office/drawing/2014/main" val="1349850590"/>
                      </a:ext>
                    </a:extLst>
                  </a:tr>
                  <a:tr h="641513">
                    <a:tc>
                      <a:txBody>
                        <a:bodyPr/>
                        <a:lstStyle/>
                        <a:p>
                          <a:endParaRPr lang="ko-K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99057" b="-366981"/>
                          </a:stretch>
                        </a:blipFill>
                      </a:tcPr>
                    </a:tc>
                    <a:extLst>
                      <a:ext uri="{0D108BD9-81ED-4DB2-BD59-A6C34878D82A}">
                        <a16:rowId xmlns:a16="http://schemas.microsoft.com/office/drawing/2014/main" val="450883624"/>
                      </a:ext>
                    </a:extLst>
                  </a:tr>
                  <a:tr h="720358">
                    <a:tc>
                      <a:txBody>
                        <a:bodyPr/>
                        <a:lstStyle/>
                        <a:p>
                          <a:endParaRPr lang="ko-K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178814" b="-229661"/>
                          </a:stretch>
                        </a:blipFill>
                      </a:tcPr>
                    </a:tc>
                    <a:extLst>
                      <a:ext uri="{0D108BD9-81ED-4DB2-BD59-A6C34878D82A}">
                        <a16:rowId xmlns:a16="http://schemas.microsoft.com/office/drawing/2014/main" val="549591821"/>
                      </a:ext>
                    </a:extLst>
                  </a:tr>
                  <a:tr h="549223">
                    <a:tc>
                      <a:txBody>
                        <a:bodyPr/>
                        <a:lstStyle/>
                        <a:p>
                          <a:endParaRPr lang="ko-K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365556" b="-201111"/>
                          </a:stretch>
                        </a:blipFill>
                      </a:tcPr>
                    </a:tc>
                    <a:extLst>
                      <a:ext uri="{0D108BD9-81ED-4DB2-BD59-A6C34878D82A}">
                        <a16:rowId xmlns:a16="http://schemas.microsoft.com/office/drawing/2014/main" val="2571924127"/>
                      </a:ext>
                    </a:extLst>
                  </a:tr>
                  <a:tr h="549223">
                    <a:tc>
                      <a:txBody>
                        <a:bodyPr/>
                        <a:lstStyle/>
                        <a:p>
                          <a:endParaRPr lang="ko-K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460440" b="-98901"/>
                          </a:stretch>
                        </a:blipFill>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33410646"/>
                      </a:ext>
                    </a:extLst>
                  </a:tr>
                </a:tbl>
              </a:graphicData>
            </a:graphic>
          </p:graphicFrame>
        </mc:Fallback>
      </mc:AlternateContent>
      <mc:AlternateContent xmlns:mc="http://schemas.openxmlformats.org/markup-compatibility/2006" xmlns:a14="http://schemas.microsoft.com/office/drawing/2010/main">
        <mc:Choice Requires="a14">
          <p:sp>
            <p:nvSpPr>
              <p:cNvPr id="11" name="TextBox 10"/>
              <p:cNvSpPr txBox="1"/>
              <p:nvPr/>
            </p:nvSpPr>
            <p:spPr>
              <a:xfrm>
                <a:off x="918755" y="1506382"/>
                <a:ext cx="4633704" cy="313291"/>
              </a:xfrm>
              <a:prstGeom prst="rect">
                <a:avLst/>
              </a:prstGeom>
              <a:noFill/>
            </p:spPr>
            <p:txBody>
              <a:bodyPr wrap="none" lIns="0" tIns="0" rIns="0" bIns="0" rtlCol="0">
                <a:spAutoFit/>
              </a:bodyPr>
              <a:lstStyle/>
              <a:p>
                <a:r>
                  <a:rPr lang="ko-KR" altLang="en-US" sz="2000" dirty="0"/>
                  <a:t>⑤</a:t>
                </a:r>
                <a14:m>
                  <m:oMath xmlns:m="http://schemas.openxmlformats.org/officeDocument/2006/math">
                    <m:sSup>
                      <m:sSupPr>
                        <m:ctrlPr>
                          <a:rPr lang="en-US" altLang="ko-KR" sz="2000" i="1" smtClean="0">
                            <a:latin typeface="Cambria Math" panose="02040503050406030204" pitchFamily="18" charset="0"/>
                          </a:rPr>
                        </m:ctrlPr>
                      </m:sSupPr>
                      <m:e>
                        <m:r>
                          <a:rPr lang="en-US" altLang="ko-KR" sz="2000" b="0" i="1" smtClean="0">
                            <a:latin typeface="Cambria Math" panose="02040503050406030204" pitchFamily="18" charset="0"/>
                          </a:rPr>
                          <m:t>𝑓</m:t>
                        </m:r>
                      </m:e>
                      <m:sup>
                        <m:r>
                          <a:rPr lang="en-US" altLang="ko-KR" sz="2000" b="0" i="1" smtClean="0">
                            <a:latin typeface="Cambria Math" panose="02040503050406030204" pitchFamily="18" charset="0"/>
                          </a:rPr>
                          <m:t>′</m:t>
                        </m:r>
                      </m:sup>
                    </m:sSup>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sSup>
                      <m:sSupPr>
                        <m:ctrlPr>
                          <a:rPr lang="en-US" altLang="ko-KR" sz="2000" i="1">
                            <a:latin typeface="Cambria Math" panose="02040503050406030204" pitchFamily="18" charset="0"/>
                          </a:rPr>
                        </m:ctrlPr>
                      </m:sSupPr>
                      <m:e>
                        <m:r>
                          <a:rPr lang="en-US" altLang="ko-KR" sz="2000" b="0" i="1" smtClean="0">
                            <a:latin typeface="Cambria Math" panose="02040503050406030204" pitchFamily="18" charset="0"/>
                          </a:rPr>
                          <m:t>𝑒</m:t>
                        </m:r>
                      </m:e>
                      <m:sup>
                        <m:r>
                          <a:rPr lang="en-US" altLang="ko-KR" sz="2000" b="0" i="1" smtClean="0">
                            <a:latin typeface="Cambria Math" panose="02040503050406030204" pitchFamily="18" charset="0"/>
                          </a:rPr>
                          <m:t>𝑥</m:t>
                        </m:r>
                        <m:func>
                          <m:funcPr>
                            <m:ctrlPr>
                              <a:rPr lang="en-US" altLang="ko-KR" sz="2000" b="0" i="1" smtClean="0">
                                <a:latin typeface="Cambria Math" panose="02040503050406030204" pitchFamily="18" charset="0"/>
                              </a:rPr>
                            </m:ctrlPr>
                          </m:funcPr>
                          <m:fName>
                            <m:r>
                              <a:rPr lang="en-US" altLang="ko-KR" sz="2000" b="0" i="1" smtClean="0">
                                <a:latin typeface="Cambria Math" panose="02040503050406030204" pitchFamily="18" charset="0"/>
                              </a:rPr>
                              <m:t>𝑙𝑛</m:t>
                            </m:r>
                          </m:fName>
                          <m:e>
                            <m:r>
                              <a:rPr lang="en-US" altLang="ko-KR" sz="2000" b="0" i="1" smtClean="0">
                                <a:latin typeface="Cambria Math" panose="02040503050406030204" pitchFamily="18" charset="0"/>
                              </a:rPr>
                              <m:t>𝑎</m:t>
                            </m:r>
                          </m:e>
                        </m:func>
                      </m:sup>
                    </m:sSup>
                    <m:r>
                      <a:rPr lang="en-US" altLang="ko-KR" sz="2000" i="1" smtClean="0">
                        <a:latin typeface="Cambria Math" panose="02040503050406030204" pitchFamily="18" charset="0"/>
                        <a:ea typeface="Cambria Math" panose="02040503050406030204" pitchFamily="18" charset="0"/>
                      </a:rPr>
                      <m:t>×</m:t>
                    </m:r>
                    <m:func>
                      <m:funcPr>
                        <m:ctrlPr>
                          <a:rPr lang="en-US" altLang="ko-KR" sz="2000" i="1" smtClean="0">
                            <a:latin typeface="Cambria Math" panose="02040503050406030204" pitchFamily="18" charset="0"/>
                            <a:ea typeface="Cambria Math" panose="02040503050406030204" pitchFamily="18" charset="0"/>
                          </a:rPr>
                        </m:ctrlPr>
                      </m:funcPr>
                      <m:fName>
                        <m:r>
                          <a:rPr lang="en-US" altLang="ko-KR" sz="2000" i="1" smtClean="0">
                            <a:latin typeface="Cambria Math" panose="02040503050406030204" pitchFamily="18" charset="0"/>
                            <a:ea typeface="Cambria Math" panose="02040503050406030204" pitchFamily="18" charset="0"/>
                          </a:rPr>
                          <m:t>𝑙𝑛</m:t>
                        </m:r>
                      </m:fName>
                      <m:e>
                        <m:r>
                          <a:rPr lang="en-US" altLang="ko-KR" sz="2000" i="1">
                            <a:latin typeface="Cambria Math" panose="02040503050406030204" pitchFamily="18" charset="0"/>
                            <a:ea typeface="Cambria Math" panose="02040503050406030204" pitchFamily="18" charset="0"/>
                          </a:rPr>
                          <m:t>𝑎</m:t>
                        </m:r>
                      </m:e>
                    </m:func>
                    <m:r>
                      <a:rPr lang="en-US" altLang="ko-KR" sz="2000" b="0" i="1" smtClean="0">
                        <a:latin typeface="Cambria Math" panose="02040503050406030204" pitchFamily="18" charset="0"/>
                        <a:ea typeface="Cambria Math" panose="02040503050406030204" pitchFamily="18" charset="0"/>
                      </a:rPr>
                      <m:t>,  </m:t>
                    </m:r>
                    <m:r>
                      <a:rPr lang="en-US" altLang="ko-KR" sz="2000" i="1">
                        <a:latin typeface="Cambria Math" panose="02040503050406030204" pitchFamily="18" charset="0"/>
                      </a:rPr>
                      <m:t>𝑔𝑖𝑣𝑒𝑛</m:t>
                    </m:r>
                    <m:r>
                      <a:rPr lang="en-US" altLang="ko-KR" sz="2000" b="0" i="1" smtClean="0">
                        <a:latin typeface="Cambria Math" panose="02040503050406030204" pitchFamily="18" charset="0"/>
                      </a:rPr>
                      <m:t> </m:t>
                    </m:r>
                    <m:r>
                      <a:rPr lang="en-US" altLang="ko-KR" sz="2000" i="1">
                        <a:latin typeface="Cambria Math" panose="02040503050406030204" pitchFamily="18" charset="0"/>
                      </a:rPr>
                      <m:t>𝑓</m:t>
                    </m:r>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sSup>
                      <m:sSupPr>
                        <m:ctrlPr>
                          <a:rPr lang="en-US" altLang="ko-KR" sz="2000" i="1">
                            <a:latin typeface="Cambria Math" panose="02040503050406030204" pitchFamily="18" charset="0"/>
                          </a:rPr>
                        </m:ctrlPr>
                      </m:sSupPr>
                      <m:e>
                        <m:r>
                          <a:rPr lang="en-US" altLang="ko-KR" sz="2000" i="1">
                            <a:latin typeface="Cambria Math" panose="02040503050406030204" pitchFamily="18" charset="0"/>
                          </a:rPr>
                          <m:t>𝑎</m:t>
                        </m:r>
                      </m:e>
                      <m:sup>
                        <m:r>
                          <a:rPr lang="en-US" altLang="ko-KR" sz="2000" i="1">
                            <a:latin typeface="Cambria Math" panose="02040503050406030204" pitchFamily="18" charset="0"/>
                          </a:rPr>
                          <m:t>𝑥</m:t>
                        </m:r>
                      </m:sup>
                    </m:sSup>
                  </m:oMath>
                </a14:m>
                <a:endParaRPr lang="ko-KR" altLang="en-US" sz="2000" i="1" dirty="0"/>
              </a:p>
            </p:txBody>
          </p:sp>
        </mc:Choice>
        <mc:Fallback xmlns="">
          <p:sp>
            <p:nvSpPr>
              <p:cNvPr id="11" name="TextBox 10"/>
              <p:cNvSpPr txBox="1">
                <a:spLocks noRot="1" noChangeAspect="1" noMove="1" noResize="1" noEditPoints="1" noAdjustHandles="1" noChangeArrowheads="1" noChangeShapeType="1" noTextEdit="1"/>
              </p:cNvSpPr>
              <p:nvPr/>
            </p:nvSpPr>
            <p:spPr>
              <a:xfrm>
                <a:off x="918755" y="1506382"/>
                <a:ext cx="4633704" cy="313291"/>
              </a:xfrm>
              <a:prstGeom prst="rect">
                <a:avLst/>
              </a:prstGeom>
              <a:blipFill>
                <a:blip r:embed="rId4"/>
                <a:stretch>
                  <a:fillRect l="-3421" t="-26923" b="-44231"/>
                </a:stretch>
              </a:blipFill>
            </p:spPr>
            <p:txBody>
              <a:bodyPr/>
              <a:lstStyle/>
              <a:p>
                <a:r>
                  <a:rPr lang="ko-KR" altLang="en-US">
                    <a:noFill/>
                  </a:rPr>
                  <a:t> </a:t>
                </a:r>
              </a:p>
            </p:txBody>
          </p:sp>
        </mc:Fallback>
      </mc:AlternateContent>
      <p:sp>
        <p:nvSpPr>
          <p:cNvPr id="13" name="원호 12"/>
          <p:cNvSpPr/>
          <p:nvPr/>
        </p:nvSpPr>
        <p:spPr>
          <a:xfrm>
            <a:off x="1357224" y="3425944"/>
            <a:ext cx="656714" cy="726956"/>
          </a:xfrm>
          <a:prstGeom prst="arc">
            <a:avLst>
              <a:gd name="adj1" fmla="val 18560689"/>
              <a:gd name="adj2" fmla="val 5766971"/>
            </a:avLst>
          </a:prstGeom>
          <a:ln w="9525">
            <a:solidFill>
              <a:srgbClr val="C00000"/>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mc:AlternateContent xmlns:mc="http://schemas.openxmlformats.org/markup-compatibility/2006" xmlns:a14="http://schemas.microsoft.com/office/drawing/2010/main">
        <mc:Choice Requires="a14">
          <p:sp>
            <p:nvSpPr>
              <p:cNvPr id="14" name="직사각형 13"/>
              <p:cNvSpPr/>
              <p:nvPr/>
            </p:nvSpPr>
            <p:spPr>
              <a:xfrm>
                <a:off x="1934650" y="3595216"/>
                <a:ext cx="2779799"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ko-KR" sz="1200" b="0" i="1" smtClean="0">
                          <a:latin typeface="Cambria Math" panose="02040503050406030204" pitchFamily="18" charset="0"/>
                        </a:rPr>
                        <m:t>𝑥</m:t>
                      </m:r>
                      <m:func>
                        <m:funcPr>
                          <m:ctrlPr>
                            <a:rPr lang="en-US" altLang="ko-KR" sz="1200" i="1" smtClean="0">
                              <a:latin typeface="Cambria Math" panose="02040503050406030204" pitchFamily="18" charset="0"/>
                            </a:rPr>
                          </m:ctrlPr>
                        </m:funcPr>
                        <m:fName>
                          <m:r>
                            <a:rPr lang="en-US" altLang="ko-KR" sz="1200" i="1" smtClean="0">
                              <a:latin typeface="Cambria Math" panose="02040503050406030204" pitchFamily="18" charset="0"/>
                            </a:rPr>
                            <m:t>𝑙𝑛</m:t>
                          </m:r>
                        </m:fName>
                        <m:e>
                          <m:r>
                            <a:rPr lang="en-US" altLang="ko-KR" sz="1200" b="0" i="1" smtClean="0">
                              <a:latin typeface="Cambria Math" panose="02040503050406030204" pitchFamily="18" charset="0"/>
                            </a:rPr>
                            <m:t>𝑎</m:t>
                          </m:r>
                        </m:e>
                      </m:func>
                      <m:r>
                        <a:rPr lang="en-US" altLang="ko-KR" sz="1200" i="1">
                          <a:latin typeface="Cambria Math" panose="02040503050406030204" pitchFamily="18" charset="0"/>
                        </a:rPr>
                        <m:t>𝑖𝑠</m:t>
                      </m:r>
                      <m:r>
                        <a:rPr lang="en-US" altLang="ko-KR" sz="1200" i="1">
                          <a:latin typeface="Cambria Math" panose="02040503050406030204" pitchFamily="18" charset="0"/>
                        </a:rPr>
                        <m:t> </m:t>
                      </m:r>
                      <m:r>
                        <a:rPr lang="en-US" altLang="ko-KR" sz="1200" i="1">
                          <a:latin typeface="Cambria Math" panose="02040503050406030204" pitchFamily="18" charset="0"/>
                        </a:rPr>
                        <m:t>𝑠𝑢𝑏𝑠𝑡𝑖𝑡𝑢𝑡𝑒𝑑</m:t>
                      </m:r>
                      <m:r>
                        <a:rPr lang="en-US" altLang="ko-KR" sz="1200" b="0" i="1" smtClean="0">
                          <a:latin typeface="Cambria Math" panose="02040503050406030204" pitchFamily="18" charset="0"/>
                        </a:rPr>
                        <m:t> </m:t>
                      </m:r>
                      <m:r>
                        <a:rPr lang="en-US" altLang="ko-KR" sz="1200" b="0" i="1" smtClean="0">
                          <a:latin typeface="Cambria Math" panose="02040503050406030204" pitchFamily="18" charset="0"/>
                        </a:rPr>
                        <m:t>𝑏𝑦</m:t>
                      </m:r>
                      <m:r>
                        <a:rPr lang="en-US" altLang="ko-KR" sz="1200" b="0" i="1" smtClean="0">
                          <a:latin typeface="Cambria Math" panose="02040503050406030204" pitchFamily="18" charset="0"/>
                        </a:rPr>
                        <m:t> </m:t>
                      </m:r>
                      <m:r>
                        <a:rPr lang="en-US" altLang="ko-KR" sz="1200" b="0" i="1" smtClean="0">
                          <a:latin typeface="Cambria Math" panose="02040503050406030204" pitchFamily="18" charset="0"/>
                        </a:rPr>
                        <m:t>𝑡</m:t>
                      </m:r>
                      <m:r>
                        <a:rPr lang="en-US" altLang="ko-KR" sz="1200" b="0" i="1" smtClean="0">
                          <a:latin typeface="Cambria Math" panose="02040503050406030204" pitchFamily="18" charset="0"/>
                        </a:rPr>
                        <m:t>   ∴</m:t>
                      </m:r>
                      <m:r>
                        <a:rPr lang="en-US" altLang="ko-KR" sz="1200" i="1">
                          <a:latin typeface="Cambria Math" panose="02040503050406030204" pitchFamily="18" charset="0"/>
                        </a:rPr>
                        <m:t>𝑡</m:t>
                      </m:r>
                      <m:r>
                        <a:rPr lang="en-US" altLang="ko-KR" sz="1200" i="1">
                          <a:latin typeface="Cambria Math" panose="02040503050406030204" pitchFamily="18" charset="0"/>
                        </a:rPr>
                        <m:t>=</m:t>
                      </m:r>
                      <m:r>
                        <a:rPr lang="en-US" altLang="ko-KR" sz="1200" b="0" i="1" smtClean="0">
                          <a:latin typeface="Cambria Math" panose="02040503050406030204" pitchFamily="18" charset="0"/>
                        </a:rPr>
                        <m:t>𝑥</m:t>
                      </m:r>
                      <m:func>
                        <m:funcPr>
                          <m:ctrlPr>
                            <a:rPr lang="en-US" altLang="ko-KR" sz="1200" i="1">
                              <a:latin typeface="Cambria Math" panose="02040503050406030204" pitchFamily="18" charset="0"/>
                            </a:rPr>
                          </m:ctrlPr>
                        </m:funcPr>
                        <m:fName>
                          <m:r>
                            <a:rPr lang="en-US" altLang="ko-KR" sz="1200" i="1">
                              <a:latin typeface="Cambria Math" panose="02040503050406030204" pitchFamily="18" charset="0"/>
                            </a:rPr>
                            <m:t>𝑙𝑛</m:t>
                          </m:r>
                        </m:fName>
                        <m:e>
                          <m:r>
                            <a:rPr lang="en-US" altLang="ko-KR" sz="1200" i="1">
                              <a:latin typeface="Cambria Math" panose="02040503050406030204" pitchFamily="18" charset="0"/>
                            </a:rPr>
                            <m:t>𝑎</m:t>
                          </m:r>
                        </m:e>
                      </m:func>
                    </m:oMath>
                  </m:oMathPara>
                </a14:m>
                <a:endParaRPr lang="ko-KR" altLang="en-US" sz="1200" i="1" dirty="0">
                  <a:solidFill>
                    <a:schemeClr val="tx1"/>
                  </a:solidFill>
                </a:endParaRPr>
              </a:p>
            </p:txBody>
          </p:sp>
        </mc:Choice>
        <mc:Fallback xmlns="">
          <p:sp>
            <p:nvSpPr>
              <p:cNvPr id="14" name="직사각형 13"/>
              <p:cNvSpPr>
                <a:spLocks noRot="1" noChangeAspect="1" noMove="1" noResize="1" noEditPoints="1" noAdjustHandles="1" noChangeArrowheads="1" noChangeShapeType="1" noTextEdit="1"/>
              </p:cNvSpPr>
              <p:nvPr/>
            </p:nvSpPr>
            <p:spPr>
              <a:xfrm>
                <a:off x="1934650" y="3595216"/>
                <a:ext cx="2779799" cy="276999"/>
              </a:xfrm>
              <a:prstGeom prst="rect">
                <a:avLst/>
              </a:prstGeom>
              <a:blipFill>
                <a:blip r:embed="rId5"/>
                <a:stretch>
                  <a:fillRect b="-4444"/>
                </a:stretch>
              </a:blipFill>
            </p:spPr>
            <p:txBody>
              <a:bodyPr/>
              <a:lstStyle/>
              <a:p>
                <a:r>
                  <a:rPr lang="ko-KR" altLang="en-US">
                    <a:noFill/>
                  </a:rPr>
                  <a:t> </a:t>
                </a:r>
              </a:p>
            </p:txBody>
          </p:sp>
        </mc:Fallback>
      </mc:AlternateContent>
      <p:sp>
        <p:nvSpPr>
          <p:cNvPr id="15" name="원호 14"/>
          <p:cNvSpPr/>
          <p:nvPr/>
        </p:nvSpPr>
        <p:spPr>
          <a:xfrm flipH="1">
            <a:off x="1104899" y="4813096"/>
            <a:ext cx="275042" cy="534432"/>
          </a:xfrm>
          <a:prstGeom prst="arc">
            <a:avLst>
              <a:gd name="adj1" fmla="val 17531947"/>
              <a:gd name="adj2" fmla="val 4677574"/>
            </a:avLst>
          </a:prstGeom>
          <a:ln w="9525">
            <a:solidFill>
              <a:srgbClr val="C00000"/>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mc:AlternateContent xmlns:mc="http://schemas.openxmlformats.org/markup-compatibility/2006" xmlns:a14="http://schemas.microsoft.com/office/drawing/2010/main">
        <mc:Choice Requires="a14">
          <p:sp>
            <p:nvSpPr>
              <p:cNvPr id="5" name="직사각형 4"/>
              <p:cNvSpPr/>
              <p:nvPr/>
            </p:nvSpPr>
            <p:spPr>
              <a:xfrm>
                <a:off x="1685581" y="4850816"/>
                <a:ext cx="3226461" cy="44781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ko-KR" sz="1200" i="1" smtClean="0">
                          <a:solidFill>
                            <a:srgbClr val="C00000"/>
                          </a:solidFill>
                          <a:latin typeface="Cambria Math" panose="02040503050406030204" pitchFamily="18" charset="0"/>
                        </a:rPr>
                        <m:t>𝑠𝑖𝑛𝑐𝑒</m:t>
                      </m:r>
                      <m:r>
                        <a:rPr lang="en-US" altLang="ko-KR" sz="1200" b="0" i="1" smtClean="0">
                          <a:solidFill>
                            <a:srgbClr val="C00000"/>
                          </a:solidFill>
                          <a:latin typeface="Cambria Math" panose="02040503050406030204" pitchFamily="18" charset="0"/>
                        </a:rPr>
                        <m:t> </m:t>
                      </m:r>
                      <m:sSup>
                        <m:sSupPr>
                          <m:ctrlPr>
                            <a:rPr lang="en-US" altLang="ko-KR" sz="1200" i="1">
                              <a:latin typeface="Cambria Math" panose="02040503050406030204" pitchFamily="18" charset="0"/>
                            </a:rPr>
                          </m:ctrlPr>
                        </m:sSupPr>
                        <m:e>
                          <m:r>
                            <a:rPr lang="en-US" altLang="ko-KR" sz="1200" i="1">
                              <a:latin typeface="Cambria Math" panose="02040503050406030204" pitchFamily="18" charset="0"/>
                            </a:rPr>
                            <m:t>𝑓</m:t>
                          </m:r>
                        </m:e>
                        <m:sup>
                          <m:r>
                            <a:rPr lang="en-US" altLang="ko-KR" sz="1200" i="1">
                              <a:latin typeface="Cambria Math" panose="02040503050406030204" pitchFamily="18" charset="0"/>
                            </a:rPr>
                            <m:t>′</m:t>
                          </m:r>
                        </m:sup>
                      </m:sSup>
                      <m:d>
                        <m:dPr>
                          <m:ctrlPr>
                            <a:rPr lang="en-US" altLang="ko-KR" sz="1200" i="1">
                              <a:latin typeface="Cambria Math" panose="02040503050406030204" pitchFamily="18" charset="0"/>
                            </a:rPr>
                          </m:ctrlPr>
                        </m:dPr>
                        <m:e>
                          <m:r>
                            <a:rPr lang="en-US" altLang="ko-KR" sz="1200" i="1">
                              <a:latin typeface="Cambria Math" panose="02040503050406030204" pitchFamily="18" charset="0"/>
                            </a:rPr>
                            <m:t>𝑥</m:t>
                          </m:r>
                        </m:e>
                      </m:d>
                      <m:r>
                        <a:rPr lang="en-US" altLang="ko-KR" sz="1200" i="1">
                          <a:latin typeface="Cambria Math" panose="02040503050406030204" pitchFamily="18" charset="0"/>
                        </a:rPr>
                        <m:t>=</m:t>
                      </m:r>
                      <m:f>
                        <m:fPr>
                          <m:ctrlPr>
                            <a:rPr lang="en-US" altLang="ko-KR" sz="1200" i="1">
                              <a:latin typeface="Cambria Math" panose="02040503050406030204" pitchFamily="18" charset="0"/>
                            </a:rPr>
                          </m:ctrlPr>
                        </m:fPr>
                        <m:num>
                          <m:r>
                            <a:rPr lang="en-US" altLang="ko-KR" sz="1200" i="1">
                              <a:latin typeface="Cambria Math" panose="02040503050406030204" pitchFamily="18" charset="0"/>
                            </a:rPr>
                            <m:t>𝑑</m:t>
                          </m:r>
                          <m:sSup>
                            <m:sSupPr>
                              <m:ctrlPr>
                                <a:rPr lang="en-US" altLang="ko-KR" sz="1200" i="1">
                                  <a:latin typeface="Cambria Math" panose="02040503050406030204" pitchFamily="18" charset="0"/>
                                </a:rPr>
                              </m:ctrlPr>
                            </m:sSupPr>
                            <m:e>
                              <m:r>
                                <a:rPr lang="en-US" altLang="ko-KR" sz="1200" i="1">
                                  <a:latin typeface="Cambria Math" panose="02040503050406030204" pitchFamily="18" charset="0"/>
                                </a:rPr>
                                <m:t>𝑒</m:t>
                              </m:r>
                            </m:e>
                            <m:sup>
                              <m:r>
                                <a:rPr lang="en-US" altLang="ko-KR" sz="1200" i="1">
                                  <a:latin typeface="Cambria Math" panose="02040503050406030204" pitchFamily="18" charset="0"/>
                                </a:rPr>
                                <m:t>𝑥</m:t>
                              </m:r>
                            </m:sup>
                          </m:sSup>
                        </m:num>
                        <m:den>
                          <m:r>
                            <a:rPr lang="en-US" altLang="ko-KR" sz="1200" i="1">
                              <a:latin typeface="Cambria Math" panose="02040503050406030204" pitchFamily="18" charset="0"/>
                            </a:rPr>
                            <m:t>𝑑</m:t>
                          </m:r>
                          <m:r>
                            <a:rPr lang="en-US" altLang="ko-KR" sz="1200" b="0" i="1" smtClean="0">
                              <a:latin typeface="Cambria Math" panose="02040503050406030204" pitchFamily="18" charset="0"/>
                            </a:rPr>
                            <m:t>𝑥</m:t>
                          </m:r>
                        </m:den>
                      </m:f>
                      <m:r>
                        <a:rPr lang="en-US" altLang="ko-KR" sz="1200" i="1">
                          <a:latin typeface="Cambria Math" panose="02040503050406030204" pitchFamily="18" charset="0"/>
                        </a:rPr>
                        <m:t>=</m:t>
                      </m:r>
                      <m:sSup>
                        <m:sSupPr>
                          <m:ctrlPr>
                            <a:rPr lang="en-US" altLang="ko-KR" sz="1200" i="1">
                              <a:latin typeface="Cambria Math" panose="02040503050406030204" pitchFamily="18" charset="0"/>
                            </a:rPr>
                          </m:ctrlPr>
                        </m:sSupPr>
                        <m:e>
                          <m:r>
                            <a:rPr lang="en-US" altLang="ko-KR" sz="1200" i="1">
                              <a:latin typeface="Cambria Math" panose="02040503050406030204" pitchFamily="18" charset="0"/>
                            </a:rPr>
                            <m:t>𝑒</m:t>
                          </m:r>
                        </m:e>
                        <m:sup>
                          <m:r>
                            <a:rPr lang="en-US" altLang="ko-KR" sz="1200" i="1">
                              <a:latin typeface="Cambria Math" panose="02040503050406030204" pitchFamily="18" charset="0"/>
                            </a:rPr>
                            <m:t>𝑥</m:t>
                          </m:r>
                        </m:sup>
                      </m:sSup>
                      <m:r>
                        <a:rPr lang="en-US" altLang="ko-KR" sz="1200" i="1">
                          <a:latin typeface="Cambria Math" panose="02040503050406030204" pitchFamily="18" charset="0"/>
                        </a:rPr>
                        <m:t>,  </m:t>
                      </m:r>
                      <m:r>
                        <a:rPr lang="en-US" altLang="ko-KR" sz="1200" i="1">
                          <a:latin typeface="Cambria Math" panose="02040503050406030204" pitchFamily="18" charset="0"/>
                        </a:rPr>
                        <m:t>𝑔𝑖𝑣𝑒𝑛</m:t>
                      </m:r>
                      <m:r>
                        <a:rPr lang="en-US" altLang="ko-KR" sz="1200" i="1">
                          <a:latin typeface="Cambria Math" panose="02040503050406030204" pitchFamily="18" charset="0"/>
                        </a:rPr>
                        <m:t> </m:t>
                      </m:r>
                      <m:r>
                        <a:rPr lang="en-US" altLang="ko-KR" sz="1200" i="1">
                          <a:latin typeface="Cambria Math" panose="02040503050406030204" pitchFamily="18" charset="0"/>
                        </a:rPr>
                        <m:t>𝑓</m:t>
                      </m:r>
                      <m:d>
                        <m:dPr>
                          <m:ctrlPr>
                            <a:rPr lang="en-US" altLang="ko-KR" sz="1200" i="1">
                              <a:latin typeface="Cambria Math" panose="02040503050406030204" pitchFamily="18" charset="0"/>
                            </a:rPr>
                          </m:ctrlPr>
                        </m:dPr>
                        <m:e>
                          <m:r>
                            <a:rPr lang="en-US" altLang="ko-KR" sz="1200" i="1">
                              <a:latin typeface="Cambria Math" panose="02040503050406030204" pitchFamily="18" charset="0"/>
                            </a:rPr>
                            <m:t>𝑥</m:t>
                          </m:r>
                        </m:e>
                      </m:d>
                      <m:r>
                        <a:rPr lang="en-US" altLang="ko-KR" sz="1200" i="1">
                          <a:latin typeface="Cambria Math" panose="02040503050406030204" pitchFamily="18" charset="0"/>
                        </a:rPr>
                        <m:t>=</m:t>
                      </m:r>
                      <m:sSup>
                        <m:sSupPr>
                          <m:ctrlPr>
                            <a:rPr lang="en-US" altLang="ko-KR" sz="1200" i="1">
                              <a:latin typeface="Cambria Math" panose="02040503050406030204" pitchFamily="18" charset="0"/>
                            </a:rPr>
                          </m:ctrlPr>
                        </m:sSupPr>
                        <m:e>
                          <m:r>
                            <a:rPr lang="en-US" altLang="ko-KR" sz="1200" i="1">
                              <a:latin typeface="Cambria Math" panose="02040503050406030204" pitchFamily="18" charset="0"/>
                            </a:rPr>
                            <m:t>𝑒</m:t>
                          </m:r>
                        </m:e>
                        <m:sup>
                          <m:r>
                            <a:rPr lang="en-US" altLang="ko-KR" sz="1200" i="1">
                              <a:latin typeface="Cambria Math" panose="02040503050406030204" pitchFamily="18" charset="0"/>
                            </a:rPr>
                            <m:t>𝑥</m:t>
                          </m:r>
                        </m:sup>
                      </m:sSup>
                    </m:oMath>
                  </m:oMathPara>
                </a14:m>
                <a:endParaRPr lang="ko-KR" altLang="en-US" sz="1200" i="1" dirty="0"/>
              </a:p>
            </p:txBody>
          </p:sp>
        </mc:Choice>
        <mc:Fallback xmlns="">
          <p:sp>
            <p:nvSpPr>
              <p:cNvPr id="5" name="직사각형 4"/>
              <p:cNvSpPr>
                <a:spLocks noRot="1" noChangeAspect="1" noMove="1" noResize="1" noEditPoints="1" noAdjustHandles="1" noChangeArrowheads="1" noChangeShapeType="1" noTextEdit="1"/>
              </p:cNvSpPr>
              <p:nvPr/>
            </p:nvSpPr>
            <p:spPr>
              <a:xfrm>
                <a:off x="1685581" y="4850816"/>
                <a:ext cx="3226461" cy="447815"/>
              </a:xfrm>
              <a:prstGeom prst="rect">
                <a:avLst/>
              </a:prstGeom>
              <a:blipFill>
                <a:blip r:embed="rId6"/>
                <a:stretch>
                  <a:fillRect b="-2740"/>
                </a:stretch>
              </a:blipFill>
            </p:spPr>
            <p:txBody>
              <a:bodyPr/>
              <a:lstStyle/>
              <a:p>
                <a:r>
                  <a:rPr lang="ko-KR" altLang="en-US">
                    <a:noFill/>
                  </a:rPr>
                  <a:t> </a:t>
                </a:r>
              </a:p>
            </p:txBody>
          </p:sp>
        </mc:Fallback>
      </mc:AlternateContent>
      <p:cxnSp>
        <p:nvCxnSpPr>
          <p:cNvPr id="7" name="직선 화살표 연결선 6"/>
          <p:cNvCxnSpPr/>
          <p:nvPr/>
        </p:nvCxnSpPr>
        <p:spPr>
          <a:xfrm flipH="1">
            <a:off x="1104899" y="5097780"/>
            <a:ext cx="679451" cy="0"/>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9" name="모서리가 둥근 직사각형 18"/>
          <p:cNvSpPr/>
          <p:nvPr/>
        </p:nvSpPr>
        <p:spPr>
          <a:xfrm>
            <a:off x="1162050" y="4578131"/>
            <a:ext cx="339090" cy="466309"/>
          </a:xfrm>
          <a:prstGeom prst="roundRect">
            <a:avLst/>
          </a:prstGeom>
          <a:noFill/>
          <a:ln>
            <a:solidFill>
              <a:srgbClr val="C0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모서리가 둥근 직사각형 19"/>
          <p:cNvSpPr/>
          <p:nvPr/>
        </p:nvSpPr>
        <p:spPr>
          <a:xfrm>
            <a:off x="1187679" y="5279405"/>
            <a:ext cx="192262" cy="190266"/>
          </a:xfrm>
          <a:prstGeom prst="roundRect">
            <a:avLst/>
          </a:prstGeom>
          <a:noFill/>
          <a:ln>
            <a:solidFill>
              <a:srgbClr val="C0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모서리가 둥근 직사각형 20"/>
          <p:cNvSpPr/>
          <p:nvPr/>
        </p:nvSpPr>
        <p:spPr>
          <a:xfrm>
            <a:off x="1391572" y="5165333"/>
            <a:ext cx="236179" cy="421079"/>
          </a:xfrm>
          <a:prstGeom prst="roundRect">
            <a:avLst/>
          </a:prstGeom>
          <a:noFill/>
          <a:ln>
            <a:solidFill>
              <a:srgbClr val="C0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74605097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mc:AlternateContent xmlns:mc="http://schemas.openxmlformats.org/markup-compatibility/2006" xmlns:a14="http://schemas.microsoft.com/office/drawing/2010/main">
        <mc:Choice Requires="a14">
          <p:graphicFrame>
            <p:nvGraphicFramePr>
              <p:cNvPr id="10" name="표 9"/>
              <p:cNvGraphicFramePr>
                <a:graphicFrameLocks noGrp="1"/>
              </p:cNvGraphicFramePr>
              <p:nvPr/>
            </p:nvGraphicFramePr>
            <p:xfrm>
              <a:off x="930342" y="2531450"/>
              <a:ext cx="6019098" cy="3651053"/>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41513">
                    <a:tc>
                      <a:txBody>
                        <a:bodyPr/>
                        <a:lstStyle/>
                        <a:p>
                          <a:pPr algn="l" latinLnBrk="1"/>
                          <a14:m>
                            <m:oMathPara xmlns:m="http://schemas.openxmlformats.org/officeDocument/2006/math">
                              <m:oMathParaPr>
                                <m:jc m:val="left"/>
                              </m:oMathParaPr>
                              <m:oMath xmlns:m="http://schemas.openxmlformats.org/officeDocument/2006/math">
                                <m:sSup>
                                  <m:sSupPr>
                                    <m:ctrlPr>
                                      <a:rPr lang="en-US" altLang="ko-KR" sz="1400" i="1" smtClean="0">
                                        <a:latin typeface="Cambria Math" panose="02040503050406030204" pitchFamily="18" charset="0"/>
                                      </a:rPr>
                                    </m:ctrlPr>
                                  </m:sSupPr>
                                  <m:e>
                                    <m:r>
                                      <a:rPr lang="en-US" altLang="ko-KR" sz="1400" b="0" i="1" smtClean="0">
                                        <a:latin typeface="Cambria Math" panose="02040503050406030204" pitchFamily="18" charset="0"/>
                                      </a:rPr>
                                      <m:t>𝑓</m:t>
                                    </m:r>
                                  </m:e>
                                  <m:sup>
                                    <m:r>
                                      <a:rPr lang="en-US" altLang="ko-KR" sz="1400" b="0" i="1" smtClean="0">
                                        <a:latin typeface="Cambria Math" panose="02040503050406030204" pitchFamily="18" charset="0"/>
                                      </a:rPr>
                                      <m:t>′</m:t>
                                    </m:r>
                                  </m:sup>
                                </m:sSup>
                                <m:d>
                                  <m:dPr>
                                    <m:ctrlPr>
                                      <a:rPr lang="en-US" altLang="ko-KR" sz="1400" i="1">
                                        <a:latin typeface="Cambria Math" panose="02040503050406030204" pitchFamily="18" charset="0"/>
                                      </a:rPr>
                                    </m:ctrlPr>
                                  </m:dPr>
                                  <m:e>
                                    <m:r>
                                      <a:rPr lang="en-US" altLang="ko-KR" sz="1400" i="1">
                                        <a:latin typeface="Cambria Math" panose="02040503050406030204" pitchFamily="18" charset="0"/>
                                      </a:rPr>
                                      <m:t>𝑥</m:t>
                                    </m:r>
                                  </m:e>
                                </m:d>
                                <m:r>
                                  <a:rPr lang="en-US" altLang="ko-KR" sz="1400" i="1">
                                    <a:latin typeface="Cambria Math" panose="02040503050406030204" pitchFamily="18" charset="0"/>
                                  </a:rPr>
                                  <m:t>=</m:t>
                                </m:r>
                                <m:f>
                                  <m:fPr>
                                    <m:ctrlPr>
                                      <a:rPr lang="en-US" altLang="ko-KR" sz="1400" i="1" smtClean="0">
                                        <a:latin typeface="Cambria Math" panose="02040503050406030204" pitchFamily="18" charset="0"/>
                                      </a:rPr>
                                    </m:ctrlPr>
                                  </m:fPr>
                                  <m:num>
                                    <m:sSup>
                                      <m:sSupPr>
                                        <m:ctrlPr>
                                          <a:rPr lang="en-US" altLang="ko-KR" sz="1400" i="1" smtClean="0">
                                            <a:latin typeface="Cambria Math" panose="02040503050406030204" pitchFamily="18" charset="0"/>
                                          </a:rPr>
                                        </m:ctrlPr>
                                      </m:sSupPr>
                                      <m:e>
                                        <m:r>
                                          <a:rPr lang="en-US" altLang="ko-KR" sz="1400" b="0" i="1" smtClean="0">
                                            <a:latin typeface="Cambria Math" panose="02040503050406030204" pitchFamily="18" charset="0"/>
                                          </a:rPr>
                                          <m:t>𝑑𝑎</m:t>
                                        </m:r>
                                      </m:e>
                                      <m:sup>
                                        <m:r>
                                          <a:rPr lang="en-US" altLang="ko-KR" sz="1400" b="0" i="1" smtClean="0">
                                            <a:latin typeface="Cambria Math" panose="02040503050406030204" pitchFamily="18" charset="0"/>
                                          </a:rPr>
                                          <m:t>𝑥</m:t>
                                        </m:r>
                                      </m:sup>
                                    </m:sSup>
                                  </m:num>
                                  <m:den>
                                    <m:r>
                                      <a:rPr lang="en-US" altLang="ko-KR" sz="1400" b="0" i="1" smtClean="0">
                                        <a:latin typeface="Cambria Math" panose="02040503050406030204" pitchFamily="18" charset="0"/>
                                      </a:rPr>
                                      <m:t>𝑑𝑥</m:t>
                                    </m:r>
                                  </m:den>
                                </m:f>
                              </m:oMath>
                            </m:oMathPara>
                          </a14:m>
                          <a:endParaRPr lang="ko-KR" altLang="en-US" sz="14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49850590"/>
                      </a:ext>
                    </a:extLst>
                  </a:tr>
                  <a:tr h="641513">
                    <a:tc>
                      <a:txBody>
                        <a:bodyPr/>
                        <a:lstStyle/>
                        <a:p>
                          <a:pPr algn="l" latinLnBrk="1"/>
                          <a14:m>
                            <m:oMathPara xmlns:m="http://schemas.openxmlformats.org/officeDocument/2006/math">
                              <m:oMathParaPr>
                                <m:jc m:val="left"/>
                              </m:oMathParaPr>
                              <m:oMath xmlns:m="http://schemas.openxmlformats.org/officeDocument/2006/math">
                                <m:r>
                                  <a:rPr lang="en-US" altLang="ko-KR" sz="1400" i="1" smtClean="0">
                                    <a:latin typeface="Cambria Math" panose="02040503050406030204" pitchFamily="18" charset="0"/>
                                  </a:rPr>
                                  <m:t>=</m:t>
                                </m:r>
                                <m:f>
                                  <m:fPr>
                                    <m:ctrlPr>
                                      <a:rPr lang="en-US" altLang="ko-KR" sz="1400" i="1" smtClean="0">
                                        <a:latin typeface="Cambria Math" panose="02040503050406030204" pitchFamily="18" charset="0"/>
                                      </a:rPr>
                                    </m:ctrlPr>
                                  </m:fPr>
                                  <m:num>
                                    <m:r>
                                      <a:rPr lang="en-US" altLang="ko-KR" sz="1400" i="1">
                                        <a:latin typeface="Cambria Math" panose="02040503050406030204" pitchFamily="18" charset="0"/>
                                      </a:rPr>
                                      <m:t>𝑑</m:t>
                                    </m:r>
                                  </m:num>
                                  <m:den>
                                    <m:r>
                                      <a:rPr lang="en-US" altLang="ko-KR" sz="1400" i="1">
                                        <a:latin typeface="Cambria Math" panose="02040503050406030204" pitchFamily="18" charset="0"/>
                                      </a:rPr>
                                      <m:t>𝑑𝑥</m:t>
                                    </m:r>
                                  </m:den>
                                </m:f>
                                <m:sSup>
                                  <m:sSupPr>
                                    <m:ctrlPr>
                                      <a:rPr lang="en-US" altLang="ko-KR" sz="1400" i="1" smtClean="0">
                                        <a:latin typeface="Cambria Math" panose="02040503050406030204" pitchFamily="18" charset="0"/>
                                      </a:rPr>
                                    </m:ctrlPr>
                                  </m:sSupPr>
                                  <m:e>
                                    <m:r>
                                      <a:rPr lang="en-US" altLang="ko-KR" sz="1400" b="0" i="1" smtClean="0">
                                        <a:latin typeface="Cambria Math" panose="02040503050406030204" pitchFamily="18" charset="0"/>
                                      </a:rPr>
                                      <m:t>𝑒</m:t>
                                    </m:r>
                                  </m:e>
                                  <m:sup>
                                    <m:r>
                                      <a:rPr lang="en-US" altLang="ko-KR" sz="1400" b="0" i="1" smtClean="0">
                                        <a:latin typeface="Cambria Math" panose="02040503050406030204" pitchFamily="18" charset="0"/>
                                      </a:rPr>
                                      <m:t>𝑥</m:t>
                                    </m:r>
                                    <m:func>
                                      <m:funcPr>
                                        <m:ctrlPr>
                                          <a:rPr lang="en-US" altLang="ko-KR" sz="1400" b="0" i="1" smtClean="0">
                                            <a:latin typeface="Cambria Math" panose="02040503050406030204" pitchFamily="18" charset="0"/>
                                          </a:rPr>
                                        </m:ctrlPr>
                                      </m:funcPr>
                                      <m:fName>
                                        <m:r>
                                          <m:rPr>
                                            <m:sty m:val="p"/>
                                          </m:rPr>
                                          <a:rPr lang="en-US" altLang="ko-KR" sz="1400" b="0" i="0" smtClean="0">
                                            <a:latin typeface="Cambria Math" panose="02040503050406030204" pitchFamily="18" charset="0"/>
                                          </a:rPr>
                                          <m:t>ln</m:t>
                                        </m:r>
                                      </m:fName>
                                      <m:e>
                                        <m:r>
                                          <a:rPr lang="en-US" altLang="ko-KR" sz="1400" b="0" i="1" smtClean="0">
                                            <a:latin typeface="Cambria Math" panose="02040503050406030204" pitchFamily="18" charset="0"/>
                                          </a:rPr>
                                          <m:t>𝑎</m:t>
                                        </m:r>
                                      </m:e>
                                    </m:func>
                                  </m:sup>
                                </m:sSup>
                              </m:oMath>
                            </m:oMathPara>
                          </a14:m>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50883624"/>
                      </a:ext>
                    </a:extLst>
                  </a:tr>
                  <a:tr h="72035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altLang="ko-KR" sz="1400" i="1" smtClean="0">
                                    <a:latin typeface="Cambria Math" panose="02040503050406030204" pitchFamily="18" charset="0"/>
                                  </a:rPr>
                                  <m:t>=</m:t>
                                </m:r>
                                <m:f>
                                  <m:fPr>
                                    <m:ctrlPr>
                                      <a:rPr lang="en-US" altLang="ko-KR" sz="1400" i="1" smtClean="0">
                                        <a:latin typeface="Cambria Math" panose="02040503050406030204" pitchFamily="18" charset="0"/>
                                      </a:rPr>
                                    </m:ctrlPr>
                                  </m:fPr>
                                  <m:num>
                                    <m:r>
                                      <a:rPr lang="en-US" altLang="ko-KR" sz="1400" i="1">
                                        <a:latin typeface="Cambria Math" panose="02040503050406030204" pitchFamily="18" charset="0"/>
                                      </a:rPr>
                                      <m:t>𝑑</m:t>
                                    </m:r>
                                  </m:num>
                                  <m:den>
                                    <m:r>
                                      <a:rPr lang="en-US" altLang="ko-KR" sz="1400" i="1">
                                        <a:latin typeface="Cambria Math" panose="02040503050406030204" pitchFamily="18" charset="0"/>
                                      </a:rPr>
                                      <m:t>𝑑𝑥</m:t>
                                    </m:r>
                                  </m:den>
                                </m:f>
                                <m:sSup>
                                  <m:sSupPr>
                                    <m:ctrlPr>
                                      <a:rPr lang="en-US" altLang="ko-KR" sz="1400" i="1" smtClean="0">
                                        <a:latin typeface="Cambria Math" panose="02040503050406030204" pitchFamily="18" charset="0"/>
                                      </a:rPr>
                                    </m:ctrlPr>
                                  </m:sSupPr>
                                  <m:e>
                                    <m:r>
                                      <a:rPr lang="en-US" altLang="ko-KR" sz="1400" b="0" i="1" smtClean="0">
                                        <a:latin typeface="Cambria Math" panose="02040503050406030204" pitchFamily="18" charset="0"/>
                                      </a:rPr>
                                      <m:t>𝑒</m:t>
                                    </m:r>
                                  </m:e>
                                  <m:sup>
                                    <m:r>
                                      <a:rPr lang="en-US" altLang="ko-KR" sz="1400" b="0" i="1" smtClean="0">
                                        <a:latin typeface="Cambria Math" panose="02040503050406030204" pitchFamily="18" charset="0"/>
                                      </a:rPr>
                                      <m:t>𝑡</m:t>
                                    </m:r>
                                  </m:sup>
                                </m:sSup>
                              </m:oMath>
                            </m:oMathPara>
                          </a14:m>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9591821"/>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altLang="ko-KR" sz="1400" i="1" u="none" smtClean="0">
                                    <a:latin typeface="Cambria Math" panose="02040503050406030204" pitchFamily="18" charset="0"/>
                                  </a:rPr>
                                  <m:t>=</m:t>
                                </m:r>
                                <m:f>
                                  <m:fPr>
                                    <m:ctrlPr>
                                      <a:rPr lang="en-US" altLang="ko-KR" sz="1400" i="1" u="none" smtClean="0">
                                        <a:latin typeface="Cambria Math" panose="02040503050406030204" pitchFamily="18" charset="0"/>
                                      </a:rPr>
                                    </m:ctrlPr>
                                  </m:fPr>
                                  <m:num>
                                    <m:r>
                                      <a:rPr lang="en-US" altLang="ko-KR" sz="1400" i="1" u="none">
                                        <a:latin typeface="Cambria Math" panose="02040503050406030204" pitchFamily="18" charset="0"/>
                                      </a:rPr>
                                      <m:t>𝑑</m:t>
                                    </m:r>
                                    <m:sSup>
                                      <m:sSupPr>
                                        <m:ctrlPr>
                                          <a:rPr lang="en-US" altLang="ko-KR" sz="1400" i="1" u="none" smtClean="0">
                                            <a:latin typeface="Cambria Math" panose="02040503050406030204" pitchFamily="18" charset="0"/>
                                          </a:rPr>
                                        </m:ctrlPr>
                                      </m:sSupPr>
                                      <m:e>
                                        <m:r>
                                          <a:rPr lang="en-US" altLang="ko-KR" sz="1400" b="0" i="1" u="none" smtClean="0">
                                            <a:latin typeface="Cambria Math" panose="02040503050406030204" pitchFamily="18" charset="0"/>
                                          </a:rPr>
                                          <m:t>𝑒</m:t>
                                        </m:r>
                                      </m:e>
                                      <m:sup>
                                        <m:r>
                                          <a:rPr lang="en-US" altLang="ko-KR" sz="1400" b="0" i="1" u="none" smtClean="0">
                                            <a:latin typeface="Cambria Math" panose="02040503050406030204" pitchFamily="18" charset="0"/>
                                          </a:rPr>
                                          <m:t>𝑡</m:t>
                                        </m:r>
                                      </m:sup>
                                    </m:sSup>
                                  </m:num>
                                  <m:den>
                                    <m:r>
                                      <a:rPr lang="en-US" altLang="ko-KR" sz="1400" i="1" u="none">
                                        <a:latin typeface="Cambria Math" panose="02040503050406030204" pitchFamily="18" charset="0"/>
                                      </a:rPr>
                                      <m:t>𝑑</m:t>
                                    </m:r>
                                    <m:r>
                                      <a:rPr lang="en-US" altLang="ko-KR" sz="1400" b="0" i="1" u="none" smtClean="0">
                                        <a:latin typeface="Cambria Math" panose="02040503050406030204" pitchFamily="18" charset="0"/>
                                      </a:rPr>
                                      <m:t>𝑡</m:t>
                                    </m:r>
                                  </m:den>
                                </m:f>
                                <m:f>
                                  <m:fPr>
                                    <m:ctrlPr>
                                      <a:rPr lang="en-US" altLang="ko-KR" sz="1400" i="1" u="none" smtClean="0">
                                        <a:latin typeface="Cambria Math" panose="02040503050406030204" pitchFamily="18" charset="0"/>
                                      </a:rPr>
                                    </m:ctrlPr>
                                  </m:fPr>
                                  <m:num>
                                    <m:r>
                                      <a:rPr lang="en-US" altLang="ko-KR" sz="1400" b="0" i="1" u="none" smtClean="0">
                                        <a:latin typeface="Cambria Math" panose="02040503050406030204" pitchFamily="18" charset="0"/>
                                      </a:rPr>
                                      <m:t>𝑑𝑡</m:t>
                                    </m:r>
                                  </m:num>
                                  <m:den>
                                    <m:r>
                                      <a:rPr lang="en-US" altLang="ko-KR" sz="1400" b="0" i="1" u="none" smtClean="0">
                                        <a:latin typeface="Cambria Math" panose="02040503050406030204" pitchFamily="18" charset="0"/>
                                      </a:rPr>
                                      <m:t>𝑑𝑥</m:t>
                                    </m:r>
                                  </m:den>
                                </m:f>
                              </m:oMath>
                            </m:oMathPara>
                          </a14:m>
                          <a:endParaRPr lang="ko-KR" altLang="en-US" sz="1400" i="1" u="none"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71924127"/>
                      </a:ext>
                    </a:extLst>
                  </a:tr>
                  <a:tr h="549223">
                    <a:tc>
                      <a:txBody>
                        <a:bodyPr/>
                        <a:lstStyle/>
                        <a:p>
                          <a:pPr algn="l" latinLnBrk="1"/>
                          <a14:m>
                            <m:oMathPara xmlns:m="http://schemas.openxmlformats.org/officeDocument/2006/math">
                              <m:oMathParaPr>
                                <m:jc m:val="left"/>
                              </m:oMathParaPr>
                              <m:oMath xmlns:m="http://schemas.openxmlformats.org/officeDocument/2006/math">
                                <m:r>
                                  <a:rPr lang="en-US" altLang="ko-KR" sz="1400" i="1" u="none" smtClean="0">
                                    <a:latin typeface="Cambria Math" panose="02040503050406030204" pitchFamily="18" charset="0"/>
                                  </a:rPr>
                                  <m:t>=</m:t>
                                </m:r>
                                <m:sSup>
                                  <m:sSupPr>
                                    <m:ctrlPr>
                                      <a:rPr lang="en-US" altLang="ko-KR" sz="1400" i="1" u="none" smtClean="0">
                                        <a:latin typeface="Cambria Math" panose="02040503050406030204" pitchFamily="18" charset="0"/>
                                      </a:rPr>
                                    </m:ctrlPr>
                                  </m:sSupPr>
                                  <m:e>
                                    <m:r>
                                      <a:rPr lang="en-US" altLang="ko-KR" sz="1400" b="0" i="1" u="none" smtClean="0">
                                        <a:latin typeface="Cambria Math" panose="02040503050406030204" pitchFamily="18" charset="0"/>
                                      </a:rPr>
                                      <m:t>𝑒</m:t>
                                    </m:r>
                                  </m:e>
                                  <m:sup>
                                    <m:r>
                                      <a:rPr lang="en-US" altLang="ko-KR" sz="1400" b="0" i="1" u="none" smtClean="0">
                                        <a:latin typeface="Cambria Math" panose="02040503050406030204" pitchFamily="18" charset="0"/>
                                      </a:rPr>
                                      <m:t>𝑡</m:t>
                                    </m:r>
                                  </m:sup>
                                </m:sSup>
                                <m:f>
                                  <m:fPr>
                                    <m:ctrlPr>
                                      <a:rPr lang="en-US" altLang="ko-KR" sz="1400" i="1" u="none" smtClean="0">
                                        <a:latin typeface="Cambria Math" panose="02040503050406030204" pitchFamily="18" charset="0"/>
                                      </a:rPr>
                                    </m:ctrlPr>
                                  </m:fPr>
                                  <m:num>
                                    <m:r>
                                      <a:rPr lang="en-US" altLang="ko-KR" sz="1400" b="0" i="1" u="none" smtClean="0">
                                        <a:latin typeface="Cambria Math" panose="02040503050406030204" pitchFamily="18" charset="0"/>
                                      </a:rPr>
                                      <m:t>𝑑𝑡</m:t>
                                    </m:r>
                                  </m:num>
                                  <m:den>
                                    <m:r>
                                      <a:rPr lang="en-US" altLang="ko-KR" sz="1400" b="0" i="1" u="none" smtClean="0">
                                        <a:latin typeface="Cambria Math" panose="02040503050406030204" pitchFamily="18" charset="0"/>
                                      </a:rPr>
                                      <m:t>𝑑𝑥</m:t>
                                    </m:r>
                                  </m:den>
                                </m:f>
                              </m:oMath>
                            </m:oMathPara>
                          </a14:m>
                          <a:endParaRPr lang="ko-KR" altLang="en-US" sz="14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altLang="ko-KR" sz="1400" i="1" u="none" smtClean="0">
                                    <a:latin typeface="Cambria Math" panose="02040503050406030204" pitchFamily="18" charset="0"/>
                                  </a:rPr>
                                  <m:t>=</m:t>
                                </m:r>
                                <m:sSup>
                                  <m:sSupPr>
                                    <m:ctrlPr>
                                      <a:rPr lang="en-US" altLang="ko-KR" sz="1400" i="1" u="none" smtClean="0">
                                        <a:latin typeface="Cambria Math" panose="02040503050406030204" pitchFamily="18" charset="0"/>
                                      </a:rPr>
                                    </m:ctrlPr>
                                  </m:sSupPr>
                                  <m:e>
                                    <m:r>
                                      <a:rPr lang="en-US" altLang="ko-KR" sz="1400" b="0" i="1" u="none" smtClean="0">
                                        <a:latin typeface="Cambria Math" panose="02040503050406030204" pitchFamily="18" charset="0"/>
                                      </a:rPr>
                                      <m:t>𝑒</m:t>
                                    </m:r>
                                  </m:e>
                                  <m:sup>
                                    <m:r>
                                      <a:rPr lang="en-US" altLang="ko-KR" sz="1400" b="0" i="1" u="none" smtClean="0">
                                        <a:latin typeface="Cambria Math" panose="02040503050406030204" pitchFamily="18" charset="0"/>
                                      </a:rPr>
                                      <m:t>𝑡</m:t>
                                    </m:r>
                                  </m:sup>
                                </m:sSup>
                                <m:func>
                                  <m:funcPr>
                                    <m:ctrlPr>
                                      <a:rPr lang="en-US" altLang="ko-KR" sz="1400" b="0" i="1" u="none" smtClean="0">
                                        <a:latin typeface="Cambria Math" panose="02040503050406030204" pitchFamily="18" charset="0"/>
                                        <a:ea typeface="Cambria Math" panose="02040503050406030204" pitchFamily="18" charset="0"/>
                                      </a:rPr>
                                    </m:ctrlPr>
                                  </m:funcPr>
                                  <m:fName>
                                    <m:r>
                                      <m:rPr>
                                        <m:sty m:val="p"/>
                                      </m:rPr>
                                      <a:rPr lang="en-US" altLang="ko-KR" sz="1400" b="0" i="0" u="none" smtClean="0">
                                        <a:latin typeface="Cambria Math" panose="02040503050406030204" pitchFamily="18" charset="0"/>
                                        <a:ea typeface="Cambria Math" panose="02040503050406030204" pitchFamily="18" charset="0"/>
                                      </a:rPr>
                                      <m:t>ln</m:t>
                                    </m:r>
                                  </m:fName>
                                  <m:e>
                                    <m:r>
                                      <a:rPr lang="en-US" altLang="ko-KR" sz="1400" b="0" i="1" u="none" smtClean="0">
                                        <a:latin typeface="Cambria Math" panose="02040503050406030204" pitchFamily="18" charset="0"/>
                                        <a:ea typeface="Cambria Math" panose="02040503050406030204" pitchFamily="18" charset="0"/>
                                      </a:rPr>
                                      <m:t>𝑎</m:t>
                                    </m:r>
                                  </m:e>
                                </m:func>
                                <m:r>
                                  <a:rPr lang="en-US" altLang="ko-KR" sz="1400" b="0" i="1" u="none" smtClean="0">
                                    <a:latin typeface="Cambria Math" panose="02040503050406030204" pitchFamily="18" charset="0"/>
                                    <a:ea typeface="Cambria Math" panose="02040503050406030204" pitchFamily="18" charset="0"/>
                                  </a:rPr>
                                  <m:t>=</m:t>
                                </m:r>
                                <m:sSup>
                                  <m:sSupPr>
                                    <m:ctrlPr>
                                      <a:rPr lang="en-US" altLang="ko-KR" sz="1400" i="1" u="none" smtClean="0">
                                        <a:latin typeface="Cambria Math" panose="02040503050406030204" pitchFamily="18" charset="0"/>
                                      </a:rPr>
                                    </m:ctrlPr>
                                  </m:sSupPr>
                                  <m:e>
                                    <m:r>
                                      <a:rPr lang="en-US" altLang="ko-KR" sz="1400" b="0" i="1" u="none" smtClean="0">
                                        <a:latin typeface="Cambria Math" panose="02040503050406030204" pitchFamily="18" charset="0"/>
                                      </a:rPr>
                                      <m:t>𝑒</m:t>
                                    </m:r>
                                  </m:e>
                                  <m:sup>
                                    <m:r>
                                      <a:rPr lang="en-US" altLang="ko-KR" sz="1400" b="0" i="1" smtClean="0">
                                        <a:latin typeface="Cambria Math" panose="02040503050406030204" pitchFamily="18" charset="0"/>
                                      </a:rPr>
                                      <m:t>𝑥</m:t>
                                    </m:r>
                                    <m:func>
                                      <m:funcPr>
                                        <m:ctrlPr>
                                          <a:rPr lang="en-US" altLang="ko-KR" sz="1400" i="1" smtClean="0">
                                            <a:latin typeface="Cambria Math" panose="02040503050406030204" pitchFamily="18" charset="0"/>
                                          </a:rPr>
                                        </m:ctrlPr>
                                      </m:funcPr>
                                      <m:fName>
                                        <m:r>
                                          <a:rPr lang="en-US" altLang="ko-KR" sz="1400" i="1" smtClean="0">
                                            <a:latin typeface="Cambria Math" panose="02040503050406030204" pitchFamily="18" charset="0"/>
                                          </a:rPr>
                                          <m:t>𝑙𝑛</m:t>
                                        </m:r>
                                      </m:fName>
                                      <m:e>
                                        <m:r>
                                          <a:rPr lang="en-US" altLang="ko-KR" sz="1400" b="0" i="1" smtClean="0">
                                            <a:latin typeface="Cambria Math" panose="02040503050406030204" pitchFamily="18" charset="0"/>
                                          </a:rPr>
                                          <m:t>𝑎</m:t>
                                        </m:r>
                                      </m:e>
                                    </m:func>
                                  </m:sup>
                                </m:sSup>
                                <m:func>
                                  <m:funcPr>
                                    <m:ctrlPr>
                                      <a:rPr lang="en-US" altLang="ko-KR" sz="1400" b="0" i="1" u="none" smtClean="0">
                                        <a:latin typeface="Cambria Math" panose="02040503050406030204" pitchFamily="18" charset="0"/>
                                        <a:ea typeface="Cambria Math" panose="02040503050406030204" pitchFamily="18" charset="0"/>
                                      </a:rPr>
                                    </m:ctrlPr>
                                  </m:funcPr>
                                  <m:fName>
                                    <m:r>
                                      <m:rPr>
                                        <m:sty m:val="p"/>
                                      </m:rPr>
                                      <a:rPr lang="en-US" altLang="ko-KR" sz="1400" b="0" i="0" u="none" smtClean="0">
                                        <a:latin typeface="Cambria Math" panose="02040503050406030204" pitchFamily="18" charset="0"/>
                                        <a:ea typeface="Cambria Math" panose="02040503050406030204" pitchFamily="18" charset="0"/>
                                      </a:rPr>
                                      <m:t>ln</m:t>
                                    </m:r>
                                  </m:fName>
                                  <m:e>
                                    <m:r>
                                      <a:rPr lang="en-US" altLang="ko-KR" sz="1400" b="0" i="1" u="none" smtClean="0">
                                        <a:latin typeface="Cambria Math" panose="02040503050406030204" pitchFamily="18" charset="0"/>
                                        <a:ea typeface="Cambria Math" panose="02040503050406030204" pitchFamily="18" charset="0"/>
                                      </a:rPr>
                                      <m:t>𝑎</m:t>
                                    </m:r>
                                  </m:e>
                                </m:func>
                              </m:oMath>
                            </m:oMathPara>
                          </a14:m>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33410646"/>
                      </a:ext>
                    </a:extLst>
                  </a:tr>
                </a:tbl>
              </a:graphicData>
            </a:graphic>
          </p:graphicFrame>
        </mc:Choice>
        <mc:Fallback xmlns="">
          <p:graphicFrame>
            <p:nvGraphicFramePr>
              <p:cNvPr id="10" name="표 9"/>
              <p:cNvGraphicFramePr>
                <a:graphicFrameLocks noGrp="1"/>
              </p:cNvGraphicFramePr>
              <p:nvPr>
                <p:extLst>
                  <p:ext uri="{D42A27DB-BD31-4B8C-83A1-F6EECF244321}">
                    <p14:modId xmlns:p14="http://schemas.microsoft.com/office/powerpoint/2010/main" val="3613063434"/>
                  </p:ext>
                </p:extLst>
              </p:nvPr>
            </p:nvGraphicFramePr>
            <p:xfrm>
              <a:off x="930342" y="2531450"/>
              <a:ext cx="6019098" cy="3651053"/>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41513">
                    <a:tc>
                      <a:txBody>
                        <a:bodyPr/>
                        <a:lstStyle/>
                        <a:p>
                          <a:endParaRPr lang="ko-K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b="-471429"/>
                          </a:stretch>
                        </a:blipFill>
                      </a:tcPr>
                    </a:tc>
                    <a:extLst>
                      <a:ext uri="{0D108BD9-81ED-4DB2-BD59-A6C34878D82A}">
                        <a16:rowId xmlns:a16="http://schemas.microsoft.com/office/drawing/2014/main" val="1349850590"/>
                      </a:ext>
                    </a:extLst>
                  </a:tr>
                  <a:tr h="641513">
                    <a:tc>
                      <a:txBody>
                        <a:bodyPr/>
                        <a:lstStyle/>
                        <a:p>
                          <a:endParaRPr lang="ko-K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99057" b="-366981"/>
                          </a:stretch>
                        </a:blipFill>
                      </a:tcPr>
                    </a:tc>
                    <a:extLst>
                      <a:ext uri="{0D108BD9-81ED-4DB2-BD59-A6C34878D82A}">
                        <a16:rowId xmlns:a16="http://schemas.microsoft.com/office/drawing/2014/main" val="450883624"/>
                      </a:ext>
                    </a:extLst>
                  </a:tr>
                  <a:tr h="720358">
                    <a:tc>
                      <a:txBody>
                        <a:bodyPr/>
                        <a:lstStyle/>
                        <a:p>
                          <a:endParaRPr lang="ko-K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178814" b="-229661"/>
                          </a:stretch>
                        </a:blipFill>
                      </a:tcPr>
                    </a:tc>
                    <a:extLst>
                      <a:ext uri="{0D108BD9-81ED-4DB2-BD59-A6C34878D82A}">
                        <a16:rowId xmlns:a16="http://schemas.microsoft.com/office/drawing/2014/main" val="549591821"/>
                      </a:ext>
                    </a:extLst>
                  </a:tr>
                  <a:tr h="549223">
                    <a:tc>
                      <a:txBody>
                        <a:bodyPr/>
                        <a:lstStyle/>
                        <a:p>
                          <a:endParaRPr lang="ko-K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365556" b="-201111"/>
                          </a:stretch>
                        </a:blipFill>
                      </a:tcPr>
                    </a:tc>
                    <a:extLst>
                      <a:ext uri="{0D108BD9-81ED-4DB2-BD59-A6C34878D82A}">
                        <a16:rowId xmlns:a16="http://schemas.microsoft.com/office/drawing/2014/main" val="2571924127"/>
                      </a:ext>
                    </a:extLst>
                  </a:tr>
                  <a:tr h="549223">
                    <a:tc>
                      <a:txBody>
                        <a:bodyPr/>
                        <a:lstStyle/>
                        <a:p>
                          <a:endParaRPr lang="ko-K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460440" b="-98901"/>
                          </a:stretch>
                        </a:blipFill>
                      </a:tcPr>
                    </a:tc>
                    <a:extLst>
                      <a:ext uri="{0D108BD9-81ED-4DB2-BD59-A6C34878D82A}">
                        <a16:rowId xmlns:a16="http://schemas.microsoft.com/office/drawing/2014/main" val="2867915854"/>
                      </a:ext>
                    </a:extLst>
                  </a:tr>
                  <a:tr h="549223">
                    <a:tc>
                      <a:txBody>
                        <a:bodyPr/>
                        <a:lstStyle/>
                        <a:p>
                          <a:endParaRPr lang="ko-K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566667"/>
                          </a:stretch>
                        </a:blipFill>
                      </a:tcPr>
                    </a:tc>
                    <a:extLst>
                      <a:ext uri="{0D108BD9-81ED-4DB2-BD59-A6C34878D82A}">
                        <a16:rowId xmlns:a16="http://schemas.microsoft.com/office/drawing/2014/main" val="2333410646"/>
                      </a:ext>
                    </a:extLst>
                  </a:tr>
                </a:tbl>
              </a:graphicData>
            </a:graphic>
          </p:graphicFrame>
        </mc:Fallback>
      </mc:AlternateContent>
      <mc:AlternateContent xmlns:mc="http://schemas.openxmlformats.org/markup-compatibility/2006" xmlns:a14="http://schemas.microsoft.com/office/drawing/2010/main">
        <mc:Choice Requires="a14">
          <p:sp>
            <p:nvSpPr>
              <p:cNvPr id="11" name="TextBox 10"/>
              <p:cNvSpPr txBox="1"/>
              <p:nvPr/>
            </p:nvSpPr>
            <p:spPr>
              <a:xfrm>
                <a:off x="918755" y="1506382"/>
                <a:ext cx="4633704" cy="313291"/>
              </a:xfrm>
              <a:prstGeom prst="rect">
                <a:avLst/>
              </a:prstGeom>
              <a:noFill/>
            </p:spPr>
            <p:txBody>
              <a:bodyPr wrap="none" lIns="0" tIns="0" rIns="0" bIns="0" rtlCol="0">
                <a:spAutoFit/>
              </a:bodyPr>
              <a:lstStyle/>
              <a:p>
                <a:r>
                  <a:rPr lang="ko-KR" altLang="en-US" sz="2000" dirty="0"/>
                  <a:t>⑤</a:t>
                </a:r>
                <a14:m>
                  <m:oMath xmlns:m="http://schemas.openxmlformats.org/officeDocument/2006/math">
                    <m:sSup>
                      <m:sSupPr>
                        <m:ctrlPr>
                          <a:rPr lang="en-US" altLang="ko-KR" sz="2000" i="1" smtClean="0">
                            <a:latin typeface="Cambria Math" panose="02040503050406030204" pitchFamily="18" charset="0"/>
                          </a:rPr>
                        </m:ctrlPr>
                      </m:sSupPr>
                      <m:e>
                        <m:r>
                          <a:rPr lang="en-US" altLang="ko-KR" sz="2000" b="0" i="1" smtClean="0">
                            <a:latin typeface="Cambria Math" panose="02040503050406030204" pitchFamily="18" charset="0"/>
                          </a:rPr>
                          <m:t>𝑓</m:t>
                        </m:r>
                      </m:e>
                      <m:sup>
                        <m:r>
                          <a:rPr lang="en-US" altLang="ko-KR" sz="2000" b="0" i="1" smtClean="0">
                            <a:latin typeface="Cambria Math" panose="02040503050406030204" pitchFamily="18" charset="0"/>
                          </a:rPr>
                          <m:t>′</m:t>
                        </m:r>
                      </m:sup>
                    </m:sSup>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sSup>
                      <m:sSupPr>
                        <m:ctrlPr>
                          <a:rPr lang="en-US" altLang="ko-KR" sz="2000" i="1">
                            <a:latin typeface="Cambria Math" panose="02040503050406030204" pitchFamily="18" charset="0"/>
                          </a:rPr>
                        </m:ctrlPr>
                      </m:sSupPr>
                      <m:e>
                        <m:r>
                          <a:rPr lang="en-US" altLang="ko-KR" sz="2000" b="0" i="1" smtClean="0">
                            <a:latin typeface="Cambria Math" panose="02040503050406030204" pitchFamily="18" charset="0"/>
                          </a:rPr>
                          <m:t>𝑒</m:t>
                        </m:r>
                      </m:e>
                      <m:sup>
                        <m:r>
                          <a:rPr lang="en-US" altLang="ko-KR" sz="2000" b="0" i="1" smtClean="0">
                            <a:latin typeface="Cambria Math" panose="02040503050406030204" pitchFamily="18" charset="0"/>
                          </a:rPr>
                          <m:t>𝑥</m:t>
                        </m:r>
                        <m:func>
                          <m:funcPr>
                            <m:ctrlPr>
                              <a:rPr lang="en-US" altLang="ko-KR" sz="2000" b="0" i="1" smtClean="0">
                                <a:latin typeface="Cambria Math" panose="02040503050406030204" pitchFamily="18" charset="0"/>
                              </a:rPr>
                            </m:ctrlPr>
                          </m:funcPr>
                          <m:fName>
                            <m:r>
                              <a:rPr lang="en-US" altLang="ko-KR" sz="2000" b="0" i="1" smtClean="0">
                                <a:latin typeface="Cambria Math" panose="02040503050406030204" pitchFamily="18" charset="0"/>
                              </a:rPr>
                              <m:t>𝑙𝑛</m:t>
                            </m:r>
                          </m:fName>
                          <m:e>
                            <m:r>
                              <a:rPr lang="en-US" altLang="ko-KR" sz="2000" b="0" i="1" smtClean="0">
                                <a:latin typeface="Cambria Math" panose="02040503050406030204" pitchFamily="18" charset="0"/>
                              </a:rPr>
                              <m:t>𝑎</m:t>
                            </m:r>
                          </m:e>
                        </m:func>
                      </m:sup>
                    </m:sSup>
                    <m:r>
                      <a:rPr lang="en-US" altLang="ko-KR" sz="2000" i="1" smtClean="0">
                        <a:latin typeface="Cambria Math" panose="02040503050406030204" pitchFamily="18" charset="0"/>
                        <a:ea typeface="Cambria Math" panose="02040503050406030204" pitchFamily="18" charset="0"/>
                      </a:rPr>
                      <m:t>×</m:t>
                    </m:r>
                    <m:func>
                      <m:funcPr>
                        <m:ctrlPr>
                          <a:rPr lang="en-US" altLang="ko-KR" sz="2000" i="1" smtClean="0">
                            <a:latin typeface="Cambria Math" panose="02040503050406030204" pitchFamily="18" charset="0"/>
                            <a:ea typeface="Cambria Math" panose="02040503050406030204" pitchFamily="18" charset="0"/>
                          </a:rPr>
                        </m:ctrlPr>
                      </m:funcPr>
                      <m:fName>
                        <m:r>
                          <a:rPr lang="en-US" altLang="ko-KR" sz="2000" i="1" smtClean="0">
                            <a:latin typeface="Cambria Math" panose="02040503050406030204" pitchFamily="18" charset="0"/>
                            <a:ea typeface="Cambria Math" panose="02040503050406030204" pitchFamily="18" charset="0"/>
                          </a:rPr>
                          <m:t>𝑙𝑛</m:t>
                        </m:r>
                      </m:fName>
                      <m:e>
                        <m:r>
                          <a:rPr lang="en-US" altLang="ko-KR" sz="2000" i="1">
                            <a:latin typeface="Cambria Math" panose="02040503050406030204" pitchFamily="18" charset="0"/>
                            <a:ea typeface="Cambria Math" panose="02040503050406030204" pitchFamily="18" charset="0"/>
                          </a:rPr>
                          <m:t>𝑎</m:t>
                        </m:r>
                      </m:e>
                    </m:func>
                    <m:r>
                      <a:rPr lang="en-US" altLang="ko-KR" sz="2000" b="0" i="1" smtClean="0">
                        <a:latin typeface="Cambria Math" panose="02040503050406030204" pitchFamily="18" charset="0"/>
                        <a:ea typeface="Cambria Math" panose="02040503050406030204" pitchFamily="18" charset="0"/>
                      </a:rPr>
                      <m:t>,  </m:t>
                    </m:r>
                    <m:r>
                      <a:rPr lang="en-US" altLang="ko-KR" sz="2000" i="1">
                        <a:latin typeface="Cambria Math" panose="02040503050406030204" pitchFamily="18" charset="0"/>
                      </a:rPr>
                      <m:t>𝑔𝑖𝑣𝑒𝑛</m:t>
                    </m:r>
                    <m:r>
                      <a:rPr lang="en-US" altLang="ko-KR" sz="2000" b="0" i="1" smtClean="0">
                        <a:latin typeface="Cambria Math" panose="02040503050406030204" pitchFamily="18" charset="0"/>
                      </a:rPr>
                      <m:t> </m:t>
                    </m:r>
                    <m:r>
                      <a:rPr lang="en-US" altLang="ko-KR" sz="2000" i="1">
                        <a:latin typeface="Cambria Math" panose="02040503050406030204" pitchFamily="18" charset="0"/>
                      </a:rPr>
                      <m:t>𝑓</m:t>
                    </m:r>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sSup>
                      <m:sSupPr>
                        <m:ctrlPr>
                          <a:rPr lang="en-US" altLang="ko-KR" sz="2000" i="1">
                            <a:latin typeface="Cambria Math" panose="02040503050406030204" pitchFamily="18" charset="0"/>
                          </a:rPr>
                        </m:ctrlPr>
                      </m:sSupPr>
                      <m:e>
                        <m:r>
                          <a:rPr lang="en-US" altLang="ko-KR" sz="2000" i="1">
                            <a:latin typeface="Cambria Math" panose="02040503050406030204" pitchFamily="18" charset="0"/>
                          </a:rPr>
                          <m:t>𝑎</m:t>
                        </m:r>
                      </m:e>
                      <m:sup>
                        <m:r>
                          <a:rPr lang="en-US" altLang="ko-KR" sz="2000" i="1">
                            <a:latin typeface="Cambria Math" panose="02040503050406030204" pitchFamily="18" charset="0"/>
                          </a:rPr>
                          <m:t>𝑥</m:t>
                        </m:r>
                      </m:sup>
                    </m:sSup>
                  </m:oMath>
                </a14:m>
                <a:endParaRPr lang="ko-KR" altLang="en-US" sz="2000" i="1" dirty="0"/>
              </a:p>
            </p:txBody>
          </p:sp>
        </mc:Choice>
        <mc:Fallback xmlns="">
          <p:sp>
            <p:nvSpPr>
              <p:cNvPr id="11" name="TextBox 10"/>
              <p:cNvSpPr txBox="1">
                <a:spLocks noRot="1" noChangeAspect="1" noMove="1" noResize="1" noEditPoints="1" noAdjustHandles="1" noChangeArrowheads="1" noChangeShapeType="1" noTextEdit="1"/>
              </p:cNvSpPr>
              <p:nvPr/>
            </p:nvSpPr>
            <p:spPr>
              <a:xfrm>
                <a:off x="918755" y="1506382"/>
                <a:ext cx="4633704" cy="313291"/>
              </a:xfrm>
              <a:prstGeom prst="rect">
                <a:avLst/>
              </a:prstGeom>
              <a:blipFill>
                <a:blip r:embed="rId4"/>
                <a:stretch>
                  <a:fillRect l="-3421" t="-26923" b="-44231"/>
                </a:stretch>
              </a:blipFill>
            </p:spPr>
            <p:txBody>
              <a:bodyPr/>
              <a:lstStyle/>
              <a:p>
                <a:r>
                  <a:rPr lang="ko-KR" altLang="en-US">
                    <a:noFill/>
                  </a:rPr>
                  <a:t> </a:t>
                </a:r>
              </a:p>
            </p:txBody>
          </p:sp>
        </mc:Fallback>
      </mc:AlternateContent>
      <p:sp>
        <p:nvSpPr>
          <p:cNvPr id="13" name="원호 12"/>
          <p:cNvSpPr/>
          <p:nvPr/>
        </p:nvSpPr>
        <p:spPr>
          <a:xfrm>
            <a:off x="1357224" y="3425944"/>
            <a:ext cx="656714" cy="726956"/>
          </a:xfrm>
          <a:prstGeom prst="arc">
            <a:avLst>
              <a:gd name="adj1" fmla="val 18560689"/>
              <a:gd name="adj2" fmla="val 5766971"/>
            </a:avLst>
          </a:prstGeom>
          <a:ln w="9525">
            <a:solidFill>
              <a:srgbClr val="C00000"/>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mc:AlternateContent xmlns:mc="http://schemas.openxmlformats.org/markup-compatibility/2006" xmlns:a14="http://schemas.microsoft.com/office/drawing/2010/main">
        <mc:Choice Requires="a14">
          <p:sp>
            <p:nvSpPr>
              <p:cNvPr id="14" name="직사각형 13"/>
              <p:cNvSpPr/>
              <p:nvPr/>
            </p:nvSpPr>
            <p:spPr>
              <a:xfrm>
                <a:off x="1934650" y="3595216"/>
                <a:ext cx="2779799"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ko-KR" sz="1200" b="0" i="1" smtClean="0">
                          <a:latin typeface="Cambria Math" panose="02040503050406030204" pitchFamily="18" charset="0"/>
                        </a:rPr>
                        <m:t>𝑥</m:t>
                      </m:r>
                      <m:func>
                        <m:funcPr>
                          <m:ctrlPr>
                            <a:rPr lang="en-US" altLang="ko-KR" sz="1200" i="1" smtClean="0">
                              <a:latin typeface="Cambria Math" panose="02040503050406030204" pitchFamily="18" charset="0"/>
                            </a:rPr>
                          </m:ctrlPr>
                        </m:funcPr>
                        <m:fName>
                          <m:r>
                            <a:rPr lang="en-US" altLang="ko-KR" sz="1200" i="1" smtClean="0">
                              <a:latin typeface="Cambria Math" panose="02040503050406030204" pitchFamily="18" charset="0"/>
                            </a:rPr>
                            <m:t>𝑙𝑛</m:t>
                          </m:r>
                        </m:fName>
                        <m:e>
                          <m:r>
                            <a:rPr lang="en-US" altLang="ko-KR" sz="1200" b="0" i="1" smtClean="0">
                              <a:latin typeface="Cambria Math" panose="02040503050406030204" pitchFamily="18" charset="0"/>
                            </a:rPr>
                            <m:t>𝑎</m:t>
                          </m:r>
                        </m:e>
                      </m:func>
                      <m:r>
                        <a:rPr lang="en-US" altLang="ko-KR" sz="1200" i="1">
                          <a:latin typeface="Cambria Math" panose="02040503050406030204" pitchFamily="18" charset="0"/>
                        </a:rPr>
                        <m:t>𝑖𝑠</m:t>
                      </m:r>
                      <m:r>
                        <a:rPr lang="en-US" altLang="ko-KR" sz="1200" i="1">
                          <a:latin typeface="Cambria Math" panose="02040503050406030204" pitchFamily="18" charset="0"/>
                        </a:rPr>
                        <m:t> </m:t>
                      </m:r>
                      <m:r>
                        <a:rPr lang="en-US" altLang="ko-KR" sz="1200" i="1">
                          <a:latin typeface="Cambria Math" panose="02040503050406030204" pitchFamily="18" charset="0"/>
                        </a:rPr>
                        <m:t>𝑠𝑢𝑏𝑠𝑡𝑖𝑡𝑢𝑡𝑒𝑑</m:t>
                      </m:r>
                      <m:r>
                        <a:rPr lang="en-US" altLang="ko-KR" sz="1200" b="0" i="1" smtClean="0">
                          <a:latin typeface="Cambria Math" panose="02040503050406030204" pitchFamily="18" charset="0"/>
                        </a:rPr>
                        <m:t> </m:t>
                      </m:r>
                      <m:r>
                        <a:rPr lang="en-US" altLang="ko-KR" sz="1200" b="0" i="1" smtClean="0">
                          <a:latin typeface="Cambria Math" panose="02040503050406030204" pitchFamily="18" charset="0"/>
                        </a:rPr>
                        <m:t>𝑏𝑦</m:t>
                      </m:r>
                      <m:r>
                        <a:rPr lang="en-US" altLang="ko-KR" sz="1200" b="0" i="1" smtClean="0">
                          <a:latin typeface="Cambria Math" panose="02040503050406030204" pitchFamily="18" charset="0"/>
                        </a:rPr>
                        <m:t> </m:t>
                      </m:r>
                      <m:r>
                        <a:rPr lang="en-US" altLang="ko-KR" sz="1200" b="0" i="1" smtClean="0">
                          <a:latin typeface="Cambria Math" panose="02040503050406030204" pitchFamily="18" charset="0"/>
                        </a:rPr>
                        <m:t>𝑡</m:t>
                      </m:r>
                      <m:r>
                        <a:rPr lang="en-US" altLang="ko-KR" sz="1200" b="0" i="1" smtClean="0">
                          <a:latin typeface="Cambria Math" panose="02040503050406030204" pitchFamily="18" charset="0"/>
                        </a:rPr>
                        <m:t>   ∴</m:t>
                      </m:r>
                      <m:r>
                        <a:rPr lang="en-US" altLang="ko-KR" sz="1200" i="1">
                          <a:latin typeface="Cambria Math" panose="02040503050406030204" pitchFamily="18" charset="0"/>
                        </a:rPr>
                        <m:t>𝑡</m:t>
                      </m:r>
                      <m:r>
                        <a:rPr lang="en-US" altLang="ko-KR" sz="1200" i="1">
                          <a:latin typeface="Cambria Math" panose="02040503050406030204" pitchFamily="18" charset="0"/>
                        </a:rPr>
                        <m:t>=</m:t>
                      </m:r>
                      <m:r>
                        <a:rPr lang="en-US" altLang="ko-KR" sz="1200" b="0" i="1" smtClean="0">
                          <a:latin typeface="Cambria Math" panose="02040503050406030204" pitchFamily="18" charset="0"/>
                        </a:rPr>
                        <m:t>𝑥</m:t>
                      </m:r>
                      <m:func>
                        <m:funcPr>
                          <m:ctrlPr>
                            <a:rPr lang="en-US" altLang="ko-KR" sz="1200" i="1">
                              <a:latin typeface="Cambria Math" panose="02040503050406030204" pitchFamily="18" charset="0"/>
                            </a:rPr>
                          </m:ctrlPr>
                        </m:funcPr>
                        <m:fName>
                          <m:r>
                            <a:rPr lang="en-US" altLang="ko-KR" sz="1200" i="1">
                              <a:latin typeface="Cambria Math" panose="02040503050406030204" pitchFamily="18" charset="0"/>
                            </a:rPr>
                            <m:t>𝑙𝑛</m:t>
                          </m:r>
                        </m:fName>
                        <m:e>
                          <m:r>
                            <a:rPr lang="en-US" altLang="ko-KR" sz="1200" i="1">
                              <a:latin typeface="Cambria Math" panose="02040503050406030204" pitchFamily="18" charset="0"/>
                            </a:rPr>
                            <m:t>𝑎</m:t>
                          </m:r>
                        </m:e>
                      </m:func>
                    </m:oMath>
                  </m:oMathPara>
                </a14:m>
                <a:endParaRPr lang="ko-KR" altLang="en-US" sz="1200" i="1" dirty="0">
                  <a:solidFill>
                    <a:schemeClr val="tx1"/>
                  </a:solidFill>
                </a:endParaRPr>
              </a:p>
            </p:txBody>
          </p:sp>
        </mc:Choice>
        <mc:Fallback xmlns="">
          <p:sp>
            <p:nvSpPr>
              <p:cNvPr id="14" name="직사각형 13"/>
              <p:cNvSpPr>
                <a:spLocks noRot="1" noChangeAspect="1" noMove="1" noResize="1" noEditPoints="1" noAdjustHandles="1" noChangeArrowheads="1" noChangeShapeType="1" noTextEdit="1"/>
              </p:cNvSpPr>
              <p:nvPr/>
            </p:nvSpPr>
            <p:spPr>
              <a:xfrm>
                <a:off x="1934650" y="3595216"/>
                <a:ext cx="2779799" cy="276999"/>
              </a:xfrm>
              <a:prstGeom prst="rect">
                <a:avLst/>
              </a:prstGeom>
              <a:blipFill>
                <a:blip r:embed="rId5"/>
                <a:stretch>
                  <a:fillRect b="-4444"/>
                </a:stretch>
              </a:blipFill>
            </p:spPr>
            <p:txBody>
              <a:bodyPr/>
              <a:lstStyle/>
              <a:p>
                <a:r>
                  <a:rPr lang="ko-KR" altLang="en-US">
                    <a:noFill/>
                  </a:rPr>
                  <a:t> </a:t>
                </a:r>
              </a:p>
            </p:txBody>
          </p:sp>
        </mc:Fallback>
      </mc:AlternateContent>
      <p:sp>
        <p:nvSpPr>
          <p:cNvPr id="15" name="원호 14"/>
          <p:cNvSpPr/>
          <p:nvPr/>
        </p:nvSpPr>
        <p:spPr>
          <a:xfrm flipH="1">
            <a:off x="1104899" y="4813096"/>
            <a:ext cx="275042" cy="534432"/>
          </a:xfrm>
          <a:prstGeom prst="arc">
            <a:avLst>
              <a:gd name="adj1" fmla="val 17531947"/>
              <a:gd name="adj2" fmla="val 4677574"/>
            </a:avLst>
          </a:prstGeom>
          <a:ln w="9525">
            <a:solidFill>
              <a:srgbClr val="C00000"/>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mc:AlternateContent xmlns:mc="http://schemas.openxmlformats.org/markup-compatibility/2006" xmlns:a14="http://schemas.microsoft.com/office/drawing/2010/main">
        <mc:Choice Requires="a14">
          <p:sp>
            <p:nvSpPr>
              <p:cNvPr id="5" name="직사각형 4"/>
              <p:cNvSpPr/>
              <p:nvPr/>
            </p:nvSpPr>
            <p:spPr>
              <a:xfrm>
                <a:off x="1685581" y="4850816"/>
                <a:ext cx="3226461" cy="44781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ko-KR" sz="1200" i="1" smtClean="0">
                          <a:solidFill>
                            <a:srgbClr val="C00000"/>
                          </a:solidFill>
                          <a:latin typeface="Cambria Math" panose="02040503050406030204" pitchFamily="18" charset="0"/>
                        </a:rPr>
                        <m:t>𝑠𝑖𝑛𝑐𝑒</m:t>
                      </m:r>
                      <m:r>
                        <a:rPr lang="en-US" altLang="ko-KR" sz="1200" b="0" i="1" smtClean="0">
                          <a:solidFill>
                            <a:srgbClr val="C00000"/>
                          </a:solidFill>
                          <a:latin typeface="Cambria Math" panose="02040503050406030204" pitchFamily="18" charset="0"/>
                        </a:rPr>
                        <m:t> </m:t>
                      </m:r>
                      <m:sSup>
                        <m:sSupPr>
                          <m:ctrlPr>
                            <a:rPr lang="en-US" altLang="ko-KR" sz="1200" i="1">
                              <a:latin typeface="Cambria Math" panose="02040503050406030204" pitchFamily="18" charset="0"/>
                            </a:rPr>
                          </m:ctrlPr>
                        </m:sSupPr>
                        <m:e>
                          <m:r>
                            <a:rPr lang="en-US" altLang="ko-KR" sz="1200" i="1">
                              <a:latin typeface="Cambria Math" panose="02040503050406030204" pitchFamily="18" charset="0"/>
                            </a:rPr>
                            <m:t>𝑓</m:t>
                          </m:r>
                        </m:e>
                        <m:sup>
                          <m:r>
                            <a:rPr lang="en-US" altLang="ko-KR" sz="1200" i="1">
                              <a:latin typeface="Cambria Math" panose="02040503050406030204" pitchFamily="18" charset="0"/>
                            </a:rPr>
                            <m:t>′</m:t>
                          </m:r>
                        </m:sup>
                      </m:sSup>
                      <m:d>
                        <m:dPr>
                          <m:ctrlPr>
                            <a:rPr lang="en-US" altLang="ko-KR" sz="1200" i="1">
                              <a:latin typeface="Cambria Math" panose="02040503050406030204" pitchFamily="18" charset="0"/>
                            </a:rPr>
                          </m:ctrlPr>
                        </m:dPr>
                        <m:e>
                          <m:r>
                            <a:rPr lang="en-US" altLang="ko-KR" sz="1200" i="1">
                              <a:latin typeface="Cambria Math" panose="02040503050406030204" pitchFamily="18" charset="0"/>
                            </a:rPr>
                            <m:t>𝑥</m:t>
                          </m:r>
                        </m:e>
                      </m:d>
                      <m:r>
                        <a:rPr lang="en-US" altLang="ko-KR" sz="1200" i="1">
                          <a:latin typeface="Cambria Math" panose="02040503050406030204" pitchFamily="18" charset="0"/>
                        </a:rPr>
                        <m:t>=</m:t>
                      </m:r>
                      <m:f>
                        <m:fPr>
                          <m:ctrlPr>
                            <a:rPr lang="en-US" altLang="ko-KR" sz="1200" i="1">
                              <a:latin typeface="Cambria Math" panose="02040503050406030204" pitchFamily="18" charset="0"/>
                            </a:rPr>
                          </m:ctrlPr>
                        </m:fPr>
                        <m:num>
                          <m:r>
                            <a:rPr lang="en-US" altLang="ko-KR" sz="1200" i="1">
                              <a:latin typeface="Cambria Math" panose="02040503050406030204" pitchFamily="18" charset="0"/>
                            </a:rPr>
                            <m:t>𝑑</m:t>
                          </m:r>
                          <m:sSup>
                            <m:sSupPr>
                              <m:ctrlPr>
                                <a:rPr lang="en-US" altLang="ko-KR" sz="1200" i="1">
                                  <a:latin typeface="Cambria Math" panose="02040503050406030204" pitchFamily="18" charset="0"/>
                                </a:rPr>
                              </m:ctrlPr>
                            </m:sSupPr>
                            <m:e>
                              <m:r>
                                <a:rPr lang="en-US" altLang="ko-KR" sz="1200" i="1">
                                  <a:latin typeface="Cambria Math" panose="02040503050406030204" pitchFamily="18" charset="0"/>
                                </a:rPr>
                                <m:t>𝑒</m:t>
                              </m:r>
                            </m:e>
                            <m:sup>
                              <m:r>
                                <a:rPr lang="en-US" altLang="ko-KR" sz="1200" i="1">
                                  <a:latin typeface="Cambria Math" panose="02040503050406030204" pitchFamily="18" charset="0"/>
                                </a:rPr>
                                <m:t>𝑥</m:t>
                              </m:r>
                            </m:sup>
                          </m:sSup>
                        </m:num>
                        <m:den>
                          <m:r>
                            <a:rPr lang="en-US" altLang="ko-KR" sz="1200" i="1">
                              <a:latin typeface="Cambria Math" panose="02040503050406030204" pitchFamily="18" charset="0"/>
                            </a:rPr>
                            <m:t>𝑑</m:t>
                          </m:r>
                          <m:r>
                            <a:rPr lang="en-US" altLang="ko-KR" sz="1200" b="0" i="1" smtClean="0">
                              <a:latin typeface="Cambria Math" panose="02040503050406030204" pitchFamily="18" charset="0"/>
                            </a:rPr>
                            <m:t>𝑥</m:t>
                          </m:r>
                        </m:den>
                      </m:f>
                      <m:r>
                        <a:rPr lang="en-US" altLang="ko-KR" sz="1200" i="1">
                          <a:latin typeface="Cambria Math" panose="02040503050406030204" pitchFamily="18" charset="0"/>
                        </a:rPr>
                        <m:t>=</m:t>
                      </m:r>
                      <m:sSup>
                        <m:sSupPr>
                          <m:ctrlPr>
                            <a:rPr lang="en-US" altLang="ko-KR" sz="1200" i="1">
                              <a:latin typeface="Cambria Math" panose="02040503050406030204" pitchFamily="18" charset="0"/>
                            </a:rPr>
                          </m:ctrlPr>
                        </m:sSupPr>
                        <m:e>
                          <m:r>
                            <a:rPr lang="en-US" altLang="ko-KR" sz="1200" i="1">
                              <a:latin typeface="Cambria Math" panose="02040503050406030204" pitchFamily="18" charset="0"/>
                            </a:rPr>
                            <m:t>𝑒</m:t>
                          </m:r>
                        </m:e>
                        <m:sup>
                          <m:r>
                            <a:rPr lang="en-US" altLang="ko-KR" sz="1200" i="1">
                              <a:latin typeface="Cambria Math" panose="02040503050406030204" pitchFamily="18" charset="0"/>
                            </a:rPr>
                            <m:t>𝑥</m:t>
                          </m:r>
                        </m:sup>
                      </m:sSup>
                      <m:r>
                        <a:rPr lang="en-US" altLang="ko-KR" sz="1200" i="1">
                          <a:latin typeface="Cambria Math" panose="02040503050406030204" pitchFamily="18" charset="0"/>
                        </a:rPr>
                        <m:t>,  </m:t>
                      </m:r>
                      <m:r>
                        <a:rPr lang="en-US" altLang="ko-KR" sz="1200" i="1">
                          <a:latin typeface="Cambria Math" panose="02040503050406030204" pitchFamily="18" charset="0"/>
                        </a:rPr>
                        <m:t>𝑔𝑖𝑣𝑒𝑛</m:t>
                      </m:r>
                      <m:r>
                        <a:rPr lang="en-US" altLang="ko-KR" sz="1200" i="1">
                          <a:latin typeface="Cambria Math" panose="02040503050406030204" pitchFamily="18" charset="0"/>
                        </a:rPr>
                        <m:t> </m:t>
                      </m:r>
                      <m:r>
                        <a:rPr lang="en-US" altLang="ko-KR" sz="1200" i="1">
                          <a:latin typeface="Cambria Math" panose="02040503050406030204" pitchFamily="18" charset="0"/>
                        </a:rPr>
                        <m:t>𝑓</m:t>
                      </m:r>
                      <m:d>
                        <m:dPr>
                          <m:ctrlPr>
                            <a:rPr lang="en-US" altLang="ko-KR" sz="1200" i="1">
                              <a:latin typeface="Cambria Math" panose="02040503050406030204" pitchFamily="18" charset="0"/>
                            </a:rPr>
                          </m:ctrlPr>
                        </m:dPr>
                        <m:e>
                          <m:r>
                            <a:rPr lang="en-US" altLang="ko-KR" sz="1200" i="1">
                              <a:latin typeface="Cambria Math" panose="02040503050406030204" pitchFamily="18" charset="0"/>
                            </a:rPr>
                            <m:t>𝑥</m:t>
                          </m:r>
                        </m:e>
                      </m:d>
                      <m:r>
                        <a:rPr lang="en-US" altLang="ko-KR" sz="1200" i="1">
                          <a:latin typeface="Cambria Math" panose="02040503050406030204" pitchFamily="18" charset="0"/>
                        </a:rPr>
                        <m:t>=</m:t>
                      </m:r>
                      <m:sSup>
                        <m:sSupPr>
                          <m:ctrlPr>
                            <a:rPr lang="en-US" altLang="ko-KR" sz="1200" i="1">
                              <a:latin typeface="Cambria Math" panose="02040503050406030204" pitchFamily="18" charset="0"/>
                            </a:rPr>
                          </m:ctrlPr>
                        </m:sSupPr>
                        <m:e>
                          <m:r>
                            <a:rPr lang="en-US" altLang="ko-KR" sz="1200" i="1">
                              <a:latin typeface="Cambria Math" panose="02040503050406030204" pitchFamily="18" charset="0"/>
                            </a:rPr>
                            <m:t>𝑒</m:t>
                          </m:r>
                        </m:e>
                        <m:sup>
                          <m:r>
                            <a:rPr lang="en-US" altLang="ko-KR" sz="1200" i="1">
                              <a:latin typeface="Cambria Math" panose="02040503050406030204" pitchFamily="18" charset="0"/>
                            </a:rPr>
                            <m:t>𝑥</m:t>
                          </m:r>
                        </m:sup>
                      </m:sSup>
                    </m:oMath>
                  </m:oMathPara>
                </a14:m>
                <a:endParaRPr lang="ko-KR" altLang="en-US" sz="1200" i="1" dirty="0"/>
              </a:p>
            </p:txBody>
          </p:sp>
        </mc:Choice>
        <mc:Fallback xmlns="">
          <p:sp>
            <p:nvSpPr>
              <p:cNvPr id="5" name="직사각형 4"/>
              <p:cNvSpPr>
                <a:spLocks noRot="1" noChangeAspect="1" noMove="1" noResize="1" noEditPoints="1" noAdjustHandles="1" noChangeArrowheads="1" noChangeShapeType="1" noTextEdit="1"/>
              </p:cNvSpPr>
              <p:nvPr/>
            </p:nvSpPr>
            <p:spPr>
              <a:xfrm>
                <a:off x="1685581" y="4850816"/>
                <a:ext cx="3226461" cy="447815"/>
              </a:xfrm>
              <a:prstGeom prst="rect">
                <a:avLst/>
              </a:prstGeom>
              <a:blipFill>
                <a:blip r:embed="rId6"/>
                <a:stretch>
                  <a:fillRect b="-2740"/>
                </a:stretch>
              </a:blipFill>
            </p:spPr>
            <p:txBody>
              <a:bodyPr/>
              <a:lstStyle/>
              <a:p>
                <a:r>
                  <a:rPr lang="ko-KR" altLang="en-US">
                    <a:noFill/>
                  </a:rPr>
                  <a:t> </a:t>
                </a:r>
              </a:p>
            </p:txBody>
          </p:sp>
        </mc:Fallback>
      </mc:AlternateContent>
      <p:cxnSp>
        <p:nvCxnSpPr>
          <p:cNvPr id="7" name="직선 화살표 연결선 6"/>
          <p:cNvCxnSpPr/>
          <p:nvPr/>
        </p:nvCxnSpPr>
        <p:spPr>
          <a:xfrm flipH="1">
            <a:off x="1104899" y="5097780"/>
            <a:ext cx="679451" cy="0"/>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9" name="모서리가 둥근 직사각형 18"/>
          <p:cNvSpPr/>
          <p:nvPr/>
        </p:nvSpPr>
        <p:spPr>
          <a:xfrm>
            <a:off x="1162050" y="4578131"/>
            <a:ext cx="339090" cy="466309"/>
          </a:xfrm>
          <a:prstGeom prst="roundRect">
            <a:avLst/>
          </a:prstGeom>
          <a:noFill/>
          <a:ln>
            <a:solidFill>
              <a:srgbClr val="C0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모서리가 둥근 직사각형 19"/>
          <p:cNvSpPr/>
          <p:nvPr/>
        </p:nvSpPr>
        <p:spPr>
          <a:xfrm>
            <a:off x="1187679" y="5279405"/>
            <a:ext cx="192262" cy="190266"/>
          </a:xfrm>
          <a:prstGeom prst="roundRect">
            <a:avLst/>
          </a:prstGeom>
          <a:noFill/>
          <a:ln>
            <a:solidFill>
              <a:srgbClr val="C0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모서리가 둥근 직사각형 20"/>
          <p:cNvSpPr/>
          <p:nvPr/>
        </p:nvSpPr>
        <p:spPr>
          <a:xfrm>
            <a:off x="1391572" y="5165333"/>
            <a:ext cx="236179" cy="421079"/>
          </a:xfrm>
          <a:prstGeom prst="roundRect">
            <a:avLst/>
          </a:prstGeom>
          <a:noFill/>
          <a:ln>
            <a:solidFill>
              <a:srgbClr val="C0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모서리가 둥근 직사각형 21"/>
          <p:cNvSpPr/>
          <p:nvPr/>
        </p:nvSpPr>
        <p:spPr>
          <a:xfrm>
            <a:off x="1391572" y="5788077"/>
            <a:ext cx="294009" cy="246964"/>
          </a:xfrm>
          <a:prstGeom prst="roundRect">
            <a:avLst/>
          </a:prstGeom>
          <a:noFill/>
          <a:ln>
            <a:solidFill>
              <a:srgbClr val="C0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원호 22"/>
          <p:cNvSpPr/>
          <p:nvPr/>
        </p:nvSpPr>
        <p:spPr>
          <a:xfrm rot="20980957">
            <a:off x="1514282" y="5328007"/>
            <a:ext cx="248097" cy="526617"/>
          </a:xfrm>
          <a:prstGeom prst="arc">
            <a:avLst>
              <a:gd name="adj1" fmla="val 16631047"/>
              <a:gd name="adj2" fmla="val 5375820"/>
            </a:avLst>
          </a:prstGeom>
          <a:ln w="9525">
            <a:solidFill>
              <a:srgbClr val="C00000"/>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cxnSp>
        <p:nvCxnSpPr>
          <p:cNvPr id="24" name="직선 화살표 연결선 23"/>
          <p:cNvCxnSpPr/>
          <p:nvPr/>
        </p:nvCxnSpPr>
        <p:spPr>
          <a:xfrm flipH="1">
            <a:off x="1784351" y="5599112"/>
            <a:ext cx="425449" cy="0"/>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직사각형 26"/>
              <p:cNvSpPr/>
              <p:nvPr/>
            </p:nvSpPr>
            <p:spPr>
              <a:xfrm>
                <a:off x="2144531" y="5447912"/>
                <a:ext cx="1242263"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ko-KR" sz="1200" i="1" smtClean="0">
                          <a:solidFill>
                            <a:srgbClr val="C00000"/>
                          </a:solidFill>
                          <a:latin typeface="Cambria Math" panose="02040503050406030204" pitchFamily="18" charset="0"/>
                        </a:rPr>
                        <m:t>𝑠𝑖𝑛𝑐𝑒</m:t>
                      </m:r>
                      <m:r>
                        <a:rPr lang="en-US" altLang="ko-KR" sz="1200" b="0" i="1" smtClean="0">
                          <a:solidFill>
                            <a:srgbClr val="C00000"/>
                          </a:solidFill>
                          <a:latin typeface="Cambria Math" panose="02040503050406030204" pitchFamily="18" charset="0"/>
                        </a:rPr>
                        <m:t> </m:t>
                      </m:r>
                      <m:r>
                        <a:rPr lang="en-US" altLang="ko-KR" sz="1200" i="1">
                          <a:latin typeface="Cambria Math" panose="02040503050406030204" pitchFamily="18" charset="0"/>
                        </a:rPr>
                        <m:t>𝑡</m:t>
                      </m:r>
                      <m:r>
                        <a:rPr lang="en-US" altLang="ko-KR" sz="1200" i="1">
                          <a:latin typeface="Cambria Math" panose="02040503050406030204" pitchFamily="18" charset="0"/>
                        </a:rPr>
                        <m:t>=</m:t>
                      </m:r>
                      <m:r>
                        <a:rPr lang="en-US" altLang="ko-KR" sz="1200" b="0" i="1" smtClean="0">
                          <a:latin typeface="Cambria Math" panose="02040503050406030204" pitchFamily="18" charset="0"/>
                        </a:rPr>
                        <m:t>𝑥</m:t>
                      </m:r>
                      <m:func>
                        <m:funcPr>
                          <m:ctrlPr>
                            <a:rPr lang="en-US" altLang="ko-KR" sz="1200" i="1">
                              <a:latin typeface="Cambria Math" panose="02040503050406030204" pitchFamily="18" charset="0"/>
                            </a:rPr>
                          </m:ctrlPr>
                        </m:funcPr>
                        <m:fName>
                          <m:r>
                            <a:rPr lang="en-US" altLang="ko-KR" sz="1200" i="1">
                              <a:latin typeface="Cambria Math" panose="02040503050406030204" pitchFamily="18" charset="0"/>
                            </a:rPr>
                            <m:t>𝑙𝑛</m:t>
                          </m:r>
                        </m:fName>
                        <m:e>
                          <m:r>
                            <a:rPr lang="en-US" altLang="ko-KR" sz="1200" i="1">
                              <a:latin typeface="Cambria Math" panose="02040503050406030204" pitchFamily="18" charset="0"/>
                            </a:rPr>
                            <m:t>𝑎</m:t>
                          </m:r>
                        </m:e>
                      </m:func>
                    </m:oMath>
                  </m:oMathPara>
                </a14:m>
                <a:endParaRPr lang="ko-KR" altLang="en-US" sz="1200" i="1" dirty="0">
                  <a:solidFill>
                    <a:schemeClr val="tx1"/>
                  </a:solidFill>
                </a:endParaRPr>
              </a:p>
            </p:txBody>
          </p:sp>
        </mc:Choice>
        <mc:Fallback xmlns="">
          <p:sp>
            <p:nvSpPr>
              <p:cNvPr id="27" name="직사각형 26"/>
              <p:cNvSpPr>
                <a:spLocks noRot="1" noChangeAspect="1" noMove="1" noResize="1" noEditPoints="1" noAdjustHandles="1" noChangeArrowheads="1" noChangeShapeType="1" noTextEdit="1"/>
              </p:cNvSpPr>
              <p:nvPr/>
            </p:nvSpPr>
            <p:spPr>
              <a:xfrm>
                <a:off x="2144531" y="5447912"/>
                <a:ext cx="1242263" cy="276999"/>
              </a:xfrm>
              <a:prstGeom prst="rect">
                <a:avLst/>
              </a:prstGeom>
              <a:blipFill>
                <a:blip r:embed="rId7"/>
                <a:stretch>
                  <a:fillRect/>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359344213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mc:AlternateContent xmlns:mc="http://schemas.openxmlformats.org/markup-compatibility/2006" xmlns:a14="http://schemas.microsoft.com/office/drawing/2010/main">
        <mc:Choice Requires="a14">
          <p:graphicFrame>
            <p:nvGraphicFramePr>
              <p:cNvPr id="10" name="표 9"/>
              <p:cNvGraphicFramePr>
                <a:graphicFrameLocks noGrp="1"/>
              </p:cNvGraphicFramePr>
              <p:nvPr>
                <p:extLst>
                  <p:ext uri="{D42A27DB-BD31-4B8C-83A1-F6EECF244321}">
                    <p14:modId xmlns:p14="http://schemas.microsoft.com/office/powerpoint/2010/main" val="4190371326"/>
                  </p:ext>
                </p:extLst>
              </p:nvPr>
            </p:nvGraphicFramePr>
            <p:xfrm>
              <a:off x="930342" y="2531450"/>
              <a:ext cx="6019098" cy="3541915"/>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41513">
                    <a:tc>
                      <a:txBody>
                        <a:bodyPr/>
                        <a:lstStyle/>
                        <a:p>
                          <a:pPr algn="l" latinLnBrk="1"/>
                          <a14:m>
                            <m:oMathPara xmlns:m="http://schemas.openxmlformats.org/officeDocument/2006/math">
                              <m:oMathParaPr>
                                <m:jc m:val="left"/>
                              </m:oMathParaPr>
                              <m:oMath xmlns:m="http://schemas.openxmlformats.org/officeDocument/2006/math">
                                <m:sSup>
                                  <m:sSupPr>
                                    <m:ctrlPr>
                                      <a:rPr lang="en-US" altLang="ko-KR" sz="1400" i="1" smtClean="0">
                                        <a:latin typeface="Cambria Math" panose="02040503050406030204" pitchFamily="18" charset="0"/>
                                      </a:rPr>
                                    </m:ctrlPr>
                                  </m:sSupPr>
                                  <m:e>
                                    <m:r>
                                      <a:rPr lang="en-US" altLang="ko-KR" sz="1400">
                                        <a:latin typeface="Cambria Math" panose="02040503050406030204" pitchFamily="18" charset="0"/>
                                      </a:rPr>
                                      <m:t>𝑓</m:t>
                                    </m:r>
                                  </m:e>
                                  <m:sup>
                                    <m:r>
                                      <a:rPr lang="en-US" altLang="ko-KR" sz="1400">
                                        <a:latin typeface="Cambria Math" panose="02040503050406030204" pitchFamily="18" charset="0"/>
                                      </a:rPr>
                                      <m:t>′</m:t>
                                    </m:r>
                                  </m:sup>
                                </m:sSup>
                                <m:d>
                                  <m:dPr>
                                    <m:ctrlPr>
                                      <a:rPr lang="en-US" altLang="ko-KR" sz="1400" i="1">
                                        <a:latin typeface="Cambria Math" panose="02040503050406030204" pitchFamily="18" charset="0"/>
                                      </a:rPr>
                                    </m:ctrlPr>
                                  </m:dPr>
                                  <m:e>
                                    <m:r>
                                      <a:rPr lang="en-US" altLang="ko-KR" sz="1400">
                                        <a:latin typeface="Cambria Math" panose="02040503050406030204" pitchFamily="18" charset="0"/>
                                      </a:rPr>
                                      <m:t>𝑥</m:t>
                                    </m:r>
                                  </m:e>
                                </m:d>
                                <m:r>
                                  <a:rPr lang="en-US" altLang="ko-KR" sz="1400">
                                    <a:latin typeface="Cambria Math" panose="02040503050406030204" pitchFamily="18" charset="0"/>
                                  </a:rPr>
                                  <m:t>=</m:t>
                                </m:r>
                                <m:func>
                                  <m:funcPr>
                                    <m:ctrlPr>
                                      <a:rPr lang="en-US" altLang="ko-KR" sz="1400" i="1" smtClean="0">
                                        <a:latin typeface="Cambria Math" panose="02040503050406030204" pitchFamily="18" charset="0"/>
                                      </a:rPr>
                                    </m:ctrlPr>
                                  </m:funcPr>
                                  <m:fName>
                                    <m:limLow>
                                      <m:limLowPr>
                                        <m:ctrlPr>
                                          <a:rPr lang="en-US" altLang="ko-KR" sz="1400" i="1" smtClean="0">
                                            <a:latin typeface="Cambria Math" panose="02040503050406030204" pitchFamily="18" charset="0"/>
                                          </a:rPr>
                                        </m:ctrlPr>
                                      </m:limLowPr>
                                      <m:e>
                                        <m:r>
                                          <a:rPr lang="en-US" altLang="ko-KR" sz="1400" smtClean="0">
                                            <a:latin typeface="Cambria Math" panose="02040503050406030204" pitchFamily="18" charset="0"/>
                                          </a:rPr>
                                          <m:t>𝑙𝑖𝑚</m:t>
                                        </m:r>
                                      </m:e>
                                      <m:lim>
                                        <m:r>
                                          <a:rPr lang="en-US" altLang="ko-KR" sz="1400" smtClean="0">
                                            <a:latin typeface="Cambria Math" panose="02040503050406030204" pitchFamily="18" charset="0"/>
                                          </a:rPr>
                                          <m:t>h</m:t>
                                        </m:r>
                                        <m:r>
                                          <a:rPr lang="en-US" altLang="ko-KR" sz="1400" smtClean="0">
                                            <a:latin typeface="Cambria Math" panose="02040503050406030204" pitchFamily="18" charset="0"/>
                                          </a:rPr>
                                          <m:t>→0</m:t>
                                        </m:r>
                                      </m:lim>
                                    </m:limLow>
                                  </m:fName>
                                  <m:e>
                                    <m:f>
                                      <m:fPr>
                                        <m:ctrlPr>
                                          <a:rPr lang="en-US" altLang="ko-KR" sz="1400" i="1" smtClean="0">
                                            <a:latin typeface="Cambria Math" panose="02040503050406030204" pitchFamily="18" charset="0"/>
                                          </a:rPr>
                                        </m:ctrlPr>
                                      </m:fPr>
                                      <m:num>
                                        <m:r>
                                          <a:rPr lang="en-US" altLang="ko-KR" sz="1400" smtClean="0">
                                            <a:latin typeface="Cambria Math" panose="02040503050406030204" pitchFamily="18" charset="0"/>
                                          </a:rPr>
                                          <m:t>𝑓</m:t>
                                        </m:r>
                                        <m:d>
                                          <m:dPr>
                                            <m:ctrlPr>
                                              <a:rPr lang="en-US" altLang="ko-KR" sz="1400" i="1" smtClean="0">
                                                <a:latin typeface="Cambria Math" panose="02040503050406030204" pitchFamily="18" charset="0"/>
                                              </a:rPr>
                                            </m:ctrlPr>
                                          </m:dPr>
                                          <m:e>
                                            <m:r>
                                              <a:rPr lang="en-US" altLang="ko-KR" sz="1400" smtClean="0">
                                                <a:latin typeface="Cambria Math" panose="02040503050406030204" pitchFamily="18" charset="0"/>
                                              </a:rPr>
                                              <m:t>𝑥</m:t>
                                            </m:r>
                                            <m:r>
                                              <a:rPr lang="en-US" altLang="ko-KR" sz="1400" smtClean="0">
                                                <a:latin typeface="Cambria Math" panose="02040503050406030204" pitchFamily="18" charset="0"/>
                                              </a:rPr>
                                              <m:t>+</m:t>
                                            </m:r>
                                            <m:r>
                                              <a:rPr lang="en-US" altLang="ko-KR" sz="1400" smtClean="0">
                                                <a:latin typeface="Cambria Math" panose="02040503050406030204" pitchFamily="18" charset="0"/>
                                              </a:rPr>
                                              <m:t>h</m:t>
                                            </m:r>
                                          </m:e>
                                        </m:d>
                                        <m:r>
                                          <a:rPr lang="en-US" altLang="ko-KR" sz="1400" smtClean="0">
                                            <a:latin typeface="Cambria Math" panose="02040503050406030204" pitchFamily="18" charset="0"/>
                                          </a:rPr>
                                          <m:t>−</m:t>
                                        </m:r>
                                        <m:r>
                                          <a:rPr lang="en-US" altLang="ko-KR" sz="1400" smtClean="0">
                                            <a:latin typeface="Cambria Math" panose="02040503050406030204" pitchFamily="18" charset="0"/>
                                          </a:rPr>
                                          <m:t>𝑓</m:t>
                                        </m:r>
                                        <m:r>
                                          <a:rPr lang="en-US" altLang="ko-KR" sz="1400" smtClean="0">
                                            <a:latin typeface="Cambria Math" panose="02040503050406030204" pitchFamily="18" charset="0"/>
                                          </a:rPr>
                                          <m:t>(</m:t>
                                        </m:r>
                                        <m:r>
                                          <a:rPr lang="en-US" altLang="ko-KR" sz="1400" smtClean="0">
                                            <a:latin typeface="Cambria Math" panose="02040503050406030204" pitchFamily="18" charset="0"/>
                                          </a:rPr>
                                          <m:t>𝑥</m:t>
                                        </m:r>
                                        <m:r>
                                          <a:rPr lang="en-US" altLang="ko-KR" sz="1400" smtClean="0">
                                            <a:latin typeface="Cambria Math" panose="02040503050406030204" pitchFamily="18" charset="0"/>
                                          </a:rPr>
                                          <m:t>)</m:t>
                                        </m:r>
                                      </m:num>
                                      <m:den>
                                        <m:r>
                                          <a:rPr lang="en-US" altLang="ko-KR" sz="1400" smtClean="0">
                                            <a:latin typeface="Cambria Math" panose="02040503050406030204" pitchFamily="18" charset="0"/>
                                          </a:rPr>
                                          <m:t>h</m:t>
                                        </m:r>
                                      </m:den>
                                    </m:f>
                                  </m:e>
                                </m:func>
                              </m:oMath>
                            </m:oMathPara>
                          </a14:m>
                          <a:endParaRPr lang="ko-KR" altLang="en-US" sz="1400" i="1" dirty="0"/>
                        </a:p>
                      </a:txBody>
                      <a:tcPr/>
                    </a:tc>
                    <a:extLst>
                      <a:ext uri="{0D108BD9-81ED-4DB2-BD59-A6C34878D82A}">
                        <a16:rowId xmlns:a16="http://schemas.microsoft.com/office/drawing/2014/main" val="1349850590"/>
                      </a:ext>
                    </a:extLst>
                  </a:tr>
                  <a:tr h="641513">
                    <a:tc>
                      <a:txBody>
                        <a:bodyPr/>
                        <a:lstStyle/>
                        <a:p>
                          <a:pPr algn="l" latinLnBrk="1"/>
                          <a:endParaRPr lang="ko-KR" altLang="en-US" sz="1400" dirty="0"/>
                        </a:p>
                      </a:txBody>
                      <a:tcPr/>
                    </a:tc>
                    <a:extLst>
                      <a:ext uri="{0D108BD9-81ED-4DB2-BD59-A6C34878D82A}">
                        <a16:rowId xmlns:a16="http://schemas.microsoft.com/office/drawing/2014/main" val="450883624"/>
                      </a:ext>
                    </a:extLst>
                  </a:tr>
                  <a:tr h="6112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tc>
                    <a:extLst>
                      <a:ext uri="{0D108BD9-81ED-4DB2-BD59-A6C34878D82A}">
                        <a16:rowId xmlns:a16="http://schemas.microsoft.com/office/drawing/2014/main" val="549591821"/>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i="1" dirty="0"/>
                        </a:p>
                      </a:txBody>
                      <a:tcPr/>
                    </a:tc>
                    <a:extLst>
                      <a:ext uri="{0D108BD9-81ED-4DB2-BD59-A6C34878D82A}">
                        <a16:rowId xmlns:a16="http://schemas.microsoft.com/office/drawing/2014/main" val="2571924127"/>
                      </a:ext>
                    </a:extLst>
                  </a:tr>
                  <a:tr h="549223">
                    <a:tc>
                      <a:txBody>
                        <a:bodyPr/>
                        <a:lstStyle/>
                        <a:p>
                          <a:pPr algn="l" latinLnBrk="1"/>
                          <a:endParaRPr lang="ko-KR" altLang="en-US" sz="1400" i="1" dirty="0"/>
                        </a:p>
                      </a:txBody>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i="1" dirty="0"/>
                        </a:p>
                      </a:txBody>
                      <a:tcPr/>
                    </a:tc>
                    <a:extLst>
                      <a:ext uri="{0D108BD9-81ED-4DB2-BD59-A6C34878D82A}">
                        <a16:rowId xmlns:a16="http://schemas.microsoft.com/office/drawing/2014/main" val="2333410646"/>
                      </a:ext>
                    </a:extLst>
                  </a:tr>
                </a:tbl>
              </a:graphicData>
            </a:graphic>
          </p:graphicFrame>
        </mc:Choice>
        <mc:Fallback xmlns="">
          <p:graphicFrame>
            <p:nvGraphicFramePr>
              <p:cNvPr id="10" name="표 9"/>
              <p:cNvGraphicFramePr>
                <a:graphicFrameLocks noGrp="1"/>
              </p:cNvGraphicFramePr>
              <p:nvPr>
                <p:extLst>
                  <p:ext uri="{D42A27DB-BD31-4B8C-83A1-F6EECF244321}">
                    <p14:modId xmlns:p14="http://schemas.microsoft.com/office/powerpoint/2010/main" val="4190371326"/>
                  </p:ext>
                </p:extLst>
              </p:nvPr>
            </p:nvGraphicFramePr>
            <p:xfrm>
              <a:off x="930342" y="2531450"/>
              <a:ext cx="6019098" cy="3541915"/>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41513">
                    <a:tc>
                      <a:txBody>
                        <a:bodyPr/>
                        <a:lstStyle/>
                        <a:p>
                          <a:endParaRPr lang="ko-KR"/>
                        </a:p>
                      </a:txBody>
                      <a:tcPr>
                        <a:blipFill>
                          <a:blip r:embed="rId3"/>
                          <a:stretch>
                            <a:fillRect b="-454286"/>
                          </a:stretch>
                        </a:blipFill>
                      </a:tcPr>
                    </a:tc>
                    <a:extLst>
                      <a:ext uri="{0D108BD9-81ED-4DB2-BD59-A6C34878D82A}">
                        <a16:rowId xmlns:a16="http://schemas.microsoft.com/office/drawing/2014/main" val="1349850590"/>
                      </a:ext>
                    </a:extLst>
                  </a:tr>
                  <a:tr h="641513">
                    <a:tc>
                      <a:txBody>
                        <a:bodyPr/>
                        <a:lstStyle/>
                        <a:p>
                          <a:pPr algn="l" latinLnBrk="1"/>
                          <a:endParaRPr lang="ko-KR" altLang="en-US" sz="1400" dirty="0"/>
                        </a:p>
                      </a:txBody>
                      <a:tcPr/>
                    </a:tc>
                    <a:extLst>
                      <a:ext uri="{0D108BD9-81ED-4DB2-BD59-A6C34878D82A}">
                        <a16:rowId xmlns:a16="http://schemas.microsoft.com/office/drawing/2014/main" val="450883624"/>
                      </a:ext>
                    </a:extLst>
                  </a:tr>
                  <a:tr h="6112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tc>
                    <a:extLst>
                      <a:ext uri="{0D108BD9-81ED-4DB2-BD59-A6C34878D82A}">
                        <a16:rowId xmlns:a16="http://schemas.microsoft.com/office/drawing/2014/main" val="549591821"/>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i="1" dirty="0"/>
                        </a:p>
                      </a:txBody>
                      <a:tcPr/>
                    </a:tc>
                    <a:extLst>
                      <a:ext uri="{0D108BD9-81ED-4DB2-BD59-A6C34878D82A}">
                        <a16:rowId xmlns:a16="http://schemas.microsoft.com/office/drawing/2014/main" val="2571924127"/>
                      </a:ext>
                    </a:extLst>
                  </a:tr>
                  <a:tr h="549223">
                    <a:tc>
                      <a:txBody>
                        <a:bodyPr/>
                        <a:lstStyle/>
                        <a:p>
                          <a:pPr algn="l" latinLnBrk="1"/>
                          <a:endParaRPr lang="ko-KR" altLang="en-US" sz="1400" i="1" dirty="0"/>
                        </a:p>
                      </a:txBody>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i="1" dirty="0"/>
                        </a:p>
                      </a:txBody>
                      <a:tcPr/>
                    </a:tc>
                    <a:extLst>
                      <a:ext uri="{0D108BD9-81ED-4DB2-BD59-A6C34878D82A}">
                        <a16:rowId xmlns:a16="http://schemas.microsoft.com/office/drawing/2014/main" val="2333410646"/>
                      </a:ext>
                    </a:extLst>
                  </a:tr>
                </a:tbl>
              </a:graphicData>
            </a:graphic>
          </p:graphicFrame>
        </mc:Fallback>
      </mc:AlternateContent>
      <mc:AlternateContent xmlns:mc="http://schemas.openxmlformats.org/markup-compatibility/2006" xmlns:a14="http://schemas.microsoft.com/office/drawing/2010/main">
        <mc:Choice Requires="a14">
          <p:sp>
            <p:nvSpPr>
              <p:cNvPr id="12" name="TextBox 11"/>
              <p:cNvSpPr txBox="1"/>
              <p:nvPr/>
            </p:nvSpPr>
            <p:spPr>
              <a:xfrm>
                <a:off x="918755" y="1454128"/>
                <a:ext cx="3495957" cy="436210"/>
              </a:xfrm>
              <a:prstGeom prst="rect">
                <a:avLst/>
              </a:prstGeom>
              <a:noFill/>
            </p:spPr>
            <p:txBody>
              <a:bodyPr wrap="none" lIns="0" tIns="0" rIns="0" bIns="0" rtlCol="0">
                <a:spAutoFit/>
              </a:bodyPr>
              <a:lstStyle/>
              <a:p>
                <a:r>
                  <a:rPr lang="ko-KR" altLang="en-US" sz="2000" dirty="0"/>
                  <a:t>⑥</a:t>
                </a:r>
                <a14:m>
                  <m:oMath xmlns:m="http://schemas.openxmlformats.org/officeDocument/2006/math">
                    <m:sSup>
                      <m:sSupPr>
                        <m:ctrlPr>
                          <a:rPr lang="en-US" altLang="ko-KR" sz="2000" i="1">
                            <a:latin typeface="Cambria Math" panose="02040503050406030204" pitchFamily="18" charset="0"/>
                          </a:rPr>
                        </m:ctrlPr>
                      </m:sSupPr>
                      <m:e>
                        <m:r>
                          <a:rPr lang="en-US" altLang="ko-KR" sz="2000" i="1">
                            <a:latin typeface="Cambria Math" panose="02040503050406030204" pitchFamily="18" charset="0"/>
                          </a:rPr>
                          <m:t>𝑓</m:t>
                        </m:r>
                      </m:e>
                      <m:sup>
                        <m:r>
                          <a:rPr lang="en-US" altLang="ko-KR" sz="2000" i="1">
                            <a:latin typeface="Cambria Math" panose="02040503050406030204" pitchFamily="18" charset="0"/>
                          </a:rPr>
                          <m:t>′</m:t>
                        </m:r>
                      </m:sup>
                    </m:sSup>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f>
                      <m:fPr>
                        <m:ctrlPr>
                          <a:rPr lang="en-US" altLang="ko-KR" sz="2000" i="1" smtClean="0">
                            <a:latin typeface="Cambria Math" panose="02040503050406030204" pitchFamily="18" charset="0"/>
                          </a:rPr>
                        </m:ctrlPr>
                      </m:fPr>
                      <m:num>
                        <m:r>
                          <a:rPr lang="en-US" altLang="ko-KR" sz="2000" b="0" i="1" smtClean="0">
                            <a:latin typeface="Cambria Math" panose="02040503050406030204" pitchFamily="18" charset="0"/>
                          </a:rPr>
                          <m:t>1</m:t>
                        </m:r>
                      </m:num>
                      <m:den>
                        <m:r>
                          <a:rPr lang="en-US" altLang="ko-KR" sz="2000" b="0" i="1" smtClean="0">
                            <a:latin typeface="Cambria Math" panose="02040503050406030204" pitchFamily="18" charset="0"/>
                          </a:rPr>
                          <m:t>𝑥</m:t>
                        </m:r>
                      </m:den>
                    </m:f>
                    <m:r>
                      <a:rPr lang="en-US" altLang="ko-KR" sz="2000" i="1">
                        <a:latin typeface="Cambria Math" panose="02040503050406030204" pitchFamily="18" charset="0"/>
                        <a:ea typeface="Cambria Math" panose="02040503050406030204" pitchFamily="18" charset="0"/>
                      </a:rPr>
                      <m:t>,  </m:t>
                    </m:r>
                    <m:r>
                      <a:rPr lang="en-US" altLang="ko-KR" sz="2000" i="1">
                        <a:latin typeface="Cambria Math" panose="02040503050406030204" pitchFamily="18" charset="0"/>
                      </a:rPr>
                      <m:t>𝑔𝑖𝑣𝑒𝑛</m:t>
                    </m:r>
                    <m:r>
                      <a:rPr lang="en-US" altLang="ko-KR" sz="2000" i="1">
                        <a:latin typeface="Cambria Math" panose="02040503050406030204" pitchFamily="18" charset="0"/>
                      </a:rPr>
                      <m:t> </m:t>
                    </m:r>
                    <m:r>
                      <a:rPr lang="en-US" altLang="ko-KR" sz="2000" i="1">
                        <a:latin typeface="Cambria Math" panose="02040503050406030204" pitchFamily="18" charset="0"/>
                      </a:rPr>
                      <m:t>𝑓</m:t>
                    </m:r>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func>
                      <m:funcPr>
                        <m:ctrlPr>
                          <a:rPr lang="en-US" altLang="ko-KR" sz="2000" i="1" smtClean="0">
                            <a:latin typeface="Cambria Math" panose="02040503050406030204" pitchFamily="18" charset="0"/>
                          </a:rPr>
                        </m:ctrlPr>
                      </m:funcPr>
                      <m:fName>
                        <m:r>
                          <a:rPr lang="en-US" altLang="ko-KR" sz="2000" i="1" smtClean="0">
                            <a:latin typeface="Cambria Math" panose="02040503050406030204" pitchFamily="18" charset="0"/>
                          </a:rPr>
                          <m:t>𝑙𝑛</m:t>
                        </m:r>
                      </m:fName>
                      <m:e>
                        <m:r>
                          <a:rPr lang="en-US" altLang="ko-KR" sz="2000" b="0" i="1" smtClean="0">
                            <a:latin typeface="Cambria Math" panose="02040503050406030204" pitchFamily="18" charset="0"/>
                          </a:rPr>
                          <m:t>𝑥</m:t>
                        </m:r>
                      </m:e>
                    </m:func>
                  </m:oMath>
                </a14:m>
                <a:endParaRPr lang="ko-KR" altLang="en-US" sz="2000" i="1" dirty="0"/>
              </a:p>
            </p:txBody>
          </p:sp>
        </mc:Choice>
        <mc:Fallback xmlns="">
          <p:sp>
            <p:nvSpPr>
              <p:cNvPr id="12" name="TextBox 11"/>
              <p:cNvSpPr txBox="1">
                <a:spLocks noRot="1" noChangeAspect="1" noMove="1" noResize="1" noEditPoints="1" noAdjustHandles="1" noChangeArrowheads="1" noChangeShapeType="1" noTextEdit="1"/>
              </p:cNvSpPr>
              <p:nvPr/>
            </p:nvSpPr>
            <p:spPr>
              <a:xfrm>
                <a:off x="918755" y="1454128"/>
                <a:ext cx="3495957" cy="436210"/>
              </a:xfrm>
              <a:prstGeom prst="rect">
                <a:avLst/>
              </a:prstGeom>
              <a:blipFill>
                <a:blip r:embed="rId4"/>
                <a:stretch>
                  <a:fillRect l="-4538" t="-5634" r="-698" b="-18310"/>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416145348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mc:AlternateContent xmlns:mc="http://schemas.openxmlformats.org/markup-compatibility/2006">
        <mc:Choice xmlns:a14="http://schemas.microsoft.com/office/drawing/2010/main" Requires="a14">
          <p:graphicFrame>
            <p:nvGraphicFramePr>
              <p:cNvPr id="10" name="표 9"/>
              <p:cNvGraphicFramePr>
                <a:graphicFrameLocks noGrp="1"/>
              </p:cNvGraphicFramePr>
              <p:nvPr>
                <p:extLst>
                  <p:ext uri="{D42A27DB-BD31-4B8C-83A1-F6EECF244321}">
                    <p14:modId xmlns:p14="http://schemas.microsoft.com/office/powerpoint/2010/main" val="3457131179"/>
                  </p:ext>
                </p:extLst>
              </p:nvPr>
            </p:nvGraphicFramePr>
            <p:xfrm>
              <a:off x="930342" y="2531450"/>
              <a:ext cx="6019098" cy="3541915"/>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41513">
                    <a:tc>
                      <a:txBody>
                        <a:bodyPr/>
                        <a:lstStyle/>
                        <a:p>
                          <a:pPr algn="l" latinLnBrk="1"/>
                          <a14:m>
                            <m:oMathPara xmlns:m="http://schemas.openxmlformats.org/officeDocument/2006/math">
                              <m:oMathParaPr>
                                <m:jc m:val="left"/>
                              </m:oMathParaPr>
                              <m:oMath xmlns:m="http://schemas.openxmlformats.org/officeDocument/2006/math">
                                <m:sSup>
                                  <m:sSupPr>
                                    <m:ctrlPr>
                                      <a:rPr lang="en-US" altLang="ko-KR" sz="1400" i="1" smtClean="0">
                                        <a:latin typeface="Cambria Math" panose="02040503050406030204" pitchFamily="18" charset="0"/>
                                      </a:rPr>
                                    </m:ctrlPr>
                                  </m:sSupPr>
                                  <m:e>
                                    <m:r>
                                      <a:rPr lang="en-US" altLang="ko-KR" sz="1400">
                                        <a:latin typeface="Cambria Math" panose="02040503050406030204" pitchFamily="18" charset="0"/>
                                      </a:rPr>
                                      <m:t>𝑓</m:t>
                                    </m:r>
                                  </m:e>
                                  <m:sup>
                                    <m:r>
                                      <a:rPr lang="en-US" altLang="ko-KR" sz="1400">
                                        <a:latin typeface="Cambria Math" panose="02040503050406030204" pitchFamily="18" charset="0"/>
                                      </a:rPr>
                                      <m:t>′</m:t>
                                    </m:r>
                                  </m:sup>
                                </m:sSup>
                                <m:d>
                                  <m:dPr>
                                    <m:ctrlPr>
                                      <a:rPr lang="en-US" altLang="ko-KR" sz="1400" i="1">
                                        <a:latin typeface="Cambria Math" panose="02040503050406030204" pitchFamily="18" charset="0"/>
                                      </a:rPr>
                                    </m:ctrlPr>
                                  </m:dPr>
                                  <m:e>
                                    <m:r>
                                      <a:rPr lang="en-US" altLang="ko-KR" sz="1400">
                                        <a:latin typeface="Cambria Math" panose="02040503050406030204" pitchFamily="18" charset="0"/>
                                      </a:rPr>
                                      <m:t>𝑥</m:t>
                                    </m:r>
                                  </m:e>
                                </m:d>
                                <m:r>
                                  <a:rPr lang="en-US" altLang="ko-KR" sz="1400">
                                    <a:latin typeface="Cambria Math" panose="02040503050406030204" pitchFamily="18" charset="0"/>
                                  </a:rPr>
                                  <m:t>=</m:t>
                                </m:r>
                                <m:func>
                                  <m:funcPr>
                                    <m:ctrlPr>
                                      <a:rPr lang="en-US" altLang="ko-KR" sz="1400" i="1" smtClean="0">
                                        <a:latin typeface="Cambria Math" panose="02040503050406030204" pitchFamily="18" charset="0"/>
                                      </a:rPr>
                                    </m:ctrlPr>
                                  </m:funcPr>
                                  <m:fName>
                                    <m:limLow>
                                      <m:limLowPr>
                                        <m:ctrlPr>
                                          <a:rPr lang="en-US" altLang="ko-KR" sz="1400" i="1" smtClean="0">
                                            <a:latin typeface="Cambria Math" panose="02040503050406030204" pitchFamily="18" charset="0"/>
                                          </a:rPr>
                                        </m:ctrlPr>
                                      </m:limLowPr>
                                      <m:e>
                                        <m:r>
                                          <a:rPr lang="en-US" altLang="ko-KR" sz="1400" smtClean="0">
                                            <a:latin typeface="Cambria Math" panose="02040503050406030204" pitchFamily="18" charset="0"/>
                                          </a:rPr>
                                          <m:t>𝑙𝑖𝑚</m:t>
                                        </m:r>
                                      </m:e>
                                      <m:lim>
                                        <m:r>
                                          <a:rPr lang="en-US" altLang="ko-KR" sz="1400" smtClean="0">
                                            <a:latin typeface="Cambria Math" panose="02040503050406030204" pitchFamily="18" charset="0"/>
                                          </a:rPr>
                                          <m:t>h</m:t>
                                        </m:r>
                                        <m:r>
                                          <a:rPr lang="en-US" altLang="ko-KR" sz="1400" smtClean="0">
                                            <a:latin typeface="Cambria Math" panose="02040503050406030204" pitchFamily="18" charset="0"/>
                                          </a:rPr>
                                          <m:t>→0</m:t>
                                        </m:r>
                                      </m:lim>
                                    </m:limLow>
                                  </m:fName>
                                  <m:e>
                                    <m:f>
                                      <m:fPr>
                                        <m:ctrlPr>
                                          <a:rPr lang="en-US" altLang="ko-KR" sz="1400" i="1" smtClean="0">
                                            <a:latin typeface="Cambria Math" panose="02040503050406030204" pitchFamily="18" charset="0"/>
                                          </a:rPr>
                                        </m:ctrlPr>
                                      </m:fPr>
                                      <m:num>
                                        <m:r>
                                          <a:rPr lang="en-US" altLang="ko-KR" sz="1400" smtClean="0">
                                            <a:latin typeface="Cambria Math" panose="02040503050406030204" pitchFamily="18" charset="0"/>
                                          </a:rPr>
                                          <m:t>𝑓</m:t>
                                        </m:r>
                                        <m:d>
                                          <m:dPr>
                                            <m:ctrlPr>
                                              <a:rPr lang="en-US" altLang="ko-KR" sz="1400" i="1" smtClean="0">
                                                <a:latin typeface="Cambria Math" panose="02040503050406030204" pitchFamily="18" charset="0"/>
                                              </a:rPr>
                                            </m:ctrlPr>
                                          </m:dPr>
                                          <m:e>
                                            <m:r>
                                              <a:rPr lang="en-US" altLang="ko-KR" sz="1400" smtClean="0">
                                                <a:latin typeface="Cambria Math" panose="02040503050406030204" pitchFamily="18" charset="0"/>
                                              </a:rPr>
                                              <m:t>𝑥</m:t>
                                            </m:r>
                                            <m:r>
                                              <a:rPr lang="en-US" altLang="ko-KR" sz="1400" smtClean="0">
                                                <a:latin typeface="Cambria Math" panose="02040503050406030204" pitchFamily="18" charset="0"/>
                                              </a:rPr>
                                              <m:t>+</m:t>
                                            </m:r>
                                            <m:r>
                                              <a:rPr lang="en-US" altLang="ko-KR" sz="1400" smtClean="0">
                                                <a:latin typeface="Cambria Math" panose="02040503050406030204" pitchFamily="18" charset="0"/>
                                              </a:rPr>
                                              <m:t>h</m:t>
                                            </m:r>
                                          </m:e>
                                        </m:d>
                                        <m:r>
                                          <a:rPr lang="en-US" altLang="ko-KR" sz="1400" smtClean="0">
                                            <a:latin typeface="Cambria Math" panose="02040503050406030204" pitchFamily="18" charset="0"/>
                                          </a:rPr>
                                          <m:t>−</m:t>
                                        </m:r>
                                        <m:r>
                                          <a:rPr lang="en-US" altLang="ko-KR" sz="1400" smtClean="0">
                                            <a:latin typeface="Cambria Math" panose="02040503050406030204" pitchFamily="18" charset="0"/>
                                          </a:rPr>
                                          <m:t>𝑓</m:t>
                                        </m:r>
                                        <m:r>
                                          <a:rPr lang="en-US" altLang="ko-KR" sz="1400" smtClean="0">
                                            <a:latin typeface="Cambria Math" panose="02040503050406030204" pitchFamily="18" charset="0"/>
                                          </a:rPr>
                                          <m:t>(</m:t>
                                        </m:r>
                                        <m:r>
                                          <a:rPr lang="en-US" altLang="ko-KR" sz="1400" smtClean="0">
                                            <a:latin typeface="Cambria Math" panose="02040503050406030204" pitchFamily="18" charset="0"/>
                                          </a:rPr>
                                          <m:t>𝑥</m:t>
                                        </m:r>
                                        <m:r>
                                          <a:rPr lang="en-US" altLang="ko-KR" sz="1400" smtClean="0">
                                            <a:latin typeface="Cambria Math" panose="02040503050406030204" pitchFamily="18" charset="0"/>
                                          </a:rPr>
                                          <m:t>)</m:t>
                                        </m:r>
                                      </m:num>
                                      <m:den>
                                        <m:r>
                                          <a:rPr lang="en-US" altLang="ko-KR" sz="1400" smtClean="0">
                                            <a:latin typeface="Cambria Math" panose="02040503050406030204" pitchFamily="18" charset="0"/>
                                          </a:rPr>
                                          <m:t>h</m:t>
                                        </m:r>
                                      </m:den>
                                    </m:f>
                                  </m:e>
                                </m:func>
                              </m:oMath>
                            </m:oMathPara>
                          </a14:m>
                          <a:endParaRPr lang="ko-KR" altLang="en-US" sz="1400" i="1" dirty="0"/>
                        </a:p>
                      </a:txBody>
                      <a:tcPr/>
                    </a:tc>
                    <a:extLst>
                      <a:ext uri="{0D108BD9-81ED-4DB2-BD59-A6C34878D82A}">
                        <a16:rowId xmlns:a16="http://schemas.microsoft.com/office/drawing/2014/main" val="1349850590"/>
                      </a:ext>
                    </a:extLst>
                  </a:tr>
                  <a:tr h="641513">
                    <a:tc>
                      <a:txBody>
                        <a:bodyPr/>
                        <a:lstStyle/>
                        <a:p>
                          <a:pPr algn="l" latinLnBrk="1"/>
                          <a14:m>
                            <m:oMathPara xmlns:m="http://schemas.openxmlformats.org/officeDocument/2006/math">
                              <m:oMathParaPr>
                                <m:jc m:val="left"/>
                              </m:oMathParaPr>
                              <m:oMath xmlns:m="http://schemas.openxmlformats.org/officeDocument/2006/math">
                                <m:r>
                                  <a:rPr lang="en-US" altLang="ko-KR" sz="1400" smtClean="0">
                                    <a:latin typeface="Cambria Math" panose="02040503050406030204" pitchFamily="18" charset="0"/>
                                  </a:rPr>
                                  <m:t>=</m:t>
                                </m:r>
                                <m:func>
                                  <m:funcPr>
                                    <m:ctrlPr>
                                      <a:rPr lang="en-US" altLang="ko-KR" sz="1400" i="1" smtClean="0">
                                        <a:latin typeface="Cambria Math" panose="02040503050406030204" pitchFamily="18" charset="0"/>
                                      </a:rPr>
                                    </m:ctrlPr>
                                  </m:funcPr>
                                  <m:fName>
                                    <m:limLow>
                                      <m:limLowPr>
                                        <m:ctrlPr>
                                          <a:rPr lang="en-US" altLang="ko-KR" sz="1400" i="1" smtClean="0">
                                            <a:latin typeface="Cambria Math" panose="02040503050406030204" pitchFamily="18" charset="0"/>
                                          </a:rPr>
                                        </m:ctrlPr>
                                      </m:limLowPr>
                                      <m:e>
                                        <m:r>
                                          <a:rPr lang="en-US" altLang="ko-KR" sz="1400" smtClean="0">
                                            <a:latin typeface="Cambria Math" panose="02040503050406030204" pitchFamily="18" charset="0"/>
                                          </a:rPr>
                                          <m:t>𝑙𝑖𝑚</m:t>
                                        </m:r>
                                      </m:e>
                                      <m:lim>
                                        <m:r>
                                          <a:rPr lang="en-US" altLang="ko-KR" sz="1400" smtClean="0">
                                            <a:latin typeface="Cambria Math" panose="02040503050406030204" pitchFamily="18" charset="0"/>
                                          </a:rPr>
                                          <m:t>h</m:t>
                                        </m:r>
                                        <m:r>
                                          <a:rPr lang="en-US" altLang="ko-KR" sz="1400" smtClean="0">
                                            <a:latin typeface="Cambria Math" panose="02040503050406030204" pitchFamily="18" charset="0"/>
                                          </a:rPr>
                                          <m:t>→0</m:t>
                                        </m:r>
                                      </m:lim>
                                    </m:limLow>
                                  </m:fName>
                                  <m:e>
                                    <m:f>
                                      <m:fPr>
                                        <m:ctrlPr>
                                          <a:rPr lang="en-US" altLang="ko-KR" sz="1400" i="1" smtClean="0">
                                            <a:latin typeface="Cambria Math" panose="02040503050406030204" pitchFamily="18" charset="0"/>
                                          </a:rPr>
                                        </m:ctrlPr>
                                      </m:fPr>
                                      <m:num>
                                        <m:func>
                                          <m:funcPr>
                                            <m:ctrlPr>
                                              <a:rPr lang="en-US" altLang="ko-KR" sz="1400" i="1" smtClean="0">
                                                <a:latin typeface="Cambria Math" panose="02040503050406030204" pitchFamily="18" charset="0"/>
                                              </a:rPr>
                                            </m:ctrlPr>
                                          </m:funcPr>
                                          <m:fName>
                                            <m:r>
                                              <a:rPr lang="en-US" altLang="ko-KR" sz="1400" smtClean="0">
                                                <a:latin typeface="Cambria Math" panose="02040503050406030204" pitchFamily="18" charset="0"/>
                                              </a:rPr>
                                              <m:t>𝑙𝑛</m:t>
                                            </m:r>
                                          </m:fName>
                                          <m:e>
                                            <m:d>
                                              <m:dPr>
                                                <m:ctrlPr>
                                                  <a:rPr lang="en-US" altLang="ko-KR" sz="1400" i="1" smtClean="0">
                                                    <a:latin typeface="Cambria Math" panose="02040503050406030204" pitchFamily="18" charset="0"/>
                                                  </a:rPr>
                                                </m:ctrlPr>
                                              </m:dPr>
                                              <m:e>
                                                <m:r>
                                                  <a:rPr lang="en-US" altLang="ko-KR" sz="1400" smtClean="0">
                                                    <a:latin typeface="Cambria Math" panose="02040503050406030204" pitchFamily="18" charset="0"/>
                                                  </a:rPr>
                                                  <m:t>𝑥</m:t>
                                                </m:r>
                                                <m:r>
                                                  <a:rPr lang="en-US" altLang="ko-KR" sz="1400" smtClean="0">
                                                    <a:latin typeface="Cambria Math" panose="02040503050406030204" pitchFamily="18" charset="0"/>
                                                  </a:rPr>
                                                  <m:t>+</m:t>
                                                </m:r>
                                                <m:r>
                                                  <a:rPr lang="en-US" altLang="ko-KR" sz="1400" smtClean="0">
                                                    <a:latin typeface="Cambria Math" panose="02040503050406030204" pitchFamily="18" charset="0"/>
                                                  </a:rPr>
                                                  <m:t>h</m:t>
                                                </m:r>
                                              </m:e>
                                            </m:d>
                                          </m:e>
                                        </m:func>
                                        <m:r>
                                          <a:rPr lang="en-US" altLang="ko-KR" sz="1400" smtClean="0">
                                            <a:latin typeface="Cambria Math" panose="02040503050406030204" pitchFamily="18" charset="0"/>
                                          </a:rPr>
                                          <m:t>−</m:t>
                                        </m:r>
                                        <m:func>
                                          <m:funcPr>
                                            <m:ctrlPr>
                                              <a:rPr lang="en-US" altLang="ko-KR" sz="1400" i="1" smtClean="0">
                                                <a:latin typeface="Cambria Math" panose="02040503050406030204" pitchFamily="18" charset="0"/>
                                              </a:rPr>
                                            </m:ctrlPr>
                                          </m:funcPr>
                                          <m:fName>
                                            <m:r>
                                              <a:rPr lang="en-US" altLang="ko-KR" sz="1400" smtClean="0">
                                                <a:latin typeface="Cambria Math" panose="02040503050406030204" pitchFamily="18" charset="0"/>
                                              </a:rPr>
                                              <m:t>𝑙𝑛</m:t>
                                            </m:r>
                                          </m:fName>
                                          <m:e>
                                            <m:r>
                                              <a:rPr lang="en-US" altLang="ko-KR" sz="1400" b="0" smtClean="0">
                                                <a:latin typeface="Cambria Math" panose="02040503050406030204" pitchFamily="18" charset="0"/>
                                              </a:rPr>
                                              <m:t>𝑥</m:t>
                                            </m:r>
                                          </m:e>
                                        </m:func>
                                      </m:num>
                                      <m:den>
                                        <m:r>
                                          <a:rPr lang="en-US" altLang="ko-KR" sz="1400" smtClean="0">
                                            <a:latin typeface="Cambria Math" panose="02040503050406030204" pitchFamily="18" charset="0"/>
                                          </a:rPr>
                                          <m:t>h</m:t>
                                        </m:r>
                                      </m:den>
                                    </m:f>
                                  </m:e>
                                </m:func>
                              </m:oMath>
                            </m:oMathPara>
                          </a14:m>
                          <a:endParaRPr lang="ko-KR" altLang="en-US" sz="1400" dirty="0"/>
                        </a:p>
                      </a:txBody>
                      <a:tcPr/>
                    </a:tc>
                    <a:extLst>
                      <a:ext uri="{0D108BD9-81ED-4DB2-BD59-A6C34878D82A}">
                        <a16:rowId xmlns:a16="http://schemas.microsoft.com/office/drawing/2014/main" val="450883624"/>
                      </a:ext>
                    </a:extLst>
                  </a:tr>
                  <a:tr h="6112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altLang="ko-KR" sz="1400" smtClean="0">
                                    <a:latin typeface="Cambria Math" panose="02040503050406030204" pitchFamily="18" charset="0"/>
                                  </a:rPr>
                                  <m:t>=</m:t>
                                </m:r>
                                <m:func>
                                  <m:funcPr>
                                    <m:ctrlPr>
                                      <a:rPr lang="en-US" altLang="ko-KR" sz="1400" i="1" smtClean="0">
                                        <a:latin typeface="Cambria Math" panose="02040503050406030204" pitchFamily="18" charset="0"/>
                                      </a:rPr>
                                    </m:ctrlPr>
                                  </m:funcPr>
                                  <m:fName>
                                    <m:limLow>
                                      <m:limLowPr>
                                        <m:ctrlPr>
                                          <a:rPr lang="en-US" altLang="ko-KR" sz="1400" i="1" smtClean="0">
                                            <a:latin typeface="Cambria Math" panose="02040503050406030204" pitchFamily="18" charset="0"/>
                                          </a:rPr>
                                        </m:ctrlPr>
                                      </m:limLowPr>
                                      <m:e>
                                        <m:r>
                                          <a:rPr lang="en-US" altLang="ko-KR" sz="1400" smtClean="0">
                                            <a:latin typeface="Cambria Math" panose="02040503050406030204" pitchFamily="18" charset="0"/>
                                          </a:rPr>
                                          <m:t>𝑙𝑖𝑚</m:t>
                                        </m:r>
                                      </m:e>
                                      <m:lim>
                                        <m:r>
                                          <a:rPr lang="en-US" altLang="ko-KR" sz="1400" smtClean="0">
                                            <a:latin typeface="Cambria Math" panose="02040503050406030204" pitchFamily="18" charset="0"/>
                                          </a:rPr>
                                          <m:t>h</m:t>
                                        </m:r>
                                        <m:r>
                                          <a:rPr lang="en-US" altLang="ko-KR" sz="1400" smtClean="0">
                                            <a:latin typeface="Cambria Math" panose="02040503050406030204" pitchFamily="18" charset="0"/>
                                          </a:rPr>
                                          <m:t>→0</m:t>
                                        </m:r>
                                      </m:lim>
                                    </m:limLow>
                                  </m:fName>
                                  <m:e>
                                    <m:f>
                                      <m:fPr>
                                        <m:ctrlPr>
                                          <a:rPr lang="en-US" altLang="ko-KR" sz="1400" i="1" smtClean="0">
                                            <a:solidFill>
                                              <a:srgbClr val="C00000"/>
                                            </a:solidFill>
                                            <a:latin typeface="Cambria Math" panose="02040503050406030204" pitchFamily="18" charset="0"/>
                                          </a:rPr>
                                        </m:ctrlPr>
                                      </m:fPr>
                                      <m:num>
                                        <m:r>
                                          <a:rPr lang="en-US" altLang="ko-KR" sz="1400" b="0" smtClean="0">
                                            <a:solidFill>
                                              <a:srgbClr val="C00000"/>
                                            </a:solidFill>
                                            <a:latin typeface="Cambria Math" panose="02040503050406030204" pitchFamily="18" charset="0"/>
                                          </a:rPr>
                                          <m:t>1</m:t>
                                        </m:r>
                                      </m:num>
                                      <m:den>
                                        <m:r>
                                          <a:rPr lang="en-US" altLang="ko-KR" sz="1400" smtClean="0">
                                            <a:solidFill>
                                              <a:srgbClr val="C00000"/>
                                            </a:solidFill>
                                            <a:latin typeface="Cambria Math" panose="02040503050406030204" pitchFamily="18" charset="0"/>
                                          </a:rPr>
                                          <m:t>h</m:t>
                                        </m:r>
                                      </m:den>
                                    </m:f>
                                    <m:r>
                                      <a:rPr lang="en-US" altLang="ko-KR" sz="1400" smtClean="0">
                                        <a:latin typeface="Cambria Math" panose="02040503050406030204" pitchFamily="18" charset="0"/>
                                      </a:rPr>
                                      <m:t>∙</m:t>
                                    </m:r>
                                    <m:func>
                                      <m:funcPr>
                                        <m:ctrlPr>
                                          <a:rPr lang="en-US" altLang="ko-KR" sz="1400" i="1" smtClean="0">
                                            <a:latin typeface="Cambria Math" panose="02040503050406030204" pitchFamily="18" charset="0"/>
                                          </a:rPr>
                                        </m:ctrlPr>
                                      </m:funcPr>
                                      <m:fName>
                                        <m:r>
                                          <a:rPr lang="en-US" altLang="ko-KR" sz="1400" i="1" smtClean="0">
                                            <a:latin typeface="Cambria Math" panose="02040503050406030204" pitchFamily="18" charset="0"/>
                                          </a:rPr>
                                          <m:t>𝑙𝑛</m:t>
                                        </m:r>
                                      </m:fName>
                                      <m:e>
                                        <m:f>
                                          <m:fPr>
                                            <m:ctrlPr>
                                              <a:rPr lang="en-US" altLang="ko-KR" sz="1400" i="1" smtClean="0">
                                                <a:latin typeface="Cambria Math" panose="02040503050406030204" pitchFamily="18" charset="0"/>
                                              </a:rPr>
                                            </m:ctrlPr>
                                          </m:fPr>
                                          <m:num>
                                            <m:r>
                                              <a:rPr lang="en-US" altLang="ko-KR" sz="1400" b="0" i="1" smtClean="0">
                                                <a:latin typeface="Cambria Math" panose="02040503050406030204" pitchFamily="18" charset="0"/>
                                              </a:rPr>
                                              <m:t>𝑥</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h</m:t>
                                            </m:r>
                                          </m:num>
                                          <m:den>
                                            <m:r>
                                              <a:rPr lang="en-US" altLang="ko-KR" sz="1400" b="0" i="1" smtClean="0">
                                                <a:latin typeface="Cambria Math" panose="02040503050406030204" pitchFamily="18" charset="0"/>
                                              </a:rPr>
                                              <m:t>𝑥</m:t>
                                            </m:r>
                                          </m:den>
                                        </m:f>
                                      </m:e>
                                    </m:func>
                                  </m:e>
                                </m:func>
                              </m:oMath>
                            </m:oMathPara>
                          </a14:m>
                          <a:endParaRPr lang="ko-KR" altLang="en-US" sz="1400" dirty="0"/>
                        </a:p>
                      </a:txBody>
                      <a:tcPr/>
                    </a:tc>
                    <a:extLst>
                      <a:ext uri="{0D108BD9-81ED-4DB2-BD59-A6C34878D82A}">
                        <a16:rowId xmlns:a16="http://schemas.microsoft.com/office/drawing/2014/main" val="549591821"/>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i="1" dirty="0"/>
                        </a:p>
                      </a:txBody>
                      <a:tcPr/>
                    </a:tc>
                    <a:extLst>
                      <a:ext uri="{0D108BD9-81ED-4DB2-BD59-A6C34878D82A}">
                        <a16:rowId xmlns:a16="http://schemas.microsoft.com/office/drawing/2014/main" val="2571924127"/>
                      </a:ext>
                    </a:extLst>
                  </a:tr>
                  <a:tr h="549223">
                    <a:tc>
                      <a:txBody>
                        <a:bodyPr/>
                        <a:lstStyle/>
                        <a:p>
                          <a:pPr algn="l" latinLnBrk="1"/>
                          <a:endParaRPr lang="ko-KR" altLang="en-US" sz="1400" i="1" dirty="0"/>
                        </a:p>
                      </a:txBody>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i="1" dirty="0"/>
                        </a:p>
                      </a:txBody>
                      <a:tcPr/>
                    </a:tc>
                    <a:extLst>
                      <a:ext uri="{0D108BD9-81ED-4DB2-BD59-A6C34878D82A}">
                        <a16:rowId xmlns:a16="http://schemas.microsoft.com/office/drawing/2014/main" val="2333410646"/>
                      </a:ext>
                    </a:extLst>
                  </a:tr>
                </a:tbl>
              </a:graphicData>
            </a:graphic>
          </p:graphicFrame>
        </mc:Choice>
        <mc:Fallback>
          <p:graphicFrame>
            <p:nvGraphicFramePr>
              <p:cNvPr id="10" name="표 9"/>
              <p:cNvGraphicFramePr>
                <a:graphicFrameLocks noGrp="1"/>
              </p:cNvGraphicFramePr>
              <p:nvPr>
                <p:extLst>
                  <p:ext uri="{D42A27DB-BD31-4B8C-83A1-F6EECF244321}">
                    <p14:modId xmlns:p14="http://schemas.microsoft.com/office/powerpoint/2010/main" val="3457131179"/>
                  </p:ext>
                </p:extLst>
              </p:nvPr>
            </p:nvGraphicFramePr>
            <p:xfrm>
              <a:off x="930342" y="2531450"/>
              <a:ext cx="6019098" cy="3541915"/>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41513">
                    <a:tc>
                      <a:txBody>
                        <a:bodyPr/>
                        <a:lstStyle/>
                        <a:p>
                          <a:endParaRPr lang="ko-KR"/>
                        </a:p>
                      </a:txBody>
                      <a:tcPr>
                        <a:blipFill>
                          <a:blip r:embed="rId3"/>
                          <a:stretch>
                            <a:fillRect b="-454286"/>
                          </a:stretch>
                        </a:blipFill>
                      </a:tcPr>
                    </a:tc>
                    <a:extLst>
                      <a:ext uri="{0D108BD9-81ED-4DB2-BD59-A6C34878D82A}">
                        <a16:rowId xmlns:a16="http://schemas.microsoft.com/office/drawing/2014/main" val="1349850590"/>
                      </a:ext>
                    </a:extLst>
                  </a:tr>
                  <a:tr h="641513">
                    <a:tc>
                      <a:txBody>
                        <a:bodyPr/>
                        <a:lstStyle/>
                        <a:p>
                          <a:endParaRPr lang="ko-KR"/>
                        </a:p>
                      </a:txBody>
                      <a:tcPr>
                        <a:blipFill>
                          <a:blip r:embed="rId3"/>
                          <a:stretch>
                            <a:fillRect t="-99057" b="-350000"/>
                          </a:stretch>
                        </a:blipFill>
                      </a:tcPr>
                    </a:tc>
                    <a:extLst>
                      <a:ext uri="{0D108BD9-81ED-4DB2-BD59-A6C34878D82A}">
                        <a16:rowId xmlns:a16="http://schemas.microsoft.com/office/drawing/2014/main" val="450883624"/>
                      </a:ext>
                    </a:extLst>
                  </a:tr>
                  <a:tr h="611220">
                    <a:tc>
                      <a:txBody>
                        <a:bodyPr/>
                        <a:lstStyle/>
                        <a:p>
                          <a:endParaRPr lang="ko-KR"/>
                        </a:p>
                      </a:txBody>
                      <a:tcPr>
                        <a:blipFill>
                          <a:blip r:embed="rId3"/>
                          <a:stretch>
                            <a:fillRect t="-211000" b="-271000"/>
                          </a:stretch>
                        </a:blipFill>
                      </a:tcPr>
                    </a:tc>
                    <a:extLst>
                      <a:ext uri="{0D108BD9-81ED-4DB2-BD59-A6C34878D82A}">
                        <a16:rowId xmlns:a16="http://schemas.microsoft.com/office/drawing/2014/main" val="549591821"/>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i="1" dirty="0"/>
                        </a:p>
                      </a:txBody>
                      <a:tcPr/>
                    </a:tc>
                    <a:extLst>
                      <a:ext uri="{0D108BD9-81ED-4DB2-BD59-A6C34878D82A}">
                        <a16:rowId xmlns:a16="http://schemas.microsoft.com/office/drawing/2014/main" val="2571924127"/>
                      </a:ext>
                    </a:extLst>
                  </a:tr>
                  <a:tr h="549223">
                    <a:tc>
                      <a:txBody>
                        <a:bodyPr/>
                        <a:lstStyle/>
                        <a:p>
                          <a:pPr algn="l" latinLnBrk="1"/>
                          <a:endParaRPr lang="ko-KR" altLang="en-US" sz="1400" i="1" dirty="0"/>
                        </a:p>
                      </a:txBody>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i="1" dirty="0"/>
                        </a:p>
                      </a:txBody>
                      <a:tcPr/>
                    </a:tc>
                    <a:extLst>
                      <a:ext uri="{0D108BD9-81ED-4DB2-BD59-A6C34878D82A}">
                        <a16:rowId xmlns:a16="http://schemas.microsoft.com/office/drawing/2014/main" val="2333410646"/>
                      </a:ext>
                    </a:extLst>
                  </a:tr>
                </a:tbl>
              </a:graphicData>
            </a:graphic>
          </p:graphicFrame>
        </mc:Fallback>
      </mc:AlternateContent>
      <mc:AlternateContent xmlns:mc="http://schemas.openxmlformats.org/markup-compatibility/2006" xmlns:a14="http://schemas.microsoft.com/office/drawing/2010/main">
        <mc:Choice Requires="a14">
          <p:sp>
            <p:nvSpPr>
              <p:cNvPr id="12" name="TextBox 11"/>
              <p:cNvSpPr txBox="1"/>
              <p:nvPr/>
            </p:nvSpPr>
            <p:spPr>
              <a:xfrm>
                <a:off x="918755" y="1454128"/>
                <a:ext cx="3495957" cy="436210"/>
              </a:xfrm>
              <a:prstGeom prst="rect">
                <a:avLst/>
              </a:prstGeom>
              <a:noFill/>
            </p:spPr>
            <p:txBody>
              <a:bodyPr wrap="none" lIns="0" tIns="0" rIns="0" bIns="0" rtlCol="0">
                <a:spAutoFit/>
              </a:bodyPr>
              <a:lstStyle/>
              <a:p>
                <a:r>
                  <a:rPr lang="ko-KR" altLang="en-US" sz="2000" dirty="0"/>
                  <a:t>⑥</a:t>
                </a:r>
                <a14:m>
                  <m:oMath xmlns:m="http://schemas.openxmlformats.org/officeDocument/2006/math">
                    <m:sSup>
                      <m:sSupPr>
                        <m:ctrlPr>
                          <a:rPr lang="en-US" altLang="ko-KR" sz="2000" i="1">
                            <a:latin typeface="Cambria Math" panose="02040503050406030204" pitchFamily="18" charset="0"/>
                          </a:rPr>
                        </m:ctrlPr>
                      </m:sSupPr>
                      <m:e>
                        <m:r>
                          <a:rPr lang="en-US" altLang="ko-KR" sz="2000" i="1">
                            <a:latin typeface="Cambria Math" panose="02040503050406030204" pitchFamily="18" charset="0"/>
                          </a:rPr>
                          <m:t>𝑓</m:t>
                        </m:r>
                      </m:e>
                      <m:sup>
                        <m:r>
                          <a:rPr lang="en-US" altLang="ko-KR" sz="2000" i="1">
                            <a:latin typeface="Cambria Math" panose="02040503050406030204" pitchFamily="18" charset="0"/>
                          </a:rPr>
                          <m:t>′</m:t>
                        </m:r>
                      </m:sup>
                    </m:sSup>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f>
                      <m:fPr>
                        <m:ctrlPr>
                          <a:rPr lang="en-US" altLang="ko-KR" sz="2000" i="1" smtClean="0">
                            <a:latin typeface="Cambria Math" panose="02040503050406030204" pitchFamily="18" charset="0"/>
                          </a:rPr>
                        </m:ctrlPr>
                      </m:fPr>
                      <m:num>
                        <m:r>
                          <a:rPr lang="en-US" altLang="ko-KR" sz="2000" b="0" i="1" smtClean="0">
                            <a:latin typeface="Cambria Math" panose="02040503050406030204" pitchFamily="18" charset="0"/>
                          </a:rPr>
                          <m:t>1</m:t>
                        </m:r>
                      </m:num>
                      <m:den>
                        <m:r>
                          <a:rPr lang="en-US" altLang="ko-KR" sz="2000" b="0" i="1" smtClean="0">
                            <a:latin typeface="Cambria Math" panose="02040503050406030204" pitchFamily="18" charset="0"/>
                          </a:rPr>
                          <m:t>𝑥</m:t>
                        </m:r>
                      </m:den>
                    </m:f>
                    <m:r>
                      <a:rPr lang="en-US" altLang="ko-KR" sz="2000" i="1">
                        <a:latin typeface="Cambria Math" panose="02040503050406030204" pitchFamily="18" charset="0"/>
                        <a:ea typeface="Cambria Math" panose="02040503050406030204" pitchFamily="18" charset="0"/>
                      </a:rPr>
                      <m:t>,  </m:t>
                    </m:r>
                    <m:r>
                      <a:rPr lang="en-US" altLang="ko-KR" sz="2000" i="1">
                        <a:latin typeface="Cambria Math" panose="02040503050406030204" pitchFamily="18" charset="0"/>
                      </a:rPr>
                      <m:t>𝑔𝑖𝑣𝑒𝑛</m:t>
                    </m:r>
                    <m:r>
                      <a:rPr lang="en-US" altLang="ko-KR" sz="2000" i="1">
                        <a:latin typeface="Cambria Math" panose="02040503050406030204" pitchFamily="18" charset="0"/>
                      </a:rPr>
                      <m:t> </m:t>
                    </m:r>
                    <m:r>
                      <a:rPr lang="en-US" altLang="ko-KR" sz="2000" i="1">
                        <a:latin typeface="Cambria Math" panose="02040503050406030204" pitchFamily="18" charset="0"/>
                      </a:rPr>
                      <m:t>𝑓</m:t>
                    </m:r>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func>
                      <m:funcPr>
                        <m:ctrlPr>
                          <a:rPr lang="en-US" altLang="ko-KR" sz="2000" i="1" smtClean="0">
                            <a:latin typeface="Cambria Math" panose="02040503050406030204" pitchFamily="18" charset="0"/>
                          </a:rPr>
                        </m:ctrlPr>
                      </m:funcPr>
                      <m:fName>
                        <m:r>
                          <a:rPr lang="en-US" altLang="ko-KR" sz="2000" i="1" smtClean="0">
                            <a:latin typeface="Cambria Math" panose="02040503050406030204" pitchFamily="18" charset="0"/>
                          </a:rPr>
                          <m:t>𝑙𝑛</m:t>
                        </m:r>
                      </m:fName>
                      <m:e>
                        <m:r>
                          <a:rPr lang="en-US" altLang="ko-KR" sz="2000" b="0" i="1" smtClean="0">
                            <a:latin typeface="Cambria Math" panose="02040503050406030204" pitchFamily="18" charset="0"/>
                          </a:rPr>
                          <m:t>𝑥</m:t>
                        </m:r>
                      </m:e>
                    </m:func>
                  </m:oMath>
                </a14:m>
                <a:endParaRPr lang="ko-KR" altLang="en-US" sz="2000" i="1" dirty="0"/>
              </a:p>
            </p:txBody>
          </p:sp>
        </mc:Choice>
        <mc:Fallback xmlns="">
          <p:sp>
            <p:nvSpPr>
              <p:cNvPr id="12" name="TextBox 11"/>
              <p:cNvSpPr txBox="1">
                <a:spLocks noRot="1" noChangeAspect="1" noMove="1" noResize="1" noEditPoints="1" noAdjustHandles="1" noChangeArrowheads="1" noChangeShapeType="1" noTextEdit="1"/>
              </p:cNvSpPr>
              <p:nvPr/>
            </p:nvSpPr>
            <p:spPr>
              <a:xfrm>
                <a:off x="918755" y="1454128"/>
                <a:ext cx="3495957" cy="436210"/>
              </a:xfrm>
              <a:prstGeom prst="rect">
                <a:avLst/>
              </a:prstGeom>
              <a:blipFill>
                <a:blip r:embed="rId4"/>
                <a:stretch>
                  <a:fillRect l="-4538" t="-5634" r="-698" b="-18310"/>
                </a:stretch>
              </a:blipFill>
            </p:spPr>
            <p:txBody>
              <a:bodyPr/>
              <a:lstStyle/>
              <a:p>
                <a:r>
                  <a:rPr lang="ko-KR" altLang="en-US">
                    <a:noFill/>
                  </a:rPr>
                  <a:t> </a:t>
                </a:r>
              </a:p>
            </p:txBody>
          </p:sp>
        </mc:Fallback>
      </mc:AlternateContent>
      <p:sp>
        <p:nvSpPr>
          <p:cNvPr id="9" name="원호 8">
            <a:extLst>
              <a:ext uri="{FF2B5EF4-FFF2-40B4-BE49-F238E27FC236}">
                <a16:creationId xmlns:a16="http://schemas.microsoft.com/office/drawing/2014/main" id="{2460E244-3D94-0EEA-D2DE-B8E2F7C201E2}"/>
              </a:ext>
            </a:extLst>
          </p:cNvPr>
          <p:cNvSpPr/>
          <p:nvPr/>
        </p:nvSpPr>
        <p:spPr>
          <a:xfrm>
            <a:off x="2121408" y="3282658"/>
            <a:ext cx="759418" cy="795566"/>
          </a:xfrm>
          <a:prstGeom prst="arc">
            <a:avLst>
              <a:gd name="adj1" fmla="val 18770721"/>
              <a:gd name="adj2" fmla="val 6105386"/>
            </a:avLst>
          </a:prstGeom>
          <a:ln w="9525">
            <a:solidFill>
              <a:srgbClr val="C00000"/>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mc:AlternateContent xmlns:mc="http://schemas.openxmlformats.org/markup-compatibility/2006" xmlns:a14="http://schemas.microsoft.com/office/drawing/2010/main">
        <mc:Choice Requires="a14">
          <p:sp>
            <p:nvSpPr>
              <p:cNvPr id="11" name="직사각형 10">
                <a:extLst>
                  <a:ext uri="{FF2B5EF4-FFF2-40B4-BE49-F238E27FC236}">
                    <a16:creationId xmlns:a16="http://schemas.microsoft.com/office/drawing/2014/main" id="{DDE4DE1E-8DBA-8826-F1AF-146AEF90397A}"/>
                  </a:ext>
                </a:extLst>
              </p:cNvPr>
              <p:cNvSpPr/>
              <p:nvPr/>
            </p:nvSpPr>
            <p:spPr>
              <a:xfrm>
                <a:off x="2847062" y="3429000"/>
                <a:ext cx="1813124" cy="40857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ko-KR" sz="1200" i="1" smtClean="0">
                          <a:solidFill>
                            <a:srgbClr val="C00000"/>
                          </a:solidFill>
                          <a:latin typeface="Cambria Math" panose="02040503050406030204" pitchFamily="18" charset="0"/>
                        </a:rPr>
                        <m:t> </m:t>
                      </m:r>
                      <m:r>
                        <a:rPr lang="en-US" altLang="ko-KR" sz="1200" i="1" smtClean="0">
                          <a:solidFill>
                            <a:srgbClr val="C00000"/>
                          </a:solidFill>
                          <a:latin typeface="Cambria Math" panose="02040503050406030204" pitchFamily="18" charset="0"/>
                        </a:rPr>
                        <m:t>𝑠𝑖𝑛𝑐𝑒</m:t>
                      </m:r>
                      <m:r>
                        <a:rPr lang="en-US" altLang="ko-KR" sz="1200" b="0" i="1" smtClean="0">
                          <a:solidFill>
                            <a:srgbClr val="C00000"/>
                          </a:solidFill>
                          <a:latin typeface="Cambria Math" panose="02040503050406030204" pitchFamily="18" charset="0"/>
                        </a:rPr>
                        <m:t> </m:t>
                      </m:r>
                      <m:func>
                        <m:funcPr>
                          <m:ctrlPr>
                            <a:rPr lang="en-US" altLang="ko-KR" sz="1200" b="0" i="1" smtClean="0">
                              <a:solidFill>
                                <a:schemeClr val="tx1"/>
                              </a:solidFill>
                              <a:latin typeface="Cambria Math" panose="02040503050406030204" pitchFamily="18" charset="0"/>
                            </a:rPr>
                          </m:ctrlPr>
                        </m:funcPr>
                        <m:fName>
                          <m:r>
                            <a:rPr lang="en-US" altLang="ko-KR" sz="1200" b="0" i="1" smtClean="0">
                              <a:solidFill>
                                <a:schemeClr val="tx1"/>
                              </a:solidFill>
                              <a:latin typeface="Cambria Math" panose="02040503050406030204" pitchFamily="18" charset="0"/>
                            </a:rPr>
                            <m:t>𝑙𝑛</m:t>
                          </m:r>
                        </m:fName>
                        <m:e>
                          <m:f>
                            <m:fPr>
                              <m:ctrlPr>
                                <a:rPr lang="en-US" altLang="ko-KR" sz="1200" b="0" i="1" smtClean="0">
                                  <a:solidFill>
                                    <a:schemeClr val="tx1"/>
                                  </a:solidFill>
                                  <a:latin typeface="Cambria Math" panose="02040503050406030204" pitchFamily="18" charset="0"/>
                                </a:rPr>
                              </m:ctrlPr>
                            </m:fPr>
                            <m:num>
                              <m:r>
                                <a:rPr lang="en-US" altLang="ko-KR" sz="1200" b="0" i="1" smtClean="0">
                                  <a:solidFill>
                                    <a:schemeClr val="tx1"/>
                                  </a:solidFill>
                                  <a:latin typeface="Cambria Math" panose="02040503050406030204" pitchFamily="18" charset="0"/>
                                </a:rPr>
                                <m:t>𝑎</m:t>
                              </m:r>
                            </m:num>
                            <m:den>
                              <m:r>
                                <a:rPr lang="en-US" altLang="ko-KR" sz="1200" b="0" i="1" smtClean="0">
                                  <a:solidFill>
                                    <a:schemeClr val="tx1"/>
                                  </a:solidFill>
                                  <a:latin typeface="Cambria Math" panose="02040503050406030204" pitchFamily="18" charset="0"/>
                                </a:rPr>
                                <m:t>𝑏</m:t>
                              </m:r>
                            </m:den>
                          </m:f>
                        </m:e>
                      </m:func>
                      <m:r>
                        <a:rPr lang="en-US" altLang="ko-KR" sz="1200" i="1">
                          <a:solidFill>
                            <a:schemeClr val="tx1"/>
                          </a:solidFill>
                          <a:latin typeface="Cambria Math" panose="02040503050406030204" pitchFamily="18" charset="0"/>
                        </a:rPr>
                        <m:t>=</m:t>
                      </m:r>
                      <m:func>
                        <m:funcPr>
                          <m:ctrlPr>
                            <a:rPr lang="en-US" altLang="ko-KR" sz="1200" i="1" smtClean="0">
                              <a:solidFill>
                                <a:schemeClr val="tx1"/>
                              </a:solidFill>
                              <a:latin typeface="Cambria Math" panose="02040503050406030204" pitchFamily="18" charset="0"/>
                            </a:rPr>
                          </m:ctrlPr>
                        </m:funcPr>
                        <m:fName>
                          <m:r>
                            <a:rPr lang="en-US" altLang="ko-KR" sz="1200" i="1" smtClean="0">
                              <a:solidFill>
                                <a:schemeClr val="tx1"/>
                              </a:solidFill>
                              <a:latin typeface="Cambria Math" panose="02040503050406030204" pitchFamily="18" charset="0"/>
                            </a:rPr>
                            <m:t>𝑙𝑛</m:t>
                          </m:r>
                        </m:fName>
                        <m:e>
                          <m:r>
                            <a:rPr lang="en-US" altLang="ko-KR" sz="1200" b="0" i="1" smtClean="0">
                              <a:solidFill>
                                <a:schemeClr val="tx1"/>
                              </a:solidFill>
                              <a:latin typeface="Cambria Math" panose="02040503050406030204" pitchFamily="18" charset="0"/>
                            </a:rPr>
                            <m:t>𝑎</m:t>
                          </m:r>
                        </m:e>
                      </m:func>
                      <m:r>
                        <a:rPr lang="en-US" altLang="ko-KR" sz="1200" b="0" i="1" smtClean="0">
                          <a:solidFill>
                            <a:schemeClr val="tx1"/>
                          </a:solidFill>
                          <a:latin typeface="Cambria Math" panose="02040503050406030204" pitchFamily="18" charset="0"/>
                        </a:rPr>
                        <m:t>−</m:t>
                      </m:r>
                      <m:func>
                        <m:funcPr>
                          <m:ctrlPr>
                            <a:rPr lang="en-US" altLang="ko-KR" sz="1200" i="1">
                              <a:latin typeface="Cambria Math" panose="02040503050406030204" pitchFamily="18" charset="0"/>
                            </a:rPr>
                          </m:ctrlPr>
                        </m:funcPr>
                        <m:fName>
                          <m:r>
                            <a:rPr lang="en-US" altLang="ko-KR" sz="1200" i="1">
                              <a:latin typeface="Cambria Math" panose="02040503050406030204" pitchFamily="18" charset="0"/>
                            </a:rPr>
                            <m:t>𝑙𝑛</m:t>
                          </m:r>
                        </m:fName>
                        <m:e>
                          <m:r>
                            <a:rPr lang="en-US" altLang="ko-KR" sz="1200" b="0" i="1" smtClean="0">
                              <a:latin typeface="Cambria Math" panose="02040503050406030204" pitchFamily="18" charset="0"/>
                            </a:rPr>
                            <m:t>𝑏</m:t>
                          </m:r>
                        </m:e>
                      </m:func>
                    </m:oMath>
                  </m:oMathPara>
                </a14:m>
                <a:endParaRPr lang="ko-KR" altLang="en-US" sz="1200" i="1" dirty="0">
                  <a:solidFill>
                    <a:schemeClr val="tx1"/>
                  </a:solidFill>
                </a:endParaRPr>
              </a:p>
            </p:txBody>
          </p:sp>
        </mc:Choice>
        <mc:Fallback xmlns="">
          <p:sp>
            <p:nvSpPr>
              <p:cNvPr id="11" name="직사각형 10">
                <a:extLst>
                  <a:ext uri="{FF2B5EF4-FFF2-40B4-BE49-F238E27FC236}">
                    <a16:creationId xmlns:a16="http://schemas.microsoft.com/office/drawing/2014/main" id="{DDE4DE1E-8DBA-8826-F1AF-146AEF90397A}"/>
                  </a:ext>
                </a:extLst>
              </p:cNvPr>
              <p:cNvSpPr>
                <a:spLocks noRot="1" noChangeAspect="1" noMove="1" noResize="1" noEditPoints="1" noAdjustHandles="1" noChangeArrowheads="1" noChangeShapeType="1" noTextEdit="1"/>
              </p:cNvSpPr>
              <p:nvPr/>
            </p:nvSpPr>
            <p:spPr>
              <a:xfrm>
                <a:off x="2847062" y="3429000"/>
                <a:ext cx="1813124" cy="408573"/>
              </a:xfrm>
              <a:prstGeom prst="rect">
                <a:avLst/>
              </a:prstGeom>
              <a:blipFill>
                <a:blip r:embed="rId5"/>
                <a:stretch>
                  <a:fillRect/>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84003465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mc:AlternateContent xmlns:mc="http://schemas.openxmlformats.org/markup-compatibility/2006" xmlns:a14="http://schemas.microsoft.com/office/drawing/2010/main">
        <mc:Choice Requires="a14">
          <p:graphicFrame>
            <p:nvGraphicFramePr>
              <p:cNvPr id="10" name="표 9"/>
              <p:cNvGraphicFramePr>
                <a:graphicFrameLocks noGrp="1"/>
              </p:cNvGraphicFramePr>
              <p:nvPr>
                <p:extLst>
                  <p:ext uri="{D42A27DB-BD31-4B8C-83A1-F6EECF244321}">
                    <p14:modId xmlns:p14="http://schemas.microsoft.com/office/powerpoint/2010/main" val="2964008598"/>
                  </p:ext>
                </p:extLst>
              </p:nvPr>
            </p:nvGraphicFramePr>
            <p:xfrm>
              <a:off x="930342" y="2531450"/>
              <a:ext cx="6019098" cy="3681032"/>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41513">
                    <a:tc>
                      <a:txBody>
                        <a:bodyPr/>
                        <a:lstStyle/>
                        <a:p>
                          <a:pPr algn="l" latinLnBrk="1"/>
                          <a14:m>
                            <m:oMathPara xmlns:m="http://schemas.openxmlformats.org/officeDocument/2006/math">
                              <m:oMathParaPr>
                                <m:jc m:val="left"/>
                              </m:oMathParaPr>
                              <m:oMath xmlns:m="http://schemas.openxmlformats.org/officeDocument/2006/math">
                                <m:sSup>
                                  <m:sSupPr>
                                    <m:ctrlPr>
                                      <a:rPr lang="en-US" altLang="ko-KR" sz="1400" i="1" smtClean="0">
                                        <a:latin typeface="Cambria Math" panose="02040503050406030204" pitchFamily="18" charset="0"/>
                                      </a:rPr>
                                    </m:ctrlPr>
                                  </m:sSupPr>
                                  <m:e>
                                    <m:r>
                                      <a:rPr lang="en-US" altLang="ko-KR" sz="1400">
                                        <a:latin typeface="Cambria Math" panose="02040503050406030204" pitchFamily="18" charset="0"/>
                                      </a:rPr>
                                      <m:t>𝑓</m:t>
                                    </m:r>
                                  </m:e>
                                  <m:sup>
                                    <m:r>
                                      <a:rPr lang="en-US" altLang="ko-KR" sz="1400">
                                        <a:latin typeface="Cambria Math" panose="02040503050406030204" pitchFamily="18" charset="0"/>
                                      </a:rPr>
                                      <m:t>′</m:t>
                                    </m:r>
                                  </m:sup>
                                </m:sSup>
                                <m:d>
                                  <m:dPr>
                                    <m:ctrlPr>
                                      <a:rPr lang="en-US" altLang="ko-KR" sz="1400" i="1">
                                        <a:latin typeface="Cambria Math" panose="02040503050406030204" pitchFamily="18" charset="0"/>
                                      </a:rPr>
                                    </m:ctrlPr>
                                  </m:dPr>
                                  <m:e>
                                    <m:r>
                                      <a:rPr lang="en-US" altLang="ko-KR" sz="1400">
                                        <a:latin typeface="Cambria Math" panose="02040503050406030204" pitchFamily="18" charset="0"/>
                                      </a:rPr>
                                      <m:t>𝑥</m:t>
                                    </m:r>
                                  </m:e>
                                </m:d>
                                <m:r>
                                  <a:rPr lang="en-US" altLang="ko-KR" sz="1400">
                                    <a:latin typeface="Cambria Math" panose="02040503050406030204" pitchFamily="18" charset="0"/>
                                  </a:rPr>
                                  <m:t>=</m:t>
                                </m:r>
                                <m:func>
                                  <m:funcPr>
                                    <m:ctrlPr>
                                      <a:rPr lang="en-US" altLang="ko-KR" sz="1400" i="1" smtClean="0">
                                        <a:latin typeface="Cambria Math" panose="02040503050406030204" pitchFamily="18" charset="0"/>
                                      </a:rPr>
                                    </m:ctrlPr>
                                  </m:funcPr>
                                  <m:fName>
                                    <m:limLow>
                                      <m:limLowPr>
                                        <m:ctrlPr>
                                          <a:rPr lang="en-US" altLang="ko-KR" sz="1400" i="1" smtClean="0">
                                            <a:latin typeface="Cambria Math" panose="02040503050406030204" pitchFamily="18" charset="0"/>
                                          </a:rPr>
                                        </m:ctrlPr>
                                      </m:limLowPr>
                                      <m:e>
                                        <m:r>
                                          <a:rPr lang="en-US" altLang="ko-KR" sz="1400" smtClean="0">
                                            <a:latin typeface="Cambria Math" panose="02040503050406030204" pitchFamily="18" charset="0"/>
                                          </a:rPr>
                                          <m:t>𝑙𝑖𝑚</m:t>
                                        </m:r>
                                      </m:e>
                                      <m:lim>
                                        <m:r>
                                          <a:rPr lang="en-US" altLang="ko-KR" sz="1400" smtClean="0">
                                            <a:latin typeface="Cambria Math" panose="02040503050406030204" pitchFamily="18" charset="0"/>
                                          </a:rPr>
                                          <m:t>h</m:t>
                                        </m:r>
                                        <m:r>
                                          <a:rPr lang="en-US" altLang="ko-KR" sz="1400" smtClean="0">
                                            <a:latin typeface="Cambria Math" panose="02040503050406030204" pitchFamily="18" charset="0"/>
                                          </a:rPr>
                                          <m:t>→0</m:t>
                                        </m:r>
                                      </m:lim>
                                    </m:limLow>
                                  </m:fName>
                                  <m:e>
                                    <m:f>
                                      <m:fPr>
                                        <m:ctrlPr>
                                          <a:rPr lang="en-US" altLang="ko-KR" sz="1400" i="1" smtClean="0">
                                            <a:latin typeface="Cambria Math" panose="02040503050406030204" pitchFamily="18" charset="0"/>
                                          </a:rPr>
                                        </m:ctrlPr>
                                      </m:fPr>
                                      <m:num>
                                        <m:r>
                                          <a:rPr lang="en-US" altLang="ko-KR" sz="1400" smtClean="0">
                                            <a:latin typeface="Cambria Math" panose="02040503050406030204" pitchFamily="18" charset="0"/>
                                          </a:rPr>
                                          <m:t>𝑓</m:t>
                                        </m:r>
                                        <m:d>
                                          <m:dPr>
                                            <m:ctrlPr>
                                              <a:rPr lang="en-US" altLang="ko-KR" sz="1400" i="1" smtClean="0">
                                                <a:latin typeface="Cambria Math" panose="02040503050406030204" pitchFamily="18" charset="0"/>
                                              </a:rPr>
                                            </m:ctrlPr>
                                          </m:dPr>
                                          <m:e>
                                            <m:r>
                                              <a:rPr lang="en-US" altLang="ko-KR" sz="1400" smtClean="0">
                                                <a:latin typeface="Cambria Math" panose="02040503050406030204" pitchFamily="18" charset="0"/>
                                              </a:rPr>
                                              <m:t>𝑥</m:t>
                                            </m:r>
                                            <m:r>
                                              <a:rPr lang="en-US" altLang="ko-KR" sz="1400" smtClean="0">
                                                <a:latin typeface="Cambria Math" panose="02040503050406030204" pitchFamily="18" charset="0"/>
                                              </a:rPr>
                                              <m:t>+</m:t>
                                            </m:r>
                                            <m:r>
                                              <a:rPr lang="en-US" altLang="ko-KR" sz="1400" smtClean="0">
                                                <a:latin typeface="Cambria Math" panose="02040503050406030204" pitchFamily="18" charset="0"/>
                                              </a:rPr>
                                              <m:t>h</m:t>
                                            </m:r>
                                          </m:e>
                                        </m:d>
                                        <m:r>
                                          <a:rPr lang="en-US" altLang="ko-KR" sz="1400" smtClean="0">
                                            <a:latin typeface="Cambria Math" panose="02040503050406030204" pitchFamily="18" charset="0"/>
                                          </a:rPr>
                                          <m:t>−</m:t>
                                        </m:r>
                                        <m:r>
                                          <a:rPr lang="en-US" altLang="ko-KR" sz="1400" smtClean="0">
                                            <a:latin typeface="Cambria Math" panose="02040503050406030204" pitchFamily="18" charset="0"/>
                                          </a:rPr>
                                          <m:t>𝑓</m:t>
                                        </m:r>
                                        <m:r>
                                          <a:rPr lang="en-US" altLang="ko-KR" sz="1400" smtClean="0">
                                            <a:latin typeface="Cambria Math" panose="02040503050406030204" pitchFamily="18" charset="0"/>
                                          </a:rPr>
                                          <m:t>(</m:t>
                                        </m:r>
                                        <m:r>
                                          <a:rPr lang="en-US" altLang="ko-KR" sz="1400" smtClean="0">
                                            <a:latin typeface="Cambria Math" panose="02040503050406030204" pitchFamily="18" charset="0"/>
                                          </a:rPr>
                                          <m:t>𝑥</m:t>
                                        </m:r>
                                        <m:r>
                                          <a:rPr lang="en-US" altLang="ko-KR" sz="1400" smtClean="0">
                                            <a:latin typeface="Cambria Math" panose="02040503050406030204" pitchFamily="18" charset="0"/>
                                          </a:rPr>
                                          <m:t>)</m:t>
                                        </m:r>
                                      </m:num>
                                      <m:den>
                                        <m:r>
                                          <a:rPr lang="en-US" altLang="ko-KR" sz="1400" smtClean="0">
                                            <a:latin typeface="Cambria Math" panose="02040503050406030204" pitchFamily="18" charset="0"/>
                                          </a:rPr>
                                          <m:t>h</m:t>
                                        </m:r>
                                      </m:den>
                                    </m:f>
                                  </m:e>
                                </m:func>
                              </m:oMath>
                            </m:oMathPara>
                          </a14:m>
                          <a:endParaRPr lang="ko-KR" altLang="en-US" sz="1400" i="1" dirty="0"/>
                        </a:p>
                      </a:txBody>
                      <a:tcPr/>
                    </a:tc>
                    <a:extLst>
                      <a:ext uri="{0D108BD9-81ED-4DB2-BD59-A6C34878D82A}">
                        <a16:rowId xmlns:a16="http://schemas.microsoft.com/office/drawing/2014/main" val="1349850590"/>
                      </a:ext>
                    </a:extLst>
                  </a:tr>
                  <a:tr h="641513">
                    <a:tc>
                      <a:txBody>
                        <a:bodyPr/>
                        <a:lstStyle/>
                        <a:p>
                          <a:pPr algn="l" latinLnBrk="1"/>
                          <a14:m>
                            <m:oMathPara xmlns:m="http://schemas.openxmlformats.org/officeDocument/2006/math">
                              <m:oMathParaPr>
                                <m:jc m:val="left"/>
                              </m:oMathParaPr>
                              <m:oMath xmlns:m="http://schemas.openxmlformats.org/officeDocument/2006/math">
                                <m:r>
                                  <a:rPr lang="en-US" altLang="ko-KR" sz="1400" smtClean="0">
                                    <a:latin typeface="Cambria Math" panose="02040503050406030204" pitchFamily="18" charset="0"/>
                                  </a:rPr>
                                  <m:t>=</m:t>
                                </m:r>
                                <m:func>
                                  <m:funcPr>
                                    <m:ctrlPr>
                                      <a:rPr lang="en-US" altLang="ko-KR" sz="1400" i="1" smtClean="0">
                                        <a:latin typeface="Cambria Math" panose="02040503050406030204" pitchFamily="18" charset="0"/>
                                      </a:rPr>
                                    </m:ctrlPr>
                                  </m:funcPr>
                                  <m:fName>
                                    <m:limLow>
                                      <m:limLowPr>
                                        <m:ctrlPr>
                                          <a:rPr lang="en-US" altLang="ko-KR" sz="1400" i="1" smtClean="0">
                                            <a:latin typeface="Cambria Math" panose="02040503050406030204" pitchFamily="18" charset="0"/>
                                          </a:rPr>
                                        </m:ctrlPr>
                                      </m:limLowPr>
                                      <m:e>
                                        <m:r>
                                          <a:rPr lang="en-US" altLang="ko-KR" sz="1400" smtClean="0">
                                            <a:latin typeface="Cambria Math" panose="02040503050406030204" pitchFamily="18" charset="0"/>
                                          </a:rPr>
                                          <m:t>𝑙𝑖𝑚</m:t>
                                        </m:r>
                                      </m:e>
                                      <m:lim>
                                        <m:r>
                                          <a:rPr lang="en-US" altLang="ko-KR" sz="1400" smtClean="0">
                                            <a:latin typeface="Cambria Math" panose="02040503050406030204" pitchFamily="18" charset="0"/>
                                          </a:rPr>
                                          <m:t>h</m:t>
                                        </m:r>
                                        <m:r>
                                          <a:rPr lang="en-US" altLang="ko-KR" sz="1400" smtClean="0">
                                            <a:latin typeface="Cambria Math" panose="02040503050406030204" pitchFamily="18" charset="0"/>
                                          </a:rPr>
                                          <m:t>→0</m:t>
                                        </m:r>
                                      </m:lim>
                                    </m:limLow>
                                  </m:fName>
                                  <m:e>
                                    <m:f>
                                      <m:fPr>
                                        <m:ctrlPr>
                                          <a:rPr lang="en-US" altLang="ko-KR" sz="1400" i="1" smtClean="0">
                                            <a:latin typeface="Cambria Math" panose="02040503050406030204" pitchFamily="18" charset="0"/>
                                          </a:rPr>
                                        </m:ctrlPr>
                                      </m:fPr>
                                      <m:num>
                                        <m:func>
                                          <m:funcPr>
                                            <m:ctrlPr>
                                              <a:rPr lang="en-US" altLang="ko-KR" sz="1400" i="1" smtClean="0">
                                                <a:latin typeface="Cambria Math" panose="02040503050406030204" pitchFamily="18" charset="0"/>
                                              </a:rPr>
                                            </m:ctrlPr>
                                          </m:funcPr>
                                          <m:fName>
                                            <m:r>
                                              <a:rPr lang="en-US" altLang="ko-KR" sz="1400" smtClean="0">
                                                <a:latin typeface="Cambria Math" panose="02040503050406030204" pitchFamily="18" charset="0"/>
                                              </a:rPr>
                                              <m:t>𝑙𝑛</m:t>
                                            </m:r>
                                          </m:fName>
                                          <m:e>
                                            <m:d>
                                              <m:dPr>
                                                <m:ctrlPr>
                                                  <a:rPr lang="en-US" altLang="ko-KR" sz="1400" i="1" smtClean="0">
                                                    <a:latin typeface="Cambria Math" panose="02040503050406030204" pitchFamily="18" charset="0"/>
                                                  </a:rPr>
                                                </m:ctrlPr>
                                              </m:dPr>
                                              <m:e>
                                                <m:r>
                                                  <a:rPr lang="en-US" altLang="ko-KR" sz="1400" smtClean="0">
                                                    <a:latin typeface="Cambria Math" panose="02040503050406030204" pitchFamily="18" charset="0"/>
                                                  </a:rPr>
                                                  <m:t>𝑥</m:t>
                                                </m:r>
                                                <m:r>
                                                  <a:rPr lang="en-US" altLang="ko-KR" sz="1400" smtClean="0">
                                                    <a:latin typeface="Cambria Math" panose="02040503050406030204" pitchFamily="18" charset="0"/>
                                                  </a:rPr>
                                                  <m:t>+</m:t>
                                                </m:r>
                                                <m:r>
                                                  <a:rPr lang="en-US" altLang="ko-KR" sz="1400" smtClean="0">
                                                    <a:latin typeface="Cambria Math" panose="02040503050406030204" pitchFamily="18" charset="0"/>
                                                  </a:rPr>
                                                  <m:t>h</m:t>
                                                </m:r>
                                              </m:e>
                                            </m:d>
                                          </m:e>
                                        </m:func>
                                        <m:r>
                                          <a:rPr lang="en-US" altLang="ko-KR" sz="1400" smtClean="0">
                                            <a:latin typeface="Cambria Math" panose="02040503050406030204" pitchFamily="18" charset="0"/>
                                          </a:rPr>
                                          <m:t>−</m:t>
                                        </m:r>
                                        <m:func>
                                          <m:funcPr>
                                            <m:ctrlPr>
                                              <a:rPr lang="en-US" altLang="ko-KR" sz="1400" i="1" smtClean="0">
                                                <a:latin typeface="Cambria Math" panose="02040503050406030204" pitchFamily="18" charset="0"/>
                                              </a:rPr>
                                            </m:ctrlPr>
                                          </m:funcPr>
                                          <m:fName>
                                            <m:r>
                                              <a:rPr lang="en-US" altLang="ko-KR" sz="1400" smtClean="0">
                                                <a:latin typeface="Cambria Math" panose="02040503050406030204" pitchFamily="18" charset="0"/>
                                              </a:rPr>
                                              <m:t>𝑙𝑛</m:t>
                                            </m:r>
                                          </m:fName>
                                          <m:e>
                                            <m:r>
                                              <a:rPr lang="en-US" altLang="ko-KR" sz="1400" b="0" smtClean="0">
                                                <a:latin typeface="Cambria Math" panose="02040503050406030204" pitchFamily="18" charset="0"/>
                                              </a:rPr>
                                              <m:t>𝑥</m:t>
                                            </m:r>
                                          </m:e>
                                        </m:func>
                                      </m:num>
                                      <m:den>
                                        <m:r>
                                          <a:rPr lang="en-US" altLang="ko-KR" sz="1400" smtClean="0">
                                            <a:latin typeface="Cambria Math" panose="02040503050406030204" pitchFamily="18" charset="0"/>
                                          </a:rPr>
                                          <m:t>h</m:t>
                                        </m:r>
                                      </m:den>
                                    </m:f>
                                  </m:e>
                                </m:func>
                              </m:oMath>
                            </m:oMathPara>
                          </a14:m>
                          <a:endParaRPr lang="ko-KR" altLang="en-US" sz="1400" dirty="0"/>
                        </a:p>
                      </a:txBody>
                      <a:tcPr/>
                    </a:tc>
                    <a:extLst>
                      <a:ext uri="{0D108BD9-81ED-4DB2-BD59-A6C34878D82A}">
                        <a16:rowId xmlns:a16="http://schemas.microsoft.com/office/drawing/2014/main" val="450883624"/>
                      </a:ext>
                    </a:extLst>
                  </a:tr>
                  <a:tr h="6112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altLang="ko-KR" sz="1400" smtClean="0">
                                    <a:latin typeface="Cambria Math" panose="02040503050406030204" pitchFamily="18" charset="0"/>
                                  </a:rPr>
                                  <m:t>=</m:t>
                                </m:r>
                                <m:func>
                                  <m:funcPr>
                                    <m:ctrlPr>
                                      <a:rPr lang="en-US" altLang="ko-KR" sz="1400" i="1" smtClean="0">
                                        <a:latin typeface="Cambria Math" panose="02040503050406030204" pitchFamily="18" charset="0"/>
                                      </a:rPr>
                                    </m:ctrlPr>
                                  </m:funcPr>
                                  <m:fName>
                                    <m:limLow>
                                      <m:limLowPr>
                                        <m:ctrlPr>
                                          <a:rPr lang="en-US" altLang="ko-KR" sz="1400" i="1" smtClean="0">
                                            <a:latin typeface="Cambria Math" panose="02040503050406030204" pitchFamily="18" charset="0"/>
                                          </a:rPr>
                                        </m:ctrlPr>
                                      </m:limLowPr>
                                      <m:e>
                                        <m:r>
                                          <a:rPr lang="en-US" altLang="ko-KR" sz="1400" smtClean="0">
                                            <a:latin typeface="Cambria Math" panose="02040503050406030204" pitchFamily="18" charset="0"/>
                                          </a:rPr>
                                          <m:t>𝑙𝑖𝑚</m:t>
                                        </m:r>
                                      </m:e>
                                      <m:lim>
                                        <m:r>
                                          <a:rPr lang="en-US" altLang="ko-KR" sz="1400" smtClean="0">
                                            <a:latin typeface="Cambria Math" panose="02040503050406030204" pitchFamily="18" charset="0"/>
                                          </a:rPr>
                                          <m:t>h</m:t>
                                        </m:r>
                                        <m:r>
                                          <a:rPr lang="en-US" altLang="ko-KR" sz="1400" smtClean="0">
                                            <a:latin typeface="Cambria Math" panose="02040503050406030204" pitchFamily="18" charset="0"/>
                                          </a:rPr>
                                          <m:t>→0</m:t>
                                        </m:r>
                                      </m:lim>
                                    </m:limLow>
                                  </m:fName>
                                  <m:e>
                                    <m:f>
                                      <m:fPr>
                                        <m:ctrlPr>
                                          <a:rPr lang="en-US" altLang="ko-KR" sz="1400" i="1" smtClean="0">
                                            <a:latin typeface="Cambria Math" panose="02040503050406030204" pitchFamily="18" charset="0"/>
                                          </a:rPr>
                                        </m:ctrlPr>
                                      </m:fPr>
                                      <m:num>
                                        <m:r>
                                          <a:rPr lang="en-US" altLang="ko-KR" sz="1400" b="0" smtClean="0">
                                            <a:latin typeface="Cambria Math" panose="02040503050406030204" pitchFamily="18" charset="0"/>
                                          </a:rPr>
                                          <m:t>1</m:t>
                                        </m:r>
                                      </m:num>
                                      <m:den>
                                        <m:r>
                                          <a:rPr lang="en-US" altLang="ko-KR" sz="1400" smtClean="0">
                                            <a:latin typeface="Cambria Math" panose="02040503050406030204" pitchFamily="18" charset="0"/>
                                          </a:rPr>
                                          <m:t>h</m:t>
                                        </m:r>
                                      </m:den>
                                    </m:f>
                                    <m:r>
                                      <a:rPr lang="en-US" altLang="ko-KR" sz="1400" smtClean="0">
                                        <a:latin typeface="Cambria Math" panose="02040503050406030204" pitchFamily="18" charset="0"/>
                                      </a:rPr>
                                      <m:t>∙</m:t>
                                    </m:r>
                                    <m:func>
                                      <m:funcPr>
                                        <m:ctrlPr>
                                          <a:rPr lang="en-US" altLang="ko-KR" sz="1400" i="1" smtClean="0">
                                            <a:latin typeface="Cambria Math" panose="02040503050406030204" pitchFamily="18" charset="0"/>
                                          </a:rPr>
                                        </m:ctrlPr>
                                      </m:funcPr>
                                      <m:fName>
                                        <m:r>
                                          <a:rPr lang="en-US" altLang="ko-KR" sz="1400" i="1" smtClean="0">
                                            <a:latin typeface="Cambria Math" panose="02040503050406030204" pitchFamily="18" charset="0"/>
                                          </a:rPr>
                                          <m:t>𝑙𝑛</m:t>
                                        </m:r>
                                      </m:fName>
                                      <m:e>
                                        <m:f>
                                          <m:fPr>
                                            <m:ctrlPr>
                                              <a:rPr lang="en-US" altLang="ko-KR" sz="1400" i="1" smtClean="0">
                                                <a:latin typeface="Cambria Math" panose="02040503050406030204" pitchFamily="18" charset="0"/>
                                              </a:rPr>
                                            </m:ctrlPr>
                                          </m:fPr>
                                          <m:num>
                                            <m:r>
                                              <a:rPr lang="en-US" altLang="ko-KR" sz="1400" b="0" i="1" smtClean="0">
                                                <a:latin typeface="Cambria Math" panose="02040503050406030204" pitchFamily="18" charset="0"/>
                                              </a:rPr>
                                              <m:t>𝑥</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h</m:t>
                                            </m:r>
                                          </m:num>
                                          <m:den>
                                            <m:r>
                                              <a:rPr lang="en-US" altLang="ko-KR" sz="1400" b="0" i="1" smtClean="0">
                                                <a:latin typeface="Cambria Math" panose="02040503050406030204" pitchFamily="18" charset="0"/>
                                              </a:rPr>
                                              <m:t>𝑥</m:t>
                                            </m:r>
                                          </m:den>
                                        </m:f>
                                      </m:e>
                                    </m:func>
                                  </m:e>
                                </m:func>
                              </m:oMath>
                            </m:oMathPara>
                          </a14:m>
                          <a:endParaRPr lang="ko-KR" altLang="en-US" sz="1400" dirty="0"/>
                        </a:p>
                      </a:txBody>
                      <a:tcPr/>
                    </a:tc>
                    <a:extLst>
                      <a:ext uri="{0D108BD9-81ED-4DB2-BD59-A6C34878D82A}">
                        <a16:rowId xmlns:a16="http://schemas.microsoft.com/office/drawing/2014/main" val="549591821"/>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altLang="ko-KR" sz="1400" i="1" smtClean="0">
                                    <a:latin typeface="Cambria Math" panose="02040503050406030204" pitchFamily="18" charset="0"/>
                                  </a:rPr>
                                  <m:t>=</m:t>
                                </m:r>
                                <m:func>
                                  <m:funcPr>
                                    <m:ctrlPr>
                                      <a:rPr lang="en-US" altLang="ko-KR" sz="1400" i="1" smtClean="0">
                                        <a:latin typeface="Cambria Math" panose="02040503050406030204" pitchFamily="18" charset="0"/>
                                      </a:rPr>
                                    </m:ctrlPr>
                                  </m:funcPr>
                                  <m:fName>
                                    <m:limLow>
                                      <m:limLowPr>
                                        <m:ctrlPr>
                                          <a:rPr lang="en-US" altLang="ko-KR" sz="1400" i="1" smtClean="0">
                                            <a:latin typeface="Cambria Math" panose="02040503050406030204" pitchFamily="18" charset="0"/>
                                          </a:rPr>
                                        </m:ctrlPr>
                                      </m:limLowPr>
                                      <m:e>
                                        <m:r>
                                          <a:rPr lang="en-US" altLang="ko-KR" sz="1400" i="1" smtClean="0">
                                            <a:latin typeface="Cambria Math" panose="02040503050406030204" pitchFamily="18" charset="0"/>
                                          </a:rPr>
                                          <m:t>𝑙𝑖𝑚</m:t>
                                        </m:r>
                                      </m:e>
                                      <m:lim>
                                        <m:r>
                                          <a:rPr lang="en-US" altLang="ko-KR" sz="1400" i="1" smtClean="0">
                                            <a:latin typeface="Cambria Math" panose="02040503050406030204" pitchFamily="18" charset="0"/>
                                          </a:rPr>
                                          <m:t>h</m:t>
                                        </m:r>
                                        <m:r>
                                          <a:rPr lang="en-US" altLang="ko-KR" sz="1400" i="1" smtClean="0">
                                            <a:latin typeface="Cambria Math" panose="02040503050406030204" pitchFamily="18" charset="0"/>
                                          </a:rPr>
                                          <m:t>→0</m:t>
                                        </m:r>
                                      </m:lim>
                                    </m:limLow>
                                  </m:fName>
                                  <m:e>
                                    <m:func>
                                      <m:funcPr>
                                        <m:ctrlPr>
                                          <a:rPr lang="en-US" altLang="ko-KR" sz="1400" i="1" smtClean="0">
                                            <a:latin typeface="Cambria Math" panose="02040503050406030204" pitchFamily="18" charset="0"/>
                                          </a:rPr>
                                        </m:ctrlPr>
                                      </m:funcPr>
                                      <m:fName>
                                        <m:r>
                                          <a:rPr lang="en-US" altLang="ko-KR" sz="1400" i="1" smtClean="0">
                                            <a:latin typeface="Cambria Math" panose="02040503050406030204" pitchFamily="18" charset="0"/>
                                          </a:rPr>
                                          <m:t>𝑙𝑛</m:t>
                                        </m:r>
                                      </m:fName>
                                      <m:e>
                                        <m:sSup>
                                          <m:sSupPr>
                                            <m:ctrlPr>
                                              <a:rPr lang="en-US" altLang="ko-KR" sz="1400" i="1" smtClean="0">
                                                <a:latin typeface="Cambria Math" panose="02040503050406030204" pitchFamily="18" charset="0"/>
                                              </a:rPr>
                                            </m:ctrlPr>
                                          </m:sSupPr>
                                          <m:e>
                                            <m:d>
                                              <m:dPr>
                                                <m:ctrlPr>
                                                  <a:rPr lang="en-US" altLang="ko-KR" sz="1400" i="1" smtClean="0">
                                                    <a:latin typeface="Cambria Math" panose="02040503050406030204" pitchFamily="18" charset="0"/>
                                                  </a:rPr>
                                                </m:ctrlPr>
                                              </m:dPr>
                                              <m:e>
                                                <m:f>
                                                  <m:fPr>
                                                    <m:ctrlPr>
                                                      <a:rPr lang="en-US" altLang="ko-KR" sz="1400" i="1" smtClean="0">
                                                        <a:latin typeface="Cambria Math" panose="02040503050406030204" pitchFamily="18" charset="0"/>
                                                      </a:rPr>
                                                    </m:ctrlPr>
                                                  </m:fPr>
                                                  <m:num>
                                                    <m:r>
                                                      <a:rPr lang="en-US" altLang="ko-KR" sz="1400" b="0" i="1" smtClean="0">
                                                        <a:latin typeface="Cambria Math" panose="02040503050406030204" pitchFamily="18" charset="0"/>
                                                      </a:rPr>
                                                      <m:t>𝑥</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h</m:t>
                                                    </m:r>
                                                  </m:num>
                                                  <m:den>
                                                    <m:r>
                                                      <a:rPr lang="en-US" altLang="ko-KR" sz="1400" b="0" i="1" smtClean="0">
                                                        <a:latin typeface="Cambria Math" panose="02040503050406030204" pitchFamily="18" charset="0"/>
                                                      </a:rPr>
                                                      <m:t>𝑥</m:t>
                                                    </m:r>
                                                  </m:den>
                                                </m:f>
                                              </m:e>
                                            </m:d>
                                          </m:e>
                                          <m:sup>
                                            <m:f>
                                              <m:fPr>
                                                <m:ctrlPr>
                                                  <a:rPr lang="en-US" altLang="ko-KR" sz="1400" i="1" smtClean="0">
                                                    <a:latin typeface="Cambria Math" panose="02040503050406030204" pitchFamily="18" charset="0"/>
                                                  </a:rPr>
                                                </m:ctrlPr>
                                              </m:fPr>
                                              <m:num>
                                                <m:r>
                                                  <a:rPr lang="en-US" altLang="ko-KR" sz="1400" b="0" i="1" smtClean="0">
                                                    <a:latin typeface="Cambria Math" panose="02040503050406030204" pitchFamily="18" charset="0"/>
                                                  </a:rPr>
                                                  <m:t>1</m:t>
                                                </m:r>
                                              </m:num>
                                              <m:den>
                                                <m:r>
                                                  <a:rPr lang="en-US" altLang="ko-KR" sz="1400" b="0" i="1" smtClean="0">
                                                    <a:latin typeface="Cambria Math" panose="02040503050406030204" pitchFamily="18" charset="0"/>
                                                  </a:rPr>
                                                  <m:t>h</m:t>
                                                </m:r>
                                              </m:den>
                                            </m:f>
                                          </m:sup>
                                        </m:sSup>
                                      </m:e>
                                    </m:func>
                                  </m:e>
                                </m:func>
                              </m:oMath>
                            </m:oMathPara>
                          </a14:m>
                          <a:endParaRPr lang="ko-KR" altLang="en-US" sz="1400" i="1" dirty="0"/>
                        </a:p>
                      </a:txBody>
                      <a:tcPr/>
                    </a:tc>
                    <a:extLst>
                      <a:ext uri="{0D108BD9-81ED-4DB2-BD59-A6C34878D82A}">
                        <a16:rowId xmlns:a16="http://schemas.microsoft.com/office/drawing/2014/main" val="2571924127"/>
                      </a:ext>
                    </a:extLst>
                  </a:tr>
                  <a:tr h="549223">
                    <a:tc>
                      <a:txBody>
                        <a:bodyPr/>
                        <a:lstStyle/>
                        <a:p>
                          <a:pPr algn="l" latinLnBrk="1"/>
                          <a:endParaRPr lang="ko-KR" altLang="en-US" sz="1400" i="1" dirty="0"/>
                        </a:p>
                      </a:txBody>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i="1" dirty="0"/>
                        </a:p>
                      </a:txBody>
                      <a:tcPr/>
                    </a:tc>
                    <a:extLst>
                      <a:ext uri="{0D108BD9-81ED-4DB2-BD59-A6C34878D82A}">
                        <a16:rowId xmlns:a16="http://schemas.microsoft.com/office/drawing/2014/main" val="2333410646"/>
                      </a:ext>
                    </a:extLst>
                  </a:tr>
                </a:tbl>
              </a:graphicData>
            </a:graphic>
          </p:graphicFrame>
        </mc:Choice>
        <mc:Fallback xmlns="">
          <p:graphicFrame>
            <p:nvGraphicFramePr>
              <p:cNvPr id="10" name="표 9"/>
              <p:cNvGraphicFramePr>
                <a:graphicFrameLocks noGrp="1"/>
              </p:cNvGraphicFramePr>
              <p:nvPr>
                <p:extLst>
                  <p:ext uri="{D42A27DB-BD31-4B8C-83A1-F6EECF244321}">
                    <p14:modId xmlns:p14="http://schemas.microsoft.com/office/powerpoint/2010/main" val="2964008598"/>
                  </p:ext>
                </p:extLst>
              </p:nvPr>
            </p:nvGraphicFramePr>
            <p:xfrm>
              <a:off x="930342" y="2531450"/>
              <a:ext cx="6019098" cy="3681032"/>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41513">
                    <a:tc>
                      <a:txBody>
                        <a:bodyPr/>
                        <a:lstStyle/>
                        <a:p>
                          <a:endParaRPr lang="ko-KR"/>
                        </a:p>
                      </a:txBody>
                      <a:tcPr>
                        <a:blipFill>
                          <a:blip r:embed="rId3"/>
                          <a:stretch>
                            <a:fillRect b="-476190"/>
                          </a:stretch>
                        </a:blipFill>
                      </a:tcPr>
                    </a:tc>
                    <a:extLst>
                      <a:ext uri="{0D108BD9-81ED-4DB2-BD59-A6C34878D82A}">
                        <a16:rowId xmlns:a16="http://schemas.microsoft.com/office/drawing/2014/main" val="1349850590"/>
                      </a:ext>
                    </a:extLst>
                  </a:tr>
                  <a:tr h="641513">
                    <a:tc>
                      <a:txBody>
                        <a:bodyPr/>
                        <a:lstStyle/>
                        <a:p>
                          <a:endParaRPr lang="ko-KR"/>
                        </a:p>
                      </a:txBody>
                      <a:tcPr>
                        <a:blipFill>
                          <a:blip r:embed="rId3"/>
                          <a:stretch>
                            <a:fillRect t="-99057" b="-371698"/>
                          </a:stretch>
                        </a:blipFill>
                      </a:tcPr>
                    </a:tc>
                    <a:extLst>
                      <a:ext uri="{0D108BD9-81ED-4DB2-BD59-A6C34878D82A}">
                        <a16:rowId xmlns:a16="http://schemas.microsoft.com/office/drawing/2014/main" val="450883624"/>
                      </a:ext>
                    </a:extLst>
                  </a:tr>
                  <a:tr h="611220">
                    <a:tc>
                      <a:txBody>
                        <a:bodyPr/>
                        <a:lstStyle/>
                        <a:p>
                          <a:endParaRPr lang="ko-KR"/>
                        </a:p>
                      </a:txBody>
                      <a:tcPr>
                        <a:blipFill>
                          <a:blip r:embed="rId3"/>
                          <a:stretch>
                            <a:fillRect t="-211000" b="-294000"/>
                          </a:stretch>
                        </a:blipFill>
                      </a:tcPr>
                    </a:tc>
                    <a:extLst>
                      <a:ext uri="{0D108BD9-81ED-4DB2-BD59-A6C34878D82A}">
                        <a16:rowId xmlns:a16="http://schemas.microsoft.com/office/drawing/2014/main" val="549591821"/>
                      </a:ext>
                    </a:extLst>
                  </a:tr>
                  <a:tr h="688340">
                    <a:tc>
                      <a:txBody>
                        <a:bodyPr/>
                        <a:lstStyle/>
                        <a:p>
                          <a:endParaRPr lang="ko-KR"/>
                        </a:p>
                      </a:txBody>
                      <a:tcPr>
                        <a:blipFill>
                          <a:blip r:embed="rId3"/>
                          <a:stretch>
                            <a:fillRect t="-275221" b="-160177"/>
                          </a:stretch>
                        </a:blipFill>
                      </a:tcPr>
                    </a:tc>
                    <a:extLst>
                      <a:ext uri="{0D108BD9-81ED-4DB2-BD59-A6C34878D82A}">
                        <a16:rowId xmlns:a16="http://schemas.microsoft.com/office/drawing/2014/main" val="2571924127"/>
                      </a:ext>
                    </a:extLst>
                  </a:tr>
                  <a:tr h="549223">
                    <a:tc>
                      <a:txBody>
                        <a:bodyPr/>
                        <a:lstStyle/>
                        <a:p>
                          <a:pPr algn="l" latinLnBrk="1"/>
                          <a:endParaRPr lang="ko-KR" altLang="en-US" sz="1400" i="1" dirty="0"/>
                        </a:p>
                      </a:txBody>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i="1" dirty="0"/>
                        </a:p>
                      </a:txBody>
                      <a:tcPr/>
                    </a:tc>
                    <a:extLst>
                      <a:ext uri="{0D108BD9-81ED-4DB2-BD59-A6C34878D82A}">
                        <a16:rowId xmlns:a16="http://schemas.microsoft.com/office/drawing/2014/main" val="2333410646"/>
                      </a:ext>
                    </a:extLst>
                  </a:tr>
                </a:tbl>
              </a:graphicData>
            </a:graphic>
          </p:graphicFrame>
        </mc:Fallback>
      </mc:AlternateContent>
      <mc:AlternateContent xmlns:mc="http://schemas.openxmlformats.org/markup-compatibility/2006" xmlns:a14="http://schemas.microsoft.com/office/drawing/2010/main">
        <mc:Choice Requires="a14">
          <p:sp>
            <p:nvSpPr>
              <p:cNvPr id="12" name="TextBox 11"/>
              <p:cNvSpPr txBox="1"/>
              <p:nvPr/>
            </p:nvSpPr>
            <p:spPr>
              <a:xfrm>
                <a:off x="918755" y="1454128"/>
                <a:ext cx="3495957" cy="436210"/>
              </a:xfrm>
              <a:prstGeom prst="rect">
                <a:avLst/>
              </a:prstGeom>
              <a:noFill/>
            </p:spPr>
            <p:txBody>
              <a:bodyPr wrap="none" lIns="0" tIns="0" rIns="0" bIns="0" rtlCol="0">
                <a:spAutoFit/>
              </a:bodyPr>
              <a:lstStyle/>
              <a:p>
                <a:r>
                  <a:rPr lang="ko-KR" altLang="en-US" sz="2000" dirty="0"/>
                  <a:t>⑥</a:t>
                </a:r>
                <a14:m>
                  <m:oMath xmlns:m="http://schemas.openxmlformats.org/officeDocument/2006/math">
                    <m:sSup>
                      <m:sSupPr>
                        <m:ctrlPr>
                          <a:rPr lang="en-US" altLang="ko-KR" sz="2000" i="1">
                            <a:latin typeface="Cambria Math" panose="02040503050406030204" pitchFamily="18" charset="0"/>
                          </a:rPr>
                        </m:ctrlPr>
                      </m:sSupPr>
                      <m:e>
                        <m:r>
                          <a:rPr lang="en-US" altLang="ko-KR" sz="2000" i="1">
                            <a:latin typeface="Cambria Math" panose="02040503050406030204" pitchFamily="18" charset="0"/>
                          </a:rPr>
                          <m:t>𝑓</m:t>
                        </m:r>
                      </m:e>
                      <m:sup>
                        <m:r>
                          <a:rPr lang="en-US" altLang="ko-KR" sz="2000" i="1">
                            <a:latin typeface="Cambria Math" panose="02040503050406030204" pitchFamily="18" charset="0"/>
                          </a:rPr>
                          <m:t>′</m:t>
                        </m:r>
                      </m:sup>
                    </m:sSup>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f>
                      <m:fPr>
                        <m:ctrlPr>
                          <a:rPr lang="en-US" altLang="ko-KR" sz="2000" i="1" smtClean="0">
                            <a:latin typeface="Cambria Math" panose="02040503050406030204" pitchFamily="18" charset="0"/>
                          </a:rPr>
                        </m:ctrlPr>
                      </m:fPr>
                      <m:num>
                        <m:r>
                          <a:rPr lang="en-US" altLang="ko-KR" sz="2000" b="0" i="1" smtClean="0">
                            <a:latin typeface="Cambria Math" panose="02040503050406030204" pitchFamily="18" charset="0"/>
                          </a:rPr>
                          <m:t>1</m:t>
                        </m:r>
                      </m:num>
                      <m:den>
                        <m:r>
                          <a:rPr lang="en-US" altLang="ko-KR" sz="2000" b="0" i="1" smtClean="0">
                            <a:latin typeface="Cambria Math" panose="02040503050406030204" pitchFamily="18" charset="0"/>
                          </a:rPr>
                          <m:t>𝑥</m:t>
                        </m:r>
                      </m:den>
                    </m:f>
                    <m:r>
                      <a:rPr lang="en-US" altLang="ko-KR" sz="2000" i="1">
                        <a:latin typeface="Cambria Math" panose="02040503050406030204" pitchFamily="18" charset="0"/>
                        <a:ea typeface="Cambria Math" panose="02040503050406030204" pitchFamily="18" charset="0"/>
                      </a:rPr>
                      <m:t>,  </m:t>
                    </m:r>
                    <m:r>
                      <a:rPr lang="en-US" altLang="ko-KR" sz="2000" i="1">
                        <a:latin typeface="Cambria Math" panose="02040503050406030204" pitchFamily="18" charset="0"/>
                      </a:rPr>
                      <m:t>𝑔𝑖𝑣𝑒𝑛</m:t>
                    </m:r>
                    <m:r>
                      <a:rPr lang="en-US" altLang="ko-KR" sz="2000" i="1">
                        <a:latin typeface="Cambria Math" panose="02040503050406030204" pitchFamily="18" charset="0"/>
                      </a:rPr>
                      <m:t> </m:t>
                    </m:r>
                    <m:r>
                      <a:rPr lang="en-US" altLang="ko-KR" sz="2000" i="1">
                        <a:latin typeface="Cambria Math" panose="02040503050406030204" pitchFamily="18" charset="0"/>
                      </a:rPr>
                      <m:t>𝑓</m:t>
                    </m:r>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func>
                      <m:funcPr>
                        <m:ctrlPr>
                          <a:rPr lang="en-US" altLang="ko-KR" sz="2000" i="1" smtClean="0">
                            <a:latin typeface="Cambria Math" panose="02040503050406030204" pitchFamily="18" charset="0"/>
                          </a:rPr>
                        </m:ctrlPr>
                      </m:funcPr>
                      <m:fName>
                        <m:r>
                          <a:rPr lang="en-US" altLang="ko-KR" sz="2000" i="1" smtClean="0">
                            <a:latin typeface="Cambria Math" panose="02040503050406030204" pitchFamily="18" charset="0"/>
                          </a:rPr>
                          <m:t>𝑙𝑛</m:t>
                        </m:r>
                      </m:fName>
                      <m:e>
                        <m:r>
                          <a:rPr lang="en-US" altLang="ko-KR" sz="2000" b="0" i="1" smtClean="0">
                            <a:latin typeface="Cambria Math" panose="02040503050406030204" pitchFamily="18" charset="0"/>
                          </a:rPr>
                          <m:t>𝑥</m:t>
                        </m:r>
                      </m:e>
                    </m:func>
                  </m:oMath>
                </a14:m>
                <a:endParaRPr lang="ko-KR" altLang="en-US" sz="2000" i="1" dirty="0"/>
              </a:p>
            </p:txBody>
          </p:sp>
        </mc:Choice>
        <mc:Fallback xmlns="">
          <p:sp>
            <p:nvSpPr>
              <p:cNvPr id="12" name="TextBox 11"/>
              <p:cNvSpPr txBox="1">
                <a:spLocks noRot="1" noChangeAspect="1" noMove="1" noResize="1" noEditPoints="1" noAdjustHandles="1" noChangeArrowheads="1" noChangeShapeType="1" noTextEdit="1"/>
              </p:cNvSpPr>
              <p:nvPr/>
            </p:nvSpPr>
            <p:spPr>
              <a:xfrm>
                <a:off x="918755" y="1454128"/>
                <a:ext cx="3495957" cy="436210"/>
              </a:xfrm>
              <a:prstGeom prst="rect">
                <a:avLst/>
              </a:prstGeom>
              <a:blipFill>
                <a:blip r:embed="rId4"/>
                <a:stretch>
                  <a:fillRect l="-4538" t="-5634" r="-698" b="-18310"/>
                </a:stretch>
              </a:blipFill>
            </p:spPr>
            <p:txBody>
              <a:bodyPr/>
              <a:lstStyle/>
              <a:p>
                <a:r>
                  <a:rPr lang="ko-KR" altLang="en-US">
                    <a:noFill/>
                  </a:rPr>
                  <a:t> </a:t>
                </a:r>
              </a:p>
            </p:txBody>
          </p:sp>
        </mc:Fallback>
      </mc:AlternateContent>
      <p:sp>
        <p:nvSpPr>
          <p:cNvPr id="9" name="원호 8">
            <a:extLst>
              <a:ext uri="{FF2B5EF4-FFF2-40B4-BE49-F238E27FC236}">
                <a16:creationId xmlns:a16="http://schemas.microsoft.com/office/drawing/2014/main" id="{2460E244-3D94-0EEA-D2DE-B8E2F7C201E2}"/>
              </a:ext>
            </a:extLst>
          </p:cNvPr>
          <p:cNvSpPr/>
          <p:nvPr/>
        </p:nvSpPr>
        <p:spPr>
          <a:xfrm>
            <a:off x="2121408" y="3282658"/>
            <a:ext cx="759418" cy="795566"/>
          </a:xfrm>
          <a:prstGeom prst="arc">
            <a:avLst>
              <a:gd name="adj1" fmla="val 18770721"/>
              <a:gd name="adj2" fmla="val 6105386"/>
            </a:avLst>
          </a:prstGeom>
          <a:ln w="9525">
            <a:solidFill>
              <a:srgbClr val="C00000"/>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mc:AlternateContent xmlns:mc="http://schemas.openxmlformats.org/markup-compatibility/2006" xmlns:a14="http://schemas.microsoft.com/office/drawing/2010/main">
        <mc:Choice Requires="a14">
          <p:sp>
            <p:nvSpPr>
              <p:cNvPr id="11" name="직사각형 10">
                <a:extLst>
                  <a:ext uri="{FF2B5EF4-FFF2-40B4-BE49-F238E27FC236}">
                    <a16:creationId xmlns:a16="http://schemas.microsoft.com/office/drawing/2014/main" id="{DDE4DE1E-8DBA-8826-F1AF-146AEF90397A}"/>
                  </a:ext>
                </a:extLst>
              </p:cNvPr>
              <p:cNvSpPr/>
              <p:nvPr/>
            </p:nvSpPr>
            <p:spPr>
              <a:xfrm>
                <a:off x="2847062" y="3429000"/>
                <a:ext cx="1813124" cy="40857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ko-KR" sz="1200" i="1" smtClean="0">
                          <a:solidFill>
                            <a:srgbClr val="C00000"/>
                          </a:solidFill>
                          <a:latin typeface="Cambria Math" panose="02040503050406030204" pitchFamily="18" charset="0"/>
                        </a:rPr>
                        <m:t> </m:t>
                      </m:r>
                      <m:r>
                        <a:rPr lang="en-US" altLang="ko-KR" sz="1200" i="1" smtClean="0">
                          <a:solidFill>
                            <a:srgbClr val="C00000"/>
                          </a:solidFill>
                          <a:latin typeface="Cambria Math" panose="02040503050406030204" pitchFamily="18" charset="0"/>
                        </a:rPr>
                        <m:t>𝑠𝑖𝑛𝑐𝑒</m:t>
                      </m:r>
                      <m:r>
                        <a:rPr lang="en-US" altLang="ko-KR" sz="1200" b="0" i="1" smtClean="0">
                          <a:solidFill>
                            <a:srgbClr val="C00000"/>
                          </a:solidFill>
                          <a:latin typeface="Cambria Math" panose="02040503050406030204" pitchFamily="18" charset="0"/>
                        </a:rPr>
                        <m:t> </m:t>
                      </m:r>
                      <m:func>
                        <m:funcPr>
                          <m:ctrlPr>
                            <a:rPr lang="en-US" altLang="ko-KR" sz="1200" b="0" i="1" smtClean="0">
                              <a:solidFill>
                                <a:schemeClr val="tx1"/>
                              </a:solidFill>
                              <a:latin typeface="Cambria Math" panose="02040503050406030204" pitchFamily="18" charset="0"/>
                            </a:rPr>
                          </m:ctrlPr>
                        </m:funcPr>
                        <m:fName>
                          <m:r>
                            <a:rPr lang="en-US" altLang="ko-KR" sz="1200" b="0" i="1" smtClean="0">
                              <a:solidFill>
                                <a:schemeClr val="tx1"/>
                              </a:solidFill>
                              <a:latin typeface="Cambria Math" panose="02040503050406030204" pitchFamily="18" charset="0"/>
                            </a:rPr>
                            <m:t>𝑙𝑛</m:t>
                          </m:r>
                        </m:fName>
                        <m:e>
                          <m:f>
                            <m:fPr>
                              <m:ctrlPr>
                                <a:rPr lang="en-US" altLang="ko-KR" sz="1200" b="0" i="1" smtClean="0">
                                  <a:solidFill>
                                    <a:schemeClr val="tx1"/>
                                  </a:solidFill>
                                  <a:latin typeface="Cambria Math" panose="02040503050406030204" pitchFamily="18" charset="0"/>
                                </a:rPr>
                              </m:ctrlPr>
                            </m:fPr>
                            <m:num>
                              <m:r>
                                <a:rPr lang="en-US" altLang="ko-KR" sz="1200" b="0" i="1" smtClean="0">
                                  <a:solidFill>
                                    <a:schemeClr val="tx1"/>
                                  </a:solidFill>
                                  <a:latin typeface="Cambria Math" panose="02040503050406030204" pitchFamily="18" charset="0"/>
                                </a:rPr>
                                <m:t>𝑎</m:t>
                              </m:r>
                            </m:num>
                            <m:den>
                              <m:r>
                                <a:rPr lang="en-US" altLang="ko-KR" sz="1200" b="0" i="1" smtClean="0">
                                  <a:solidFill>
                                    <a:schemeClr val="tx1"/>
                                  </a:solidFill>
                                  <a:latin typeface="Cambria Math" panose="02040503050406030204" pitchFamily="18" charset="0"/>
                                </a:rPr>
                                <m:t>𝑏</m:t>
                              </m:r>
                            </m:den>
                          </m:f>
                        </m:e>
                      </m:func>
                      <m:r>
                        <a:rPr lang="en-US" altLang="ko-KR" sz="1200" i="1">
                          <a:solidFill>
                            <a:schemeClr val="tx1"/>
                          </a:solidFill>
                          <a:latin typeface="Cambria Math" panose="02040503050406030204" pitchFamily="18" charset="0"/>
                        </a:rPr>
                        <m:t>=</m:t>
                      </m:r>
                      <m:func>
                        <m:funcPr>
                          <m:ctrlPr>
                            <a:rPr lang="en-US" altLang="ko-KR" sz="1200" i="1" smtClean="0">
                              <a:solidFill>
                                <a:schemeClr val="tx1"/>
                              </a:solidFill>
                              <a:latin typeface="Cambria Math" panose="02040503050406030204" pitchFamily="18" charset="0"/>
                            </a:rPr>
                          </m:ctrlPr>
                        </m:funcPr>
                        <m:fName>
                          <m:r>
                            <a:rPr lang="en-US" altLang="ko-KR" sz="1200" i="1" smtClean="0">
                              <a:solidFill>
                                <a:schemeClr val="tx1"/>
                              </a:solidFill>
                              <a:latin typeface="Cambria Math" panose="02040503050406030204" pitchFamily="18" charset="0"/>
                            </a:rPr>
                            <m:t>𝑙𝑛</m:t>
                          </m:r>
                        </m:fName>
                        <m:e>
                          <m:r>
                            <a:rPr lang="en-US" altLang="ko-KR" sz="1200" b="0" i="1" smtClean="0">
                              <a:solidFill>
                                <a:schemeClr val="tx1"/>
                              </a:solidFill>
                              <a:latin typeface="Cambria Math" panose="02040503050406030204" pitchFamily="18" charset="0"/>
                            </a:rPr>
                            <m:t>𝑎</m:t>
                          </m:r>
                        </m:e>
                      </m:func>
                      <m:r>
                        <a:rPr lang="en-US" altLang="ko-KR" sz="1200" b="0" i="1" smtClean="0">
                          <a:solidFill>
                            <a:schemeClr val="tx1"/>
                          </a:solidFill>
                          <a:latin typeface="Cambria Math" panose="02040503050406030204" pitchFamily="18" charset="0"/>
                        </a:rPr>
                        <m:t>−</m:t>
                      </m:r>
                      <m:func>
                        <m:funcPr>
                          <m:ctrlPr>
                            <a:rPr lang="en-US" altLang="ko-KR" sz="1200" i="1">
                              <a:latin typeface="Cambria Math" panose="02040503050406030204" pitchFamily="18" charset="0"/>
                            </a:rPr>
                          </m:ctrlPr>
                        </m:funcPr>
                        <m:fName>
                          <m:r>
                            <a:rPr lang="en-US" altLang="ko-KR" sz="1200" i="1">
                              <a:latin typeface="Cambria Math" panose="02040503050406030204" pitchFamily="18" charset="0"/>
                            </a:rPr>
                            <m:t>𝑙𝑛</m:t>
                          </m:r>
                        </m:fName>
                        <m:e>
                          <m:r>
                            <a:rPr lang="en-US" altLang="ko-KR" sz="1200" b="0" i="1" smtClean="0">
                              <a:latin typeface="Cambria Math" panose="02040503050406030204" pitchFamily="18" charset="0"/>
                            </a:rPr>
                            <m:t>𝑏</m:t>
                          </m:r>
                        </m:e>
                      </m:func>
                    </m:oMath>
                  </m:oMathPara>
                </a14:m>
                <a:endParaRPr lang="ko-KR" altLang="en-US" sz="1200" i="1" dirty="0">
                  <a:solidFill>
                    <a:schemeClr val="tx1"/>
                  </a:solidFill>
                </a:endParaRPr>
              </a:p>
            </p:txBody>
          </p:sp>
        </mc:Choice>
        <mc:Fallback xmlns="">
          <p:sp>
            <p:nvSpPr>
              <p:cNvPr id="11" name="직사각형 10">
                <a:extLst>
                  <a:ext uri="{FF2B5EF4-FFF2-40B4-BE49-F238E27FC236}">
                    <a16:creationId xmlns:a16="http://schemas.microsoft.com/office/drawing/2014/main" id="{DDE4DE1E-8DBA-8826-F1AF-146AEF90397A}"/>
                  </a:ext>
                </a:extLst>
              </p:cNvPr>
              <p:cNvSpPr>
                <a:spLocks noRot="1" noChangeAspect="1" noMove="1" noResize="1" noEditPoints="1" noAdjustHandles="1" noChangeArrowheads="1" noChangeShapeType="1" noTextEdit="1"/>
              </p:cNvSpPr>
              <p:nvPr/>
            </p:nvSpPr>
            <p:spPr>
              <a:xfrm>
                <a:off x="2847062" y="3429000"/>
                <a:ext cx="1813124" cy="408573"/>
              </a:xfrm>
              <a:prstGeom prst="rect">
                <a:avLst/>
              </a:prstGeom>
              <a:blipFill>
                <a:blip r:embed="rId5"/>
                <a:stretch>
                  <a:fillRect/>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244571722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mc:AlternateContent xmlns:mc="http://schemas.openxmlformats.org/markup-compatibility/2006" xmlns:a14="http://schemas.microsoft.com/office/drawing/2010/main">
        <mc:Choice Requires="a14">
          <p:graphicFrame>
            <p:nvGraphicFramePr>
              <p:cNvPr id="10" name="표 9"/>
              <p:cNvGraphicFramePr>
                <a:graphicFrameLocks noGrp="1"/>
              </p:cNvGraphicFramePr>
              <p:nvPr/>
            </p:nvGraphicFramePr>
            <p:xfrm>
              <a:off x="930342" y="2531450"/>
              <a:ext cx="6019098" cy="3942375"/>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41513">
                    <a:tc>
                      <a:txBody>
                        <a:bodyPr/>
                        <a:lstStyle/>
                        <a:p>
                          <a:pPr algn="l" latinLnBrk="1"/>
                          <a14:m>
                            <m:oMathPara xmlns:m="http://schemas.openxmlformats.org/officeDocument/2006/math">
                              <m:oMathParaPr>
                                <m:jc m:val="left"/>
                              </m:oMathParaPr>
                              <m:oMath xmlns:m="http://schemas.openxmlformats.org/officeDocument/2006/math">
                                <m:sSup>
                                  <m:sSupPr>
                                    <m:ctrlPr>
                                      <a:rPr lang="en-US" altLang="ko-KR" sz="1400" i="1" smtClean="0">
                                        <a:latin typeface="Cambria Math" panose="02040503050406030204" pitchFamily="18" charset="0"/>
                                      </a:rPr>
                                    </m:ctrlPr>
                                  </m:sSupPr>
                                  <m:e>
                                    <m:r>
                                      <a:rPr lang="en-US" altLang="ko-KR" sz="1400">
                                        <a:latin typeface="Cambria Math" panose="02040503050406030204" pitchFamily="18" charset="0"/>
                                      </a:rPr>
                                      <m:t>𝑓</m:t>
                                    </m:r>
                                  </m:e>
                                  <m:sup>
                                    <m:r>
                                      <a:rPr lang="en-US" altLang="ko-KR" sz="1400">
                                        <a:latin typeface="Cambria Math" panose="02040503050406030204" pitchFamily="18" charset="0"/>
                                      </a:rPr>
                                      <m:t>′</m:t>
                                    </m:r>
                                  </m:sup>
                                </m:sSup>
                                <m:d>
                                  <m:dPr>
                                    <m:ctrlPr>
                                      <a:rPr lang="en-US" altLang="ko-KR" sz="1400" i="1">
                                        <a:latin typeface="Cambria Math" panose="02040503050406030204" pitchFamily="18" charset="0"/>
                                      </a:rPr>
                                    </m:ctrlPr>
                                  </m:dPr>
                                  <m:e>
                                    <m:r>
                                      <a:rPr lang="en-US" altLang="ko-KR" sz="1400">
                                        <a:latin typeface="Cambria Math" panose="02040503050406030204" pitchFamily="18" charset="0"/>
                                      </a:rPr>
                                      <m:t>𝑥</m:t>
                                    </m:r>
                                  </m:e>
                                </m:d>
                                <m:r>
                                  <a:rPr lang="en-US" altLang="ko-KR" sz="1400">
                                    <a:latin typeface="Cambria Math" panose="02040503050406030204" pitchFamily="18" charset="0"/>
                                  </a:rPr>
                                  <m:t>=</m:t>
                                </m:r>
                                <m:func>
                                  <m:funcPr>
                                    <m:ctrlPr>
                                      <a:rPr lang="en-US" altLang="ko-KR" sz="1400" i="1" smtClean="0">
                                        <a:latin typeface="Cambria Math" panose="02040503050406030204" pitchFamily="18" charset="0"/>
                                      </a:rPr>
                                    </m:ctrlPr>
                                  </m:funcPr>
                                  <m:fName>
                                    <m:limLow>
                                      <m:limLowPr>
                                        <m:ctrlPr>
                                          <a:rPr lang="en-US" altLang="ko-KR" sz="1400" i="1" smtClean="0">
                                            <a:latin typeface="Cambria Math" panose="02040503050406030204" pitchFamily="18" charset="0"/>
                                          </a:rPr>
                                        </m:ctrlPr>
                                      </m:limLowPr>
                                      <m:e>
                                        <m:r>
                                          <a:rPr lang="en-US" altLang="ko-KR" sz="1400" smtClean="0">
                                            <a:latin typeface="Cambria Math" panose="02040503050406030204" pitchFamily="18" charset="0"/>
                                          </a:rPr>
                                          <m:t>𝑙𝑖𝑚</m:t>
                                        </m:r>
                                      </m:e>
                                      <m:lim>
                                        <m:r>
                                          <a:rPr lang="en-US" altLang="ko-KR" sz="1400" smtClean="0">
                                            <a:latin typeface="Cambria Math" panose="02040503050406030204" pitchFamily="18" charset="0"/>
                                          </a:rPr>
                                          <m:t>h</m:t>
                                        </m:r>
                                        <m:r>
                                          <a:rPr lang="en-US" altLang="ko-KR" sz="1400" smtClean="0">
                                            <a:latin typeface="Cambria Math" panose="02040503050406030204" pitchFamily="18" charset="0"/>
                                          </a:rPr>
                                          <m:t>→0</m:t>
                                        </m:r>
                                      </m:lim>
                                    </m:limLow>
                                  </m:fName>
                                  <m:e>
                                    <m:f>
                                      <m:fPr>
                                        <m:ctrlPr>
                                          <a:rPr lang="en-US" altLang="ko-KR" sz="1400" i="1" smtClean="0">
                                            <a:latin typeface="Cambria Math" panose="02040503050406030204" pitchFamily="18" charset="0"/>
                                          </a:rPr>
                                        </m:ctrlPr>
                                      </m:fPr>
                                      <m:num>
                                        <m:r>
                                          <a:rPr lang="en-US" altLang="ko-KR" sz="1400" smtClean="0">
                                            <a:latin typeface="Cambria Math" panose="02040503050406030204" pitchFamily="18" charset="0"/>
                                          </a:rPr>
                                          <m:t>𝑓</m:t>
                                        </m:r>
                                        <m:d>
                                          <m:dPr>
                                            <m:ctrlPr>
                                              <a:rPr lang="en-US" altLang="ko-KR" sz="1400" i="1" smtClean="0">
                                                <a:latin typeface="Cambria Math" panose="02040503050406030204" pitchFamily="18" charset="0"/>
                                              </a:rPr>
                                            </m:ctrlPr>
                                          </m:dPr>
                                          <m:e>
                                            <m:r>
                                              <a:rPr lang="en-US" altLang="ko-KR" sz="1400" smtClean="0">
                                                <a:latin typeface="Cambria Math" panose="02040503050406030204" pitchFamily="18" charset="0"/>
                                              </a:rPr>
                                              <m:t>𝑥</m:t>
                                            </m:r>
                                            <m:r>
                                              <a:rPr lang="en-US" altLang="ko-KR" sz="1400" smtClean="0">
                                                <a:latin typeface="Cambria Math" panose="02040503050406030204" pitchFamily="18" charset="0"/>
                                              </a:rPr>
                                              <m:t>+</m:t>
                                            </m:r>
                                            <m:r>
                                              <a:rPr lang="en-US" altLang="ko-KR" sz="1400" smtClean="0">
                                                <a:latin typeface="Cambria Math" panose="02040503050406030204" pitchFamily="18" charset="0"/>
                                              </a:rPr>
                                              <m:t>h</m:t>
                                            </m:r>
                                          </m:e>
                                        </m:d>
                                        <m:r>
                                          <a:rPr lang="en-US" altLang="ko-KR" sz="1400" smtClean="0">
                                            <a:latin typeface="Cambria Math" panose="02040503050406030204" pitchFamily="18" charset="0"/>
                                          </a:rPr>
                                          <m:t>−</m:t>
                                        </m:r>
                                        <m:r>
                                          <a:rPr lang="en-US" altLang="ko-KR" sz="1400" smtClean="0">
                                            <a:latin typeface="Cambria Math" panose="02040503050406030204" pitchFamily="18" charset="0"/>
                                          </a:rPr>
                                          <m:t>𝑓</m:t>
                                        </m:r>
                                        <m:r>
                                          <a:rPr lang="en-US" altLang="ko-KR" sz="1400" smtClean="0">
                                            <a:latin typeface="Cambria Math" panose="02040503050406030204" pitchFamily="18" charset="0"/>
                                          </a:rPr>
                                          <m:t>(</m:t>
                                        </m:r>
                                        <m:r>
                                          <a:rPr lang="en-US" altLang="ko-KR" sz="1400" smtClean="0">
                                            <a:latin typeface="Cambria Math" panose="02040503050406030204" pitchFamily="18" charset="0"/>
                                          </a:rPr>
                                          <m:t>𝑥</m:t>
                                        </m:r>
                                        <m:r>
                                          <a:rPr lang="en-US" altLang="ko-KR" sz="1400" smtClean="0">
                                            <a:latin typeface="Cambria Math" panose="02040503050406030204" pitchFamily="18" charset="0"/>
                                          </a:rPr>
                                          <m:t>)</m:t>
                                        </m:r>
                                      </m:num>
                                      <m:den>
                                        <m:r>
                                          <a:rPr lang="en-US" altLang="ko-KR" sz="1400" smtClean="0">
                                            <a:latin typeface="Cambria Math" panose="02040503050406030204" pitchFamily="18" charset="0"/>
                                          </a:rPr>
                                          <m:t>h</m:t>
                                        </m:r>
                                      </m:den>
                                    </m:f>
                                  </m:e>
                                </m:func>
                              </m:oMath>
                            </m:oMathPara>
                          </a14:m>
                          <a:endParaRPr lang="ko-KR" altLang="en-US" sz="1400" i="1" dirty="0"/>
                        </a:p>
                      </a:txBody>
                      <a:tcPr/>
                    </a:tc>
                    <a:extLst>
                      <a:ext uri="{0D108BD9-81ED-4DB2-BD59-A6C34878D82A}">
                        <a16:rowId xmlns:a16="http://schemas.microsoft.com/office/drawing/2014/main" val="1349850590"/>
                      </a:ext>
                    </a:extLst>
                  </a:tr>
                  <a:tr h="641513">
                    <a:tc>
                      <a:txBody>
                        <a:bodyPr/>
                        <a:lstStyle/>
                        <a:p>
                          <a:pPr algn="l" latinLnBrk="1"/>
                          <a14:m>
                            <m:oMathPara xmlns:m="http://schemas.openxmlformats.org/officeDocument/2006/math">
                              <m:oMathParaPr>
                                <m:jc m:val="left"/>
                              </m:oMathParaPr>
                              <m:oMath xmlns:m="http://schemas.openxmlformats.org/officeDocument/2006/math">
                                <m:r>
                                  <a:rPr lang="en-US" altLang="ko-KR" sz="1400" smtClean="0">
                                    <a:latin typeface="Cambria Math" panose="02040503050406030204" pitchFamily="18" charset="0"/>
                                  </a:rPr>
                                  <m:t>=</m:t>
                                </m:r>
                                <m:func>
                                  <m:funcPr>
                                    <m:ctrlPr>
                                      <a:rPr lang="en-US" altLang="ko-KR" sz="1400" i="1" smtClean="0">
                                        <a:latin typeface="Cambria Math" panose="02040503050406030204" pitchFamily="18" charset="0"/>
                                      </a:rPr>
                                    </m:ctrlPr>
                                  </m:funcPr>
                                  <m:fName>
                                    <m:limLow>
                                      <m:limLowPr>
                                        <m:ctrlPr>
                                          <a:rPr lang="en-US" altLang="ko-KR" sz="1400" i="1" smtClean="0">
                                            <a:latin typeface="Cambria Math" panose="02040503050406030204" pitchFamily="18" charset="0"/>
                                          </a:rPr>
                                        </m:ctrlPr>
                                      </m:limLowPr>
                                      <m:e>
                                        <m:r>
                                          <a:rPr lang="en-US" altLang="ko-KR" sz="1400" smtClean="0">
                                            <a:latin typeface="Cambria Math" panose="02040503050406030204" pitchFamily="18" charset="0"/>
                                          </a:rPr>
                                          <m:t>𝑙𝑖𝑚</m:t>
                                        </m:r>
                                      </m:e>
                                      <m:lim>
                                        <m:r>
                                          <a:rPr lang="en-US" altLang="ko-KR" sz="1400" smtClean="0">
                                            <a:latin typeface="Cambria Math" panose="02040503050406030204" pitchFamily="18" charset="0"/>
                                          </a:rPr>
                                          <m:t>h</m:t>
                                        </m:r>
                                        <m:r>
                                          <a:rPr lang="en-US" altLang="ko-KR" sz="1400" smtClean="0">
                                            <a:latin typeface="Cambria Math" panose="02040503050406030204" pitchFamily="18" charset="0"/>
                                          </a:rPr>
                                          <m:t>→0</m:t>
                                        </m:r>
                                      </m:lim>
                                    </m:limLow>
                                  </m:fName>
                                  <m:e>
                                    <m:f>
                                      <m:fPr>
                                        <m:ctrlPr>
                                          <a:rPr lang="en-US" altLang="ko-KR" sz="1400" i="1" smtClean="0">
                                            <a:latin typeface="Cambria Math" panose="02040503050406030204" pitchFamily="18" charset="0"/>
                                          </a:rPr>
                                        </m:ctrlPr>
                                      </m:fPr>
                                      <m:num>
                                        <m:func>
                                          <m:funcPr>
                                            <m:ctrlPr>
                                              <a:rPr lang="en-US" altLang="ko-KR" sz="1400" i="1" smtClean="0">
                                                <a:latin typeface="Cambria Math" panose="02040503050406030204" pitchFamily="18" charset="0"/>
                                              </a:rPr>
                                            </m:ctrlPr>
                                          </m:funcPr>
                                          <m:fName>
                                            <m:r>
                                              <a:rPr lang="en-US" altLang="ko-KR" sz="1400" smtClean="0">
                                                <a:latin typeface="Cambria Math" panose="02040503050406030204" pitchFamily="18" charset="0"/>
                                              </a:rPr>
                                              <m:t>𝑙𝑛</m:t>
                                            </m:r>
                                          </m:fName>
                                          <m:e>
                                            <m:d>
                                              <m:dPr>
                                                <m:ctrlPr>
                                                  <a:rPr lang="en-US" altLang="ko-KR" sz="1400" i="1" smtClean="0">
                                                    <a:latin typeface="Cambria Math" panose="02040503050406030204" pitchFamily="18" charset="0"/>
                                                  </a:rPr>
                                                </m:ctrlPr>
                                              </m:dPr>
                                              <m:e>
                                                <m:r>
                                                  <a:rPr lang="en-US" altLang="ko-KR" sz="1400" smtClean="0">
                                                    <a:latin typeface="Cambria Math" panose="02040503050406030204" pitchFamily="18" charset="0"/>
                                                  </a:rPr>
                                                  <m:t>𝑥</m:t>
                                                </m:r>
                                                <m:r>
                                                  <a:rPr lang="en-US" altLang="ko-KR" sz="1400" smtClean="0">
                                                    <a:latin typeface="Cambria Math" panose="02040503050406030204" pitchFamily="18" charset="0"/>
                                                  </a:rPr>
                                                  <m:t>+</m:t>
                                                </m:r>
                                                <m:r>
                                                  <a:rPr lang="en-US" altLang="ko-KR" sz="1400" smtClean="0">
                                                    <a:latin typeface="Cambria Math" panose="02040503050406030204" pitchFamily="18" charset="0"/>
                                                  </a:rPr>
                                                  <m:t>h</m:t>
                                                </m:r>
                                              </m:e>
                                            </m:d>
                                          </m:e>
                                        </m:func>
                                        <m:r>
                                          <a:rPr lang="en-US" altLang="ko-KR" sz="1400" smtClean="0">
                                            <a:latin typeface="Cambria Math" panose="02040503050406030204" pitchFamily="18" charset="0"/>
                                          </a:rPr>
                                          <m:t>−</m:t>
                                        </m:r>
                                        <m:func>
                                          <m:funcPr>
                                            <m:ctrlPr>
                                              <a:rPr lang="en-US" altLang="ko-KR" sz="1400" i="1" smtClean="0">
                                                <a:latin typeface="Cambria Math" panose="02040503050406030204" pitchFamily="18" charset="0"/>
                                              </a:rPr>
                                            </m:ctrlPr>
                                          </m:funcPr>
                                          <m:fName>
                                            <m:r>
                                              <a:rPr lang="en-US" altLang="ko-KR" sz="1400" smtClean="0">
                                                <a:latin typeface="Cambria Math" panose="02040503050406030204" pitchFamily="18" charset="0"/>
                                              </a:rPr>
                                              <m:t>𝑙𝑛</m:t>
                                            </m:r>
                                          </m:fName>
                                          <m:e>
                                            <m:r>
                                              <a:rPr lang="en-US" altLang="ko-KR" sz="1400" b="0" smtClean="0">
                                                <a:latin typeface="Cambria Math" panose="02040503050406030204" pitchFamily="18" charset="0"/>
                                              </a:rPr>
                                              <m:t>𝑥</m:t>
                                            </m:r>
                                          </m:e>
                                        </m:func>
                                      </m:num>
                                      <m:den>
                                        <m:r>
                                          <a:rPr lang="en-US" altLang="ko-KR" sz="1400" smtClean="0">
                                            <a:latin typeface="Cambria Math" panose="02040503050406030204" pitchFamily="18" charset="0"/>
                                          </a:rPr>
                                          <m:t>h</m:t>
                                        </m:r>
                                      </m:den>
                                    </m:f>
                                  </m:e>
                                </m:func>
                              </m:oMath>
                            </m:oMathPara>
                          </a14:m>
                          <a:endParaRPr lang="ko-KR" altLang="en-US" sz="1400" dirty="0"/>
                        </a:p>
                      </a:txBody>
                      <a:tcPr/>
                    </a:tc>
                    <a:extLst>
                      <a:ext uri="{0D108BD9-81ED-4DB2-BD59-A6C34878D82A}">
                        <a16:rowId xmlns:a16="http://schemas.microsoft.com/office/drawing/2014/main" val="450883624"/>
                      </a:ext>
                    </a:extLst>
                  </a:tr>
                  <a:tr h="6112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altLang="ko-KR" sz="1400" smtClean="0">
                                    <a:latin typeface="Cambria Math" panose="02040503050406030204" pitchFamily="18" charset="0"/>
                                  </a:rPr>
                                  <m:t>=</m:t>
                                </m:r>
                                <m:func>
                                  <m:funcPr>
                                    <m:ctrlPr>
                                      <a:rPr lang="en-US" altLang="ko-KR" sz="1400" i="1" smtClean="0">
                                        <a:latin typeface="Cambria Math" panose="02040503050406030204" pitchFamily="18" charset="0"/>
                                      </a:rPr>
                                    </m:ctrlPr>
                                  </m:funcPr>
                                  <m:fName>
                                    <m:limLow>
                                      <m:limLowPr>
                                        <m:ctrlPr>
                                          <a:rPr lang="en-US" altLang="ko-KR" sz="1400" i="1" smtClean="0">
                                            <a:latin typeface="Cambria Math" panose="02040503050406030204" pitchFamily="18" charset="0"/>
                                          </a:rPr>
                                        </m:ctrlPr>
                                      </m:limLowPr>
                                      <m:e>
                                        <m:r>
                                          <a:rPr lang="en-US" altLang="ko-KR" sz="1400" smtClean="0">
                                            <a:latin typeface="Cambria Math" panose="02040503050406030204" pitchFamily="18" charset="0"/>
                                          </a:rPr>
                                          <m:t>𝑙𝑖𝑚</m:t>
                                        </m:r>
                                      </m:e>
                                      <m:lim>
                                        <m:r>
                                          <a:rPr lang="en-US" altLang="ko-KR" sz="1400" smtClean="0">
                                            <a:latin typeface="Cambria Math" panose="02040503050406030204" pitchFamily="18" charset="0"/>
                                          </a:rPr>
                                          <m:t>h</m:t>
                                        </m:r>
                                        <m:r>
                                          <a:rPr lang="en-US" altLang="ko-KR" sz="1400" smtClean="0">
                                            <a:latin typeface="Cambria Math" panose="02040503050406030204" pitchFamily="18" charset="0"/>
                                          </a:rPr>
                                          <m:t>→0</m:t>
                                        </m:r>
                                      </m:lim>
                                    </m:limLow>
                                  </m:fName>
                                  <m:e>
                                    <m:f>
                                      <m:fPr>
                                        <m:ctrlPr>
                                          <a:rPr lang="en-US" altLang="ko-KR" sz="1400" i="1" smtClean="0">
                                            <a:latin typeface="Cambria Math" panose="02040503050406030204" pitchFamily="18" charset="0"/>
                                          </a:rPr>
                                        </m:ctrlPr>
                                      </m:fPr>
                                      <m:num>
                                        <m:r>
                                          <a:rPr lang="en-US" altLang="ko-KR" sz="1400" b="0" smtClean="0">
                                            <a:latin typeface="Cambria Math" panose="02040503050406030204" pitchFamily="18" charset="0"/>
                                          </a:rPr>
                                          <m:t>1</m:t>
                                        </m:r>
                                      </m:num>
                                      <m:den>
                                        <m:r>
                                          <a:rPr lang="en-US" altLang="ko-KR" sz="1400" smtClean="0">
                                            <a:latin typeface="Cambria Math" panose="02040503050406030204" pitchFamily="18" charset="0"/>
                                          </a:rPr>
                                          <m:t>h</m:t>
                                        </m:r>
                                      </m:den>
                                    </m:f>
                                    <m:r>
                                      <a:rPr lang="en-US" altLang="ko-KR" sz="1400" smtClean="0">
                                        <a:latin typeface="Cambria Math" panose="02040503050406030204" pitchFamily="18" charset="0"/>
                                      </a:rPr>
                                      <m:t>∙</m:t>
                                    </m:r>
                                    <m:func>
                                      <m:funcPr>
                                        <m:ctrlPr>
                                          <a:rPr lang="en-US" altLang="ko-KR" sz="1400" i="1" smtClean="0">
                                            <a:latin typeface="Cambria Math" panose="02040503050406030204" pitchFamily="18" charset="0"/>
                                          </a:rPr>
                                        </m:ctrlPr>
                                      </m:funcPr>
                                      <m:fName>
                                        <m:r>
                                          <a:rPr lang="en-US" altLang="ko-KR" sz="1400" i="1" smtClean="0">
                                            <a:latin typeface="Cambria Math" panose="02040503050406030204" pitchFamily="18" charset="0"/>
                                          </a:rPr>
                                          <m:t>𝑙𝑛</m:t>
                                        </m:r>
                                      </m:fName>
                                      <m:e>
                                        <m:f>
                                          <m:fPr>
                                            <m:ctrlPr>
                                              <a:rPr lang="en-US" altLang="ko-KR" sz="1400" i="1" smtClean="0">
                                                <a:latin typeface="Cambria Math" panose="02040503050406030204" pitchFamily="18" charset="0"/>
                                              </a:rPr>
                                            </m:ctrlPr>
                                          </m:fPr>
                                          <m:num>
                                            <m:r>
                                              <a:rPr lang="en-US" altLang="ko-KR" sz="1400" b="0" i="1" smtClean="0">
                                                <a:latin typeface="Cambria Math" panose="02040503050406030204" pitchFamily="18" charset="0"/>
                                              </a:rPr>
                                              <m:t>𝑥</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h</m:t>
                                            </m:r>
                                          </m:num>
                                          <m:den>
                                            <m:r>
                                              <a:rPr lang="en-US" altLang="ko-KR" sz="1400" b="0" i="1" smtClean="0">
                                                <a:latin typeface="Cambria Math" panose="02040503050406030204" pitchFamily="18" charset="0"/>
                                              </a:rPr>
                                              <m:t>𝑥</m:t>
                                            </m:r>
                                          </m:den>
                                        </m:f>
                                      </m:e>
                                    </m:func>
                                  </m:e>
                                </m:func>
                              </m:oMath>
                            </m:oMathPara>
                          </a14:m>
                          <a:endParaRPr lang="ko-KR" altLang="en-US" sz="1400" dirty="0"/>
                        </a:p>
                      </a:txBody>
                      <a:tcPr/>
                    </a:tc>
                    <a:extLst>
                      <a:ext uri="{0D108BD9-81ED-4DB2-BD59-A6C34878D82A}">
                        <a16:rowId xmlns:a16="http://schemas.microsoft.com/office/drawing/2014/main" val="549591821"/>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altLang="ko-KR" sz="1400" i="1" smtClean="0">
                                    <a:latin typeface="Cambria Math" panose="02040503050406030204" pitchFamily="18" charset="0"/>
                                  </a:rPr>
                                  <m:t>=</m:t>
                                </m:r>
                                <m:func>
                                  <m:funcPr>
                                    <m:ctrlPr>
                                      <a:rPr lang="en-US" altLang="ko-KR" sz="1400" i="1" smtClean="0">
                                        <a:latin typeface="Cambria Math" panose="02040503050406030204" pitchFamily="18" charset="0"/>
                                      </a:rPr>
                                    </m:ctrlPr>
                                  </m:funcPr>
                                  <m:fName>
                                    <m:limLow>
                                      <m:limLowPr>
                                        <m:ctrlPr>
                                          <a:rPr lang="en-US" altLang="ko-KR" sz="1400" i="1" smtClean="0">
                                            <a:latin typeface="Cambria Math" panose="02040503050406030204" pitchFamily="18" charset="0"/>
                                          </a:rPr>
                                        </m:ctrlPr>
                                      </m:limLowPr>
                                      <m:e>
                                        <m:r>
                                          <a:rPr lang="en-US" altLang="ko-KR" sz="1400" i="1" smtClean="0">
                                            <a:latin typeface="Cambria Math" panose="02040503050406030204" pitchFamily="18" charset="0"/>
                                          </a:rPr>
                                          <m:t>𝑙𝑖𝑚</m:t>
                                        </m:r>
                                      </m:e>
                                      <m:lim>
                                        <m:r>
                                          <a:rPr lang="en-US" altLang="ko-KR" sz="1400" i="1" smtClean="0">
                                            <a:latin typeface="Cambria Math" panose="02040503050406030204" pitchFamily="18" charset="0"/>
                                          </a:rPr>
                                          <m:t>h</m:t>
                                        </m:r>
                                        <m:r>
                                          <a:rPr lang="en-US" altLang="ko-KR" sz="1400" i="1" smtClean="0">
                                            <a:latin typeface="Cambria Math" panose="02040503050406030204" pitchFamily="18" charset="0"/>
                                          </a:rPr>
                                          <m:t>→0</m:t>
                                        </m:r>
                                      </m:lim>
                                    </m:limLow>
                                  </m:fName>
                                  <m:e>
                                    <m:func>
                                      <m:funcPr>
                                        <m:ctrlPr>
                                          <a:rPr lang="en-US" altLang="ko-KR" sz="1400" i="1" smtClean="0">
                                            <a:latin typeface="Cambria Math" panose="02040503050406030204" pitchFamily="18" charset="0"/>
                                          </a:rPr>
                                        </m:ctrlPr>
                                      </m:funcPr>
                                      <m:fName>
                                        <m:r>
                                          <a:rPr lang="en-US" altLang="ko-KR" sz="1400" i="1" smtClean="0">
                                            <a:latin typeface="Cambria Math" panose="02040503050406030204" pitchFamily="18" charset="0"/>
                                          </a:rPr>
                                          <m:t>𝑙𝑛</m:t>
                                        </m:r>
                                      </m:fName>
                                      <m:e>
                                        <m:sSup>
                                          <m:sSupPr>
                                            <m:ctrlPr>
                                              <a:rPr lang="en-US" altLang="ko-KR" sz="1400" i="1" smtClean="0">
                                                <a:latin typeface="Cambria Math" panose="02040503050406030204" pitchFamily="18" charset="0"/>
                                              </a:rPr>
                                            </m:ctrlPr>
                                          </m:sSupPr>
                                          <m:e>
                                            <m:d>
                                              <m:dPr>
                                                <m:ctrlPr>
                                                  <a:rPr lang="en-US" altLang="ko-KR" sz="1400" i="1" smtClean="0">
                                                    <a:latin typeface="Cambria Math" panose="02040503050406030204" pitchFamily="18" charset="0"/>
                                                  </a:rPr>
                                                </m:ctrlPr>
                                              </m:dPr>
                                              <m:e>
                                                <m:f>
                                                  <m:fPr>
                                                    <m:ctrlPr>
                                                      <a:rPr lang="en-US" altLang="ko-KR" sz="1400" i="1" smtClean="0">
                                                        <a:latin typeface="Cambria Math" panose="02040503050406030204" pitchFamily="18" charset="0"/>
                                                      </a:rPr>
                                                    </m:ctrlPr>
                                                  </m:fPr>
                                                  <m:num>
                                                    <m:r>
                                                      <a:rPr lang="en-US" altLang="ko-KR" sz="1400" b="0" i="1" smtClean="0">
                                                        <a:latin typeface="Cambria Math" panose="02040503050406030204" pitchFamily="18" charset="0"/>
                                                      </a:rPr>
                                                      <m:t>𝑥</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h</m:t>
                                                    </m:r>
                                                  </m:num>
                                                  <m:den>
                                                    <m:r>
                                                      <a:rPr lang="en-US" altLang="ko-KR" sz="1400" b="0" i="1" smtClean="0">
                                                        <a:latin typeface="Cambria Math" panose="02040503050406030204" pitchFamily="18" charset="0"/>
                                                      </a:rPr>
                                                      <m:t>𝑥</m:t>
                                                    </m:r>
                                                  </m:den>
                                                </m:f>
                                              </m:e>
                                            </m:d>
                                          </m:e>
                                          <m:sup>
                                            <m:f>
                                              <m:fPr>
                                                <m:ctrlPr>
                                                  <a:rPr lang="en-US" altLang="ko-KR" sz="1400" i="1" smtClean="0">
                                                    <a:latin typeface="Cambria Math" panose="02040503050406030204" pitchFamily="18" charset="0"/>
                                                  </a:rPr>
                                                </m:ctrlPr>
                                              </m:fPr>
                                              <m:num>
                                                <m:r>
                                                  <a:rPr lang="en-US" altLang="ko-KR" sz="1400" b="0" i="1" smtClean="0">
                                                    <a:latin typeface="Cambria Math" panose="02040503050406030204" pitchFamily="18" charset="0"/>
                                                  </a:rPr>
                                                  <m:t>1</m:t>
                                                </m:r>
                                              </m:num>
                                              <m:den>
                                                <m:r>
                                                  <a:rPr lang="en-US" altLang="ko-KR" sz="1400" b="0" i="1" smtClean="0">
                                                    <a:latin typeface="Cambria Math" panose="02040503050406030204" pitchFamily="18" charset="0"/>
                                                  </a:rPr>
                                                  <m:t>h</m:t>
                                                </m:r>
                                              </m:den>
                                            </m:f>
                                          </m:sup>
                                        </m:sSup>
                                      </m:e>
                                    </m:func>
                                  </m:e>
                                </m:func>
                              </m:oMath>
                            </m:oMathPara>
                          </a14:m>
                          <a:endParaRPr lang="ko-KR" altLang="en-US" sz="1400" i="1" dirty="0"/>
                        </a:p>
                      </a:txBody>
                      <a:tcPr/>
                    </a:tc>
                    <a:extLst>
                      <a:ext uri="{0D108BD9-81ED-4DB2-BD59-A6C34878D82A}">
                        <a16:rowId xmlns:a16="http://schemas.microsoft.com/office/drawing/2014/main" val="2571924127"/>
                      </a:ext>
                    </a:extLst>
                  </a:tr>
                  <a:tr h="549223">
                    <a:tc>
                      <a:txBody>
                        <a:bodyPr/>
                        <a:lstStyle/>
                        <a:p>
                          <a:pPr algn="l" latinLnBrk="1"/>
                          <a14:m>
                            <m:oMathPara xmlns:m="http://schemas.openxmlformats.org/officeDocument/2006/math">
                              <m:oMathParaPr>
                                <m:jc m:val="left"/>
                              </m:oMathParaPr>
                              <m:oMath xmlns:m="http://schemas.openxmlformats.org/officeDocument/2006/math">
                                <m:r>
                                  <a:rPr lang="en-US" altLang="ko-KR" sz="1400" smtClean="0">
                                    <a:latin typeface="Cambria Math" panose="02040503050406030204" pitchFamily="18" charset="0"/>
                                  </a:rPr>
                                  <m:t>=</m:t>
                                </m:r>
                                <m:func>
                                  <m:funcPr>
                                    <m:ctrlPr>
                                      <a:rPr lang="en-US" altLang="ko-KR" sz="1400" i="1" smtClean="0">
                                        <a:latin typeface="Cambria Math" panose="02040503050406030204" pitchFamily="18" charset="0"/>
                                      </a:rPr>
                                    </m:ctrlPr>
                                  </m:funcPr>
                                  <m:fName>
                                    <m:limLow>
                                      <m:limLowPr>
                                        <m:ctrlPr>
                                          <a:rPr lang="en-US" altLang="ko-KR" sz="1400" i="1" smtClean="0">
                                            <a:latin typeface="Cambria Math" panose="02040503050406030204" pitchFamily="18" charset="0"/>
                                          </a:rPr>
                                        </m:ctrlPr>
                                      </m:limLowPr>
                                      <m:e>
                                        <m:r>
                                          <a:rPr lang="en-US" altLang="ko-KR" sz="1400" i="1" smtClean="0">
                                            <a:latin typeface="Cambria Math" panose="02040503050406030204" pitchFamily="18" charset="0"/>
                                          </a:rPr>
                                          <m:t>𝑙𝑖𝑚</m:t>
                                        </m:r>
                                      </m:e>
                                      <m:lim>
                                        <m:r>
                                          <a:rPr lang="en-US" altLang="ko-KR" sz="1400" i="1" smtClean="0">
                                            <a:latin typeface="Cambria Math" panose="02040503050406030204" pitchFamily="18" charset="0"/>
                                          </a:rPr>
                                          <m:t>h</m:t>
                                        </m:r>
                                        <m:r>
                                          <a:rPr lang="en-US" altLang="ko-KR" sz="1400" i="1" smtClean="0">
                                            <a:latin typeface="Cambria Math" panose="02040503050406030204" pitchFamily="18" charset="0"/>
                                          </a:rPr>
                                          <m:t>→0</m:t>
                                        </m:r>
                                      </m:lim>
                                    </m:limLow>
                                  </m:fName>
                                  <m:e>
                                    <m:func>
                                      <m:funcPr>
                                        <m:ctrlPr>
                                          <a:rPr lang="en-US" altLang="ko-KR" sz="1400" i="1" smtClean="0">
                                            <a:latin typeface="Cambria Math" panose="02040503050406030204" pitchFamily="18" charset="0"/>
                                          </a:rPr>
                                        </m:ctrlPr>
                                      </m:funcPr>
                                      <m:fName>
                                        <m:r>
                                          <a:rPr lang="en-US" altLang="ko-KR" sz="1400" i="1" smtClean="0">
                                            <a:latin typeface="Cambria Math" panose="02040503050406030204" pitchFamily="18" charset="0"/>
                                          </a:rPr>
                                          <m:t>𝑙𝑛</m:t>
                                        </m:r>
                                      </m:fName>
                                      <m:e>
                                        <m:sSup>
                                          <m:sSupPr>
                                            <m:ctrlPr>
                                              <a:rPr lang="en-US" altLang="ko-KR" sz="1400" i="1" smtClean="0">
                                                <a:latin typeface="Cambria Math" panose="02040503050406030204" pitchFamily="18" charset="0"/>
                                              </a:rPr>
                                            </m:ctrlPr>
                                          </m:sSupPr>
                                          <m:e>
                                            <m:d>
                                              <m:dPr>
                                                <m:ctrlPr>
                                                  <a:rPr lang="en-US" altLang="ko-KR" sz="1400" i="1" smtClean="0">
                                                    <a:latin typeface="Cambria Math" panose="02040503050406030204" pitchFamily="18" charset="0"/>
                                                  </a:rPr>
                                                </m:ctrlPr>
                                              </m:dPr>
                                              <m:e>
                                                <m:f>
                                                  <m:fPr>
                                                    <m:ctrlPr>
                                                      <a:rPr lang="en-US" altLang="ko-KR" sz="1400" i="1" smtClean="0">
                                                        <a:latin typeface="Cambria Math" panose="02040503050406030204" pitchFamily="18" charset="0"/>
                                                      </a:rPr>
                                                    </m:ctrlPr>
                                                  </m:fPr>
                                                  <m:num>
                                                    <m:r>
                                                      <a:rPr lang="en-US" altLang="ko-KR" sz="1400" b="0" i="1" smtClean="0">
                                                        <a:latin typeface="Cambria Math" panose="02040503050406030204" pitchFamily="18" charset="0"/>
                                                      </a:rPr>
                                                      <m:t>𝑥</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h</m:t>
                                                    </m:r>
                                                  </m:num>
                                                  <m:den>
                                                    <m:r>
                                                      <a:rPr lang="en-US" altLang="ko-KR" sz="1400" b="0" i="1" smtClean="0">
                                                        <a:latin typeface="Cambria Math" panose="02040503050406030204" pitchFamily="18" charset="0"/>
                                                      </a:rPr>
                                                      <m:t>𝑥</m:t>
                                                    </m:r>
                                                  </m:den>
                                                </m:f>
                                              </m:e>
                                            </m:d>
                                          </m:e>
                                          <m:sup>
                                            <m:f>
                                              <m:fPr>
                                                <m:ctrlPr>
                                                  <a:rPr lang="en-US" altLang="ko-KR" sz="1400" i="1" smtClean="0">
                                                    <a:latin typeface="Cambria Math" panose="02040503050406030204" pitchFamily="18" charset="0"/>
                                                  </a:rPr>
                                                </m:ctrlPr>
                                              </m:fPr>
                                              <m:num>
                                                <m:r>
                                                  <a:rPr lang="en-US" altLang="ko-KR" sz="1400" b="0" i="1" smtClean="0">
                                                    <a:latin typeface="Cambria Math" panose="02040503050406030204" pitchFamily="18" charset="0"/>
                                                  </a:rPr>
                                                  <m:t>𝑥</m:t>
                                                </m:r>
                                              </m:num>
                                              <m:den>
                                                <m:r>
                                                  <a:rPr lang="en-US" altLang="ko-KR" sz="1400" b="0" i="1" smtClean="0">
                                                    <a:latin typeface="Cambria Math" panose="02040503050406030204" pitchFamily="18" charset="0"/>
                                                  </a:rPr>
                                                  <m:t>h</m:t>
                                                </m:r>
                                              </m:den>
                                            </m:f>
                                            <m:r>
                                              <a:rPr lang="en-US" altLang="ko-KR" sz="1400" b="0" i="1" smtClean="0">
                                                <a:latin typeface="Cambria Math" panose="02040503050406030204" pitchFamily="18" charset="0"/>
                                              </a:rPr>
                                              <m:t>×</m:t>
                                            </m:r>
                                            <m:f>
                                              <m:fPr>
                                                <m:ctrlPr>
                                                  <a:rPr lang="en-US" altLang="ko-KR" sz="1400" i="1" smtClean="0">
                                                    <a:latin typeface="Cambria Math" panose="02040503050406030204" pitchFamily="18" charset="0"/>
                                                  </a:rPr>
                                                </m:ctrlPr>
                                              </m:fPr>
                                              <m:num>
                                                <m:r>
                                                  <a:rPr lang="en-US" altLang="ko-KR" sz="1400" b="0" i="1" smtClean="0">
                                                    <a:latin typeface="Cambria Math" panose="02040503050406030204" pitchFamily="18" charset="0"/>
                                                  </a:rPr>
                                                  <m:t>1</m:t>
                                                </m:r>
                                              </m:num>
                                              <m:den>
                                                <m:r>
                                                  <a:rPr lang="en-US" altLang="ko-KR" sz="1400" b="0" i="1" smtClean="0">
                                                    <a:latin typeface="Cambria Math" panose="02040503050406030204" pitchFamily="18" charset="0"/>
                                                  </a:rPr>
                                                  <m:t>𝑥</m:t>
                                                </m:r>
                                              </m:den>
                                            </m:f>
                                          </m:sup>
                                        </m:sSup>
                                      </m:e>
                                    </m:func>
                                  </m:e>
                                </m:func>
                              </m:oMath>
                            </m:oMathPara>
                          </a14:m>
                          <a:endParaRPr lang="ko-KR" altLang="en-US" sz="1400" i="1" dirty="0"/>
                        </a:p>
                      </a:txBody>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altLang="ko-KR" sz="1400" smtClean="0">
                                    <a:latin typeface="Cambria Math" panose="02040503050406030204" pitchFamily="18" charset="0"/>
                                  </a:rPr>
                                  <m:t>=</m:t>
                                </m:r>
                                <m:func>
                                  <m:funcPr>
                                    <m:ctrlPr>
                                      <a:rPr lang="en-US" altLang="ko-KR" sz="1400" i="1" smtClean="0">
                                        <a:latin typeface="Cambria Math" panose="02040503050406030204" pitchFamily="18" charset="0"/>
                                      </a:rPr>
                                    </m:ctrlPr>
                                  </m:funcPr>
                                  <m:fName>
                                    <m:limLow>
                                      <m:limLowPr>
                                        <m:ctrlPr>
                                          <a:rPr lang="en-US" altLang="ko-KR" sz="1400" i="1" smtClean="0">
                                            <a:latin typeface="Cambria Math" panose="02040503050406030204" pitchFamily="18" charset="0"/>
                                          </a:rPr>
                                        </m:ctrlPr>
                                      </m:limLowPr>
                                      <m:e>
                                        <m:r>
                                          <a:rPr lang="en-US" altLang="ko-KR" sz="1400" i="1" smtClean="0">
                                            <a:latin typeface="Cambria Math" panose="02040503050406030204" pitchFamily="18" charset="0"/>
                                          </a:rPr>
                                          <m:t>𝑙𝑖𝑚</m:t>
                                        </m:r>
                                      </m:e>
                                      <m:lim>
                                        <m:r>
                                          <a:rPr lang="en-US" altLang="ko-KR" sz="1400" i="1" smtClean="0">
                                            <a:latin typeface="Cambria Math" panose="02040503050406030204" pitchFamily="18" charset="0"/>
                                          </a:rPr>
                                          <m:t>h</m:t>
                                        </m:r>
                                        <m:r>
                                          <a:rPr lang="en-US" altLang="ko-KR" sz="1400" i="1" smtClean="0">
                                            <a:latin typeface="Cambria Math" panose="02040503050406030204" pitchFamily="18" charset="0"/>
                                          </a:rPr>
                                          <m:t>→0</m:t>
                                        </m:r>
                                      </m:lim>
                                    </m:limLow>
                                    <m:f>
                                      <m:fPr>
                                        <m:ctrlPr>
                                          <a:rPr lang="en-US" altLang="ko-KR" sz="1400" i="1" smtClean="0">
                                            <a:latin typeface="Cambria Math" panose="02040503050406030204" pitchFamily="18" charset="0"/>
                                          </a:rPr>
                                        </m:ctrlPr>
                                      </m:fPr>
                                      <m:num>
                                        <m:r>
                                          <a:rPr lang="en-US" altLang="ko-KR" sz="1400" b="0" i="1" smtClean="0">
                                            <a:latin typeface="Cambria Math" panose="02040503050406030204" pitchFamily="18" charset="0"/>
                                          </a:rPr>
                                          <m:t>1</m:t>
                                        </m:r>
                                      </m:num>
                                      <m:den>
                                        <m:r>
                                          <a:rPr lang="en-US" altLang="ko-KR" sz="1400" b="0" i="1" smtClean="0">
                                            <a:latin typeface="Cambria Math" panose="02040503050406030204" pitchFamily="18" charset="0"/>
                                          </a:rPr>
                                          <m:t>𝑥</m:t>
                                        </m:r>
                                      </m:den>
                                    </m:f>
                                  </m:fName>
                                  <m:e>
                                    <m:func>
                                      <m:funcPr>
                                        <m:ctrlPr>
                                          <a:rPr lang="en-US" altLang="ko-KR" sz="1400" i="1" smtClean="0">
                                            <a:latin typeface="Cambria Math" panose="02040503050406030204" pitchFamily="18" charset="0"/>
                                          </a:rPr>
                                        </m:ctrlPr>
                                      </m:funcPr>
                                      <m:fName>
                                        <m:r>
                                          <a:rPr lang="en-US" altLang="ko-KR" sz="1400" i="1" smtClean="0">
                                            <a:latin typeface="Cambria Math" panose="02040503050406030204" pitchFamily="18" charset="0"/>
                                          </a:rPr>
                                          <m:t>𝑙𝑛</m:t>
                                        </m:r>
                                      </m:fName>
                                      <m:e>
                                        <m:sSup>
                                          <m:sSupPr>
                                            <m:ctrlPr>
                                              <a:rPr lang="en-US" altLang="ko-KR" sz="1400" i="1" smtClean="0">
                                                <a:latin typeface="Cambria Math" panose="02040503050406030204" pitchFamily="18" charset="0"/>
                                              </a:rPr>
                                            </m:ctrlPr>
                                          </m:sSupPr>
                                          <m:e>
                                            <m:d>
                                              <m:dPr>
                                                <m:ctrlPr>
                                                  <a:rPr lang="en-US" altLang="ko-KR" sz="1400" i="1" smtClean="0">
                                                    <a:latin typeface="Cambria Math" panose="02040503050406030204" pitchFamily="18" charset="0"/>
                                                  </a:rPr>
                                                </m:ctrlPr>
                                              </m:dPr>
                                              <m:e>
                                                <m:f>
                                                  <m:fPr>
                                                    <m:ctrlPr>
                                                      <a:rPr lang="en-US" altLang="ko-KR" sz="1400" i="1" smtClean="0">
                                                        <a:latin typeface="Cambria Math" panose="02040503050406030204" pitchFamily="18" charset="0"/>
                                                      </a:rPr>
                                                    </m:ctrlPr>
                                                  </m:fPr>
                                                  <m:num>
                                                    <m:r>
                                                      <a:rPr lang="en-US" altLang="ko-KR" sz="1400" b="0" i="1" smtClean="0">
                                                        <a:latin typeface="Cambria Math" panose="02040503050406030204" pitchFamily="18" charset="0"/>
                                                      </a:rPr>
                                                      <m:t>𝑥</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h</m:t>
                                                    </m:r>
                                                  </m:num>
                                                  <m:den>
                                                    <m:r>
                                                      <a:rPr lang="en-US" altLang="ko-KR" sz="1400" b="0" i="1" smtClean="0">
                                                        <a:latin typeface="Cambria Math" panose="02040503050406030204" pitchFamily="18" charset="0"/>
                                                      </a:rPr>
                                                      <m:t>𝑥</m:t>
                                                    </m:r>
                                                  </m:den>
                                                </m:f>
                                              </m:e>
                                            </m:d>
                                          </m:e>
                                          <m:sup>
                                            <m:f>
                                              <m:fPr>
                                                <m:ctrlPr>
                                                  <a:rPr lang="en-US" altLang="ko-KR" sz="1400" i="1" smtClean="0">
                                                    <a:latin typeface="Cambria Math" panose="02040503050406030204" pitchFamily="18" charset="0"/>
                                                  </a:rPr>
                                                </m:ctrlPr>
                                              </m:fPr>
                                              <m:num>
                                                <m:r>
                                                  <a:rPr lang="en-US" altLang="ko-KR" sz="1400" b="0" i="1" smtClean="0">
                                                    <a:latin typeface="Cambria Math" panose="02040503050406030204" pitchFamily="18" charset="0"/>
                                                  </a:rPr>
                                                  <m:t>𝑥</m:t>
                                                </m:r>
                                              </m:num>
                                              <m:den>
                                                <m:r>
                                                  <a:rPr lang="en-US" altLang="ko-KR" sz="1400" b="0" i="1" smtClean="0">
                                                    <a:latin typeface="Cambria Math" panose="02040503050406030204" pitchFamily="18" charset="0"/>
                                                  </a:rPr>
                                                  <m:t>h</m:t>
                                                </m:r>
                                              </m:den>
                                            </m:f>
                                          </m:sup>
                                        </m:sSup>
                                      </m:e>
                                    </m:func>
                                  </m:e>
                                </m:func>
                              </m:oMath>
                            </m:oMathPara>
                          </a14:m>
                          <a:endParaRPr lang="ko-KR" altLang="en-US" sz="1400" i="1" dirty="0"/>
                        </a:p>
                      </a:txBody>
                      <a:tcPr/>
                    </a:tc>
                    <a:extLst>
                      <a:ext uri="{0D108BD9-81ED-4DB2-BD59-A6C34878D82A}">
                        <a16:rowId xmlns:a16="http://schemas.microsoft.com/office/drawing/2014/main" val="2333410646"/>
                      </a:ext>
                    </a:extLst>
                  </a:tr>
                </a:tbl>
              </a:graphicData>
            </a:graphic>
          </p:graphicFrame>
        </mc:Choice>
        <mc:Fallback xmlns="">
          <p:graphicFrame>
            <p:nvGraphicFramePr>
              <p:cNvPr id="10" name="표 9"/>
              <p:cNvGraphicFramePr>
                <a:graphicFrameLocks noGrp="1"/>
              </p:cNvGraphicFramePr>
              <p:nvPr>
                <p:extLst>
                  <p:ext uri="{D42A27DB-BD31-4B8C-83A1-F6EECF244321}">
                    <p14:modId xmlns:p14="http://schemas.microsoft.com/office/powerpoint/2010/main" val="4038774744"/>
                  </p:ext>
                </p:extLst>
              </p:nvPr>
            </p:nvGraphicFramePr>
            <p:xfrm>
              <a:off x="930342" y="2531450"/>
              <a:ext cx="6019098" cy="3951139"/>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41513">
                    <a:tc>
                      <a:txBody>
                        <a:bodyPr/>
                        <a:lstStyle/>
                        <a:p>
                          <a:endParaRPr lang="ko-KR"/>
                        </a:p>
                      </a:txBody>
                      <a:tcPr>
                        <a:blipFill>
                          <a:blip r:embed="rId3"/>
                          <a:stretch>
                            <a:fillRect b="-518095"/>
                          </a:stretch>
                        </a:blipFill>
                      </a:tcPr>
                    </a:tc>
                    <a:extLst>
                      <a:ext uri="{0D108BD9-81ED-4DB2-BD59-A6C34878D82A}">
                        <a16:rowId xmlns:a16="http://schemas.microsoft.com/office/drawing/2014/main" val="1349850590"/>
                      </a:ext>
                    </a:extLst>
                  </a:tr>
                  <a:tr h="641513">
                    <a:tc>
                      <a:txBody>
                        <a:bodyPr/>
                        <a:lstStyle/>
                        <a:p>
                          <a:endParaRPr lang="ko-KR"/>
                        </a:p>
                      </a:txBody>
                      <a:tcPr>
                        <a:blipFill>
                          <a:blip r:embed="rId3"/>
                          <a:stretch>
                            <a:fillRect t="-99057" b="-413208"/>
                          </a:stretch>
                        </a:blipFill>
                      </a:tcPr>
                    </a:tc>
                    <a:extLst>
                      <a:ext uri="{0D108BD9-81ED-4DB2-BD59-A6C34878D82A}">
                        <a16:rowId xmlns:a16="http://schemas.microsoft.com/office/drawing/2014/main" val="450883624"/>
                      </a:ext>
                    </a:extLst>
                  </a:tr>
                  <a:tr h="611220">
                    <a:tc>
                      <a:txBody>
                        <a:bodyPr/>
                        <a:lstStyle/>
                        <a:p>
                          <a:endParaRPr lang="ko-KR"/>
                        </a:p>
                      </a:txBody>
                      <a:tcPr>
                        <a:blipFill>
                          <a:blip r:embed="rId3"/>
                          <a:stretch>
                            <a:fillRect t="-211000" b="-338000"/>
                          </a:stretch>
                        </a:blipFill>
                      </a:tcPr>
                    </a:tc>
                    <a:extLst>
                      <a:ext uri="{0D108BD9-81ED-4DB2-BD59-A6C34878D82A}">
                        <a16:rowId xmlns:a16="http://schemas.microsoft.com/office/drawing/2014/main" val="549591821"/>
                      </a:ext>
                    </a:extLst>
                  </a:tr>
                  <a:tr h="694246">
                    <a:tc>
                      <a:txBody>
                        <a:bodyPr/>
                        <a:lstStyle/>
                        <a:p>
                          <a:endParaRPr lang="ko-KR"/>
                        </a:p>
                      </a:txBody>
                      <a:tcPr>
                        <a:blipFill>
                          <a:blip r:embed="rId3"/>
                          <a:stretch>
                            <a:fillRect t="-272807" b="-196491"/>
                          </a:stretch>
                        </a:blipFill>
                      </a:tcPr>
                    </a:tc>
                    <a:extLst>
                      <a:ext uri="{0D108BD9-81ED-4DB2-BD59-A6C34878D82A}">
                        <a16:rowId xmlns:a16="http://schemas.microsoft.com/office/drawing/2014/main" val="2571924127"/>
                      </a:ext>
                    </a:extLst>
                  </a:tr>
                  <a:tr h="694246">
                    <a:tc>
                      <a:txBody>
                        <a:bodyPr/>
                        <a:lstStyle/>
                        <a:p>
                          <a:endParaRPr lang="ko-KR"/>
                        </a:p>
                      </a:txBody>
                      <a:tcPr>
                        <a:blipFill>
                          <a:blip r:embed="rId3"/>
                          <a:stretch>
                            <a:fillRect t="-372807" b="-96491"/>
                          </a:stretch>
                        </a:blipFill>
                      </a:tcPr>
                    </a:tc>
                    <a:extLst>
                      <a:ext uri="{0D108BD9-81ED-4DB2-BD59-A6C34878D82A}">
                        <a16:rowId xmlns:a16="http://schemas.microsoft.com/office/drawing/2014/main" val="2867915854"/>
                      </a:ext>
                    </a:extLst>
                  </a:tr>
                  <a:tr h="668401">
                    <a:tc>
                      <a:txBody>
                        <a:bodyPr/>
                        <a:lstStyle/>
                        <a:p>
                          <a:endParaRPr lang="ko-KR"/>
                        </a:p>
                      </a:txBody>
                      <a:tcPr>
                        <a:blipFill>
                          <a:blip r:embed="rId3"/>
                          <a:stretch>
                            <a:fillRect t="-490000"/>
                          </a:stretch>
                        </a:blipFill>
                      </a:tcPr>
                    </a:tc>
                    <a:extLst>
                      <a:ext uri="{0D108BD9-81ED-4DB2-BD59-A6C34878D82A}">
                        <a16:rowId xmlns:a16="http://schemas.microsoft.com/office/drawing/2014/main" val="2333410646"/>
                      </a:ext>
                    </a:extLst>
                  </a:tr>
                </a:tbl>
              </a:graphicData>
            </a:graphic>
          </p:graphicFrame>
        </mc:Fallback>
      </mc:AlternateContent>
      <mc:AlternateContent xmlns:mc="http://schemas.openxmlformats.org/markup-compatibility/2006" xmlns:a14="http://schemas.microsoft.com/office/drawing/2010/main">
        <mc:Choice Requires="a14">
          <p:sp>
            <p:nvSpPr>
              <p:cNvPr id="12" name="TextBox 11"/>
              <p:cNvSpPr txBox="1"/>
              <p:nvPr/>
            </p:nvSpPr>
            <p:spPr>
              <a:xfrm>
                <a:off x="918755" y="1454128"/>
                <a:ext cx="3495957" cy="436210"/>
              </a:xfrm>
              <a:prstGeom prst="rect">
                <a:avLst/>
              </a:prstGeom>
              <a:noFill/>
            </p:spPr>
            <p:txBody>
              <a:bodyPr wrap="none" lIns="0" tIns="0" rIns="0" bIns="0" rtlCol="0">
                <a:spAutoFit/>
              </a:bodyPr>
              <a:lstStyle/>
              <a:p>
                <a:r>
                  <a:rPr lang="ko-KR" altLang="en-US" sz="2000" dirty="0"/>
                  <a:t>⑥</a:t>
                </a:r>
                <a14:m>
                  <m:oMath xmlns:m="http://schemas.openxmlformats.org/officeDocument/2006/math">
                    <m:sSup>
                      <m:sSupPr>
                        <m:ctrlPr>
                          <a:rPr lang="en-US" altLang="ko-KR" sz="2000" i="1">
                            <a:latin typeface="Cambria Math" panose="02040503050406030204" pitchFamily="18" charset="0"/>
                          </a:rPr>
                        </m:ctrlPr>
                      </m:sSupPr>
                      <m:e>
                        <m:r>
                          <a:rPr lang="en-US" altLang="ko-KR" sz="2000" i="1">
                            <a:latin typeface="Cambria Math" panose="02040503050406030204" pitchFamily="18" charset="0"/>
                          </a:rPr>
                          <m:t>𝑓</m:t>
                        </m:r>
                      </m:e>
                      <m:sup>
                        <m:r>
                          <a:rPr lang="en-US" altLang="ko-KR" sz="2000" i="1">
                            <a:latin typeface="Cambria Math" panose="02040503050406030204" pitchFamily="18" charset="0"/>
                          </a:rPr>
                          <m:t>′</m:t>
                        </m:r>
                      </m:sup>
                    </m:sSup>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f>
                      <m:fPr>
                        <m:ctrlPr>
                          <a:rPr lang="en-US" altLang="ko-KR" sz="2000" i="1" smtClean="0">
                            <a:latin typeface="Cambria Math" panose="02040503050406030204" pitchFamily="18" charset="0"/>
                          </a:rPr>
                        </m:ctrlPr>
                      </m:fPr>
                      <m:num>
                        <m:r>
                          <a:rPr lang="en-US" altLang="ko-KR" sz="2000" b="0" i="1" smtClean="0">
                            <a:latin typeface="Cambria Math" panose="02040503050406030204" pitchFamily="18" charset="0"/>
                          </a:rPr>
                          <m:t>1</m:t>
                        </m:r>
                      </m:num>
                      <m:den>
                        <m:r>
                          <a:rPr lang="en-US" altLang="ko-KR" sz="2000" b="0" i="1" smtClean="0">
                            <a:latin typeface="Cambria Math" panose="02040503050406030204" pitchFamily="18" charset="0"/>
                          </a:rPr>
                          <m:t>𝑥</m:t>
                        </m:r>
                      </m:den>
                    </m:f>
                    <m:r>
                      <a:rPr lang="en-US" altLang="ko-KR" sz="2000" i="1">
                        <a:latin typeface="Cambria Math" panose="02040503050406030204" pitchFamily="18" charset="0"/>
                        <a:ea typeface="Cambria Math" panose="02040503050406030204" pitchFamily="18" charset="0"/>
                      </a:rPr>
                      <m:t>,  </m:t>
                    </m:r>
                    <m:r>
                      <a:rPr lang="en-US" altLang="ko-KR" sz="2000" i="1">
                        <a:latin typeface="Cambria Math" panose="02040503050406030204" pitchFamily="18" charset="0"/>
                      </a:rPr>
                      <m:t>𝑔𝑖𝑣𝑒𝑛</m:t>
                    </m:r>
                    <m:r>
                      <a:rPr lang="en-US" altLang="ko-KR" sz="2000" i="1">
                        <a:latin typeface="Cambria Math" panose="02040503050406030204" pitchFamily="18" charset="0"/>
                      </a:rPr>
                      <m:t> </m:t>
                    </m:r>
                    <m:r>
                      <a:rPr lang="en-US" altLang="ko-KR" sz="2000" i="1">
                        <a:latin typeface="Cambria Math" panose="02040503050406030204" pitchFamily="18" charset="0"/>
                      </a:rPr>
                      <m:t>𝑓</m:t>
                    </m:r>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func>
                      <m:funcPr>
                        <m:ctrlPr>
                          <a:rPr lang="en-US" altLang="ko-KR" sz="2000" i="1" smtClean="0">
                            <a:latin typeface="Cambria Math" panose="02040503050406030204" pitchFamily="18" charset="0"/>
                          </a:rPr>
                        </m:ctrlPr>
                      </m:funcPr>
                      <m:fName>
                        <m:r>
                          <a:rPr lang="en-US" altLang="ko-KR" sz="2000" i="1" smtClean="0">
                            <a:latin typeface="Cambria Math" panose="02040503050406030204" pitchFamily="18" charset="0"/>
                          </a:rPr>
                          <m:t>𝑙𝑛</m:t>
                        </m:r>
                      </m:fName>
                      <m:e>
                        <m:r>
                          <a:rPr lang="en-US" altLang="ko-KR" sz="2000" b="0" i="1" smtClean="0">
                            <a:latin typeface="Cambria Math" panose="02040503050406030204" pitchFamily="18" charset="0"/>
                          </a:rPr>
                          <m:t>𝑥</m:t>
                        </m:r>
                      </m:e>
                    </m:func>
                  </m:oMath>
                </a14:m>
                <a:endParaRPr lang="ko-KR" altLang="en-US" sz="2000" i="1" dirty="0"/>
              </a:p>
            </p:txBody>
          </p:sp>
        </mc:Choice>
        <mc:Fallback xmlns="">
          <p:sp>
            <p:nvSpPr>
              <p:cNvPr id="12" name="TextBox 11"/>
              <p:cNvSpPr txBox="1">
                <a:spLocks noRot="1" noChangeAspect="1" noMove="1" noResize="1" noEditPoints="1" noAdjustHandles="1" noChangeArrowheads="1" noChangeShapeType="1" noTextEdit="1"/>
              </p:cNvSpPr>
              <p:nvPr/>
            </p:nvSpPr>
            <p:spPr>
              <a:xfrm>
                <a:off x="918755" y="1454128"/>
                <a:ext cx="3495957" cy="436210"/>
              </a:xfrm>
              <a:prstGeom prst="rect">
                <a:avLst/>
              </a:prstGeom>
              <a:blipFill>
                <a:blip r:embed="rId4"/>
                <a:stretch>
                  <a:fillRect l="-4538" t="-5634" r="-698" b="-18310"/>
                </a:stretch>
              </a:blipFill>
            </p:spPr>
            <p:txBody>
              <a:bodyPr/>
              <a:lstStyle/>
              <a:p>
                <a:r>
                  <a:rPr lang="ko-KR" altLang="en-US">
                    <a:noFill/>
                  </a:rPr>
                  <a:t> </a:t>
                </a:r>
              </a:p>
            </p:txBody>
          </p:sp>
        </mc:Fallback>
      </mc:AlternateContent>
      <p:sp>
        <p:nvSpPr>
          <p:cNvPr id="9" name="원호 8">
            <a:extLst>
              <a:ext uri="{FF2B5EF4-FFF2-40B4-BE49-F238E27FC236}">
                <a16:creationId xmlns:a16="http://schemas.microsoft.com/office/drawing/2014/main" id="{2460E244-3D94-0EEA-D2DE-B8E2F7C201E2}"/>
              </a:ext>
            </a:extLst>
          </p:cNvPr>
          <p:cNvSpPr/>
          <p:nvPr/>
        </p:nvSpPr>
        <p:spPr>
          <a:xfrm>
            <a:off x="2121408" y="3282658"/>
            <a:ext cx="759418" cy="795566"/>
          </a:xfrm>
          <a:prstGeom prst="arc">
            <a:avLst>
              <a:gd name="adj1" fmla="val 18770721"/>
              <a:gd name="adj2" fmla="val 6105386"/>
            </a:avLst>
          </a:prstGeom>
          <a:ln w="9525">
            <a:solidFill>
              <a:srgbClr val="C00000"/>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mc:AlternateContent xmlns:mc="http://schemas.openxmlformats.org/markup-compatibility/2006" xmlns:a14="http://schemas.microsoft.com/office/drawing/2010/main">
        <mc:Choice Requires="a14">
          <p:sp>
            <p:nvSpPr>
              <p:cNvPr id="11" name="직사각형 10">
                <a:extLst>
                  <a:ext uri="{FF2B5EF4-FFF2-40B4-BE49-F238E27FC236}">
                    <a16:creationId xmlns:a16="http://schemas.microsoft.com/office/drawing/2014/main" id="{DDE4DE1E-8DBA-8826-F1AF-146AEF90397A}"/>
                  </a:ext>
                </a:extLst>
              </p:cNvPr>
              <p:cNvSpPr/>
              <p:nvPr/>
            </p:nvSpPr>
            <p:spPr>
              <a:xfrm>
                <a:off x="2847062" y="3429000"/>
                <a:ext cx="1813124" cy="40857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ko-KR" sz="1200" i="1" smtClean="0">
                          <a:solidFill>
                            <a:srgbClr val="C00000"/>
                          </a:solidFill>
                          <a:latin typeface="Cambria Math" panose="02040503050406030204" pitchFamily="18" charset="0"/>
                        </a:rPr>
                        <m:t> </m:t>
                      </m:r>
                      <m:r>
                        <a:rPr lang="en-US" altLang="ko-KR" sz="1200" i="1" smtClean="0">
                          <a:solidFill>
                            <a:srgbClr val="C00000"/>
                          </a:solidFill>
                          <a:latin typeface="Cambria Math" panose="02040503050406030204" pitchFamily="18" charset="0"/>
                        </a:rPr>
                        <m:t>𝑠𝑖𝑛𝑐𝑒</m:t>
                      </m:r>
                      <m:r>
                        <a:rPr lang="en-US" altLang="ko-KR" sz="1200" b="0" i="1" smtClean="0">
                          <a:solidFill>
                            <a:srgbClr val="C00000"/>
                          </a:solidFill>
                          <a:latin typeface="Cambria Math" panose="02040503050406030204" pitchFamily="18" charset="0"/>
                        </a:rPr>
                        <m:t> </m:t>
                      </m:r>
                      <m:func>
                        <m:funcPr>
                          <m:ctrlPr>
                            <a:rPr lang="en-US" altLang="ko-KR" sz="1200" b="0" i="1" smtClean="0">
                              <a:solidFill>
                                <a:schemeClr val="tx1"/>
                              </a:solidFill>
                              <a:latin typeface="Cambria Math" panose="02040503050406030204" pitchFamily="18" charset="0"/>
                            </a:rPr>
                          </m:ctrlPr>
                        </m:funcPr>
                        <m:fName>
                          <m:r>
                            <a:rPr lang="en-US" altLang="ko-KR" sz="1200" b="0" i="1" smtClean="0">
                              <a:solidFill>
                                <a:schemeClr val="tx1"/>
                              </a:solidFill>
                              <a:latin typeface="Cambria Math" panose="02040503050406030204" pitchFamily="18" charset="0"/>
                            </a:rPr>
                            <m:t>𝑙𝑛</m:t>
                          </m:r>
                        </m:fName>
                        <m:e>
                          <m:f>
                            <m:fPr>
                              <m:ctrlPr>
                                <a:rPr lang="en-US" altLang="ko-KR" sz="1200" b="0" i="1" smtClean="0">
                                  <a:solidFill>
                                    <a:schemeClr val="tx1"/>
                                  </a:solidFill>
                                  <a:latin typeface="Cambria Math" panose="02040503050406030204" pitchFamily="18" charset="0"/>
                                </a:rPr>
                              </m:ctrlPr>
                            </m:fPr>
                            <m:num>
                              <m:r>
                                <a:rPr lang="en-US" altLang="ko-KR" sz="1200" b="0" i="1" smtClean="0">
                                  <a:solidFill>
                                    <a:schemeClr val="tx1"/>
                                  </a:solidFill>
                                  <a:latin typeface="Cambria Math" panose="02040503050406030204" pitchFamily="18" charset="0"/>
                                </a:rPr>
                                <m:t>𝑎</m:t>
                              </m:r>
                            </m:num>
                            <m:den>
                              <m:r>
                                <a:rPr lang="en-US" altLang="ko-KR" sz="1200" b="0" i="1" smtClean="0">
                                  <a:solidFill>
                                    <a:schemeClr val="tx1"/>
                                  </a:solidFill>
                                  <a:latin typeface="Cambria Math" panose="02040503050406030204" pitchFamily="18" charset="0"/>
                                </a:rPr>
                                <m:t>𝑏</m:t>
                              </m:r>
                            </m:den>
                          </m:f>
                        </m:e>
                      </m:func>
                      <m:r>
                        <a:rPr lang="en-US" altLang="ko-KR" sz="1200" i="1">
                          <a:solidFill>
                            <a:schemeClr val="tx1"/>
                          </a:solidFill>
                          <a:latin typeface="Cambria Math" panose="02040503050406030204" pitchFamily="18" charset="0"/>
                        </a:rPr>
                        <m:t>=</m:t>
                      </m:r>
                      <m:func>
                        <m:funcPr>
                          <m:ctrlPr>
                            <a:rPr lang="en-US" altLang="ko-KR" sz="1200" i="1" smtClean="0">
                              <a:solidFill>
                                <a:schemeClr val="tx1"/>
                              </a:solidFill>
                              <a:latin typeface="Cambria Math" panose="02040503050406030204" pitchFamily="18" charset="0"/>
                            </a:rPr>
                          </m:ctrlPr>
                        </m:funcPr>
                        <m:fName>
                          <m:r>
                            <a:rPr lang="en-US" altLang="ko-KR" sz="1200" i="1" smtClean="0">
                              <a:solidFill>
                                <a:schemeClr val="tx1"/>
                              </a:solidFill>
                              <a:latin typeface="Cambria Math" panose="02040503050406030204" pitchFamily="18" charset="0"/>
                            </a:rPr>
                            <m:t>𝑙𝑛</m:t>
                          </m:r>
                        </m:fName>
                        <m:e>
                          <m:r>
                            <a:rPr lang="en-US" altLang="ko-KR" sz="1200" b="0" i="1" smtClean="0">
                              <a:solidFill>
                                <a:schemeClr val="tx1"/>
                              </a:solidFill>
                              <a:latin typeface="Cambria Math" panose="02040503050406030204" pitchFamily="18" charset="0"/>
                            </a:rPr>
                            <m:t>𝑎</m:t>
                          </m:r>
                        </m:e>
                      </m:func>
                      <m:r>
                        <a:rPr lang="en-US" altLang="ko-KR" sz="1200" b="0" i="1" smtClean="0">
                          <a:solidFill>
                            <a:schemeClr val="tx1"/>
                          </a:solidFill>
                          <a:latin typeface="Cambria Math" panose="02040503050406030204" pitchFamily="18" charset="0"/>
                        </a:rPr>
                        <m:t>−</m:t>
                      </m:r>
                      <m:func>
                        <m:funcPr>
                          <m:ctrlPr>
                            <a:rPr lang="en-US" altLang="ko-KR" sz="1200" i="1">
                              <a:latin typeface="Cambria Math" panose="02040503050406030204" pitchFamily="18" charset="0"/>
                            </a:rPr>
                          </m:ctrlPr>
                        </m:funcPr>
                        <m:fName>
                          <m:r>
                            <a:rPr lang="en-US" altLang="ko-KR" sz="1200" i="1">
                              <a:latin typeface="Cambria Math" panose="02040503050406030204" pitchFamily="18" charset="0"/>
                            </a:rPr>
                            <m:t>𝑙𝑛</m:t>
                          </m:r>
                        </m:fName>
                        <m:e>
                          <m:r>
                            <a:rPr lang="en-US" altLang="ko-KR" sz="1200" b="0" i="1" smtClean="0">
                              <a:latin typeface="Cambria Math" panose="02040503050406030204" pitchFamily="18" charset="0"/>
                            </a:rPr>
                            <m:t>𝑏</m:t>
                          </m:r>
                        </m:e>
                      </m:func>
                    </m:oMath>
                  </m:oMathPara>
                </a14:m>
                <a:endParaRPr lang="ko-KR" altLang="en-US" sz="1200" i="1" dirty="0">
                  <a:solidFill>
                    <a:schemeClr val="tx1"/>
                  </a:solidFill>
                </a:endParaRPr>
              </a:p>
            </p:txBody>
          </p:sp>
        </mc:Choice>
        <mc:Fallback xmlns="">
          <p:sp>
            <p:nvSpPr>
              <p:cNvPr id="11" name="직사각형 10">
                <a:extLst>
                  <a:ext uri="{FF2B5EF4-FFF2-40B4-BE49-F238E27FC236}">
                    <a16:creationId xmlns:a16="http://schemas.microsoft.com/office/drawing/2014/main" id="{DDE4DE1E-8DBA-8826-F1AF-146AEF90397A}"/>
                  </a:ext>
                </a:extLst>
              </p:cNvPr>
              <p:cNvSpPr>
                <a:spLocks noRot="1" noChangeAspect="1" noMove="1" noResize="1" noEditPoints="1" noAdjustHandles="1" noChangeArrowheads="1" noChangeShapeType="1" noTextEdit="1"/>
              </p:cNvSpPr>
              <p:nvPr/>
            </p:nvSpPr>
            <p:spPr>
              <a:xfrm>
                <a:off x="2847062" y="3429000"/>
                <a:ext cx="1813124" cy="408573"/>
              </a:xfrm>
              <a:prstGeom prst="rect">
                <a:avLst/>
              </a:prstGeom>
              <a:blipFill>
                <a:blip r:embed="rId5"/>
                <a:stretch>
                  <a:fillRect/>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40589518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mc:AlternateContent xmlns:mc="http://schemas.openxmlformats.org/markup-compatibility/2006" xmlns:a14="http://schemas.microsoft.com/office/drawing/2010/main">
        <mc:Choice Requires="a14">
          <p:graphicFrame>
            <p:nvGraphicFramePr>
              <p:cNvPr id="10" name="표 9"/>
              <p:cNvGraphicFramePr>
                <a:graphicFrameLocks noGrp="1"/>
              </p:cNvGraphicFramePr>
              <p:nvPr>
                <p:extLst>
                  <p:ext uri="{D42A27DB-BD31-4B8C-83A1-F6EECF244321}">
                    <p14:modId xmlns:p14="http://schemas.microsoft.com/office/powerpoint/2010/main" val="1639952194"/>
                  </p:ext>
                </p:extLst>
              </p:nvPr>
            </p:nvGraphicFramePr>
            <p:xfrm>
              <a:off x="930342" y="2531450"/>
              <a:ext cx="6019098" cy="3571851"/>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41513">
                    <a:tc>
                      <a:txBody>
                        <a:bodyPr/>
                        <a:lstStyle/>
                        <a:p>
                          <a:pPr algn="l" latinLnBrk="1"/>
                          <a14:m>
                            <m:oMathPara xmlns:m="http://schemas.openxmlformats.org/officeDocument/2006/math">
                              <m:oMathParaPr>
                                <m:jc m:val="left"/>
                              </m:oMathParaPr>
                              <m:oMath xmlns:m="http://schemas.openxmlformats.org/officeDocument/2006/math">
                                <m:r>
                                  <a:rPr lang="en-US" altLang="ko-KR" sz="1400" smtClean="0">
                                    <a:latin typeface="Cambria Math" panose="02040503050406030204" pitchFamily="18" charset="0"/>
                                  </a:rPr>
                                  <m:t>=</m:t>
                                </m:r>
                                <m:func>
                                  <m:funcPr>
                                    <m:ctrlPr>
                                      <a:rPr lang="en-US" altLang="ko-KR" sz="1400" i="1" smtClean="0">
                                        <a:latin typeface="Cambria Math" panose="02040503050406030204" pitchFamily="18" charset="0"/>
                                      </a:rPr>
                                    </m:ctrlPr>
                                  </m:funcPr>
                                  <m:fName>
                                    <m:limLow>
                                      <m:limLowPr>
                                        <m:ctrlPr>
                                          <a:rPr lang="en-US" altLang="ko-KR" sz="1400" i="1" smtClean="0">
                                            <a:latin typeface="Cambria Math" panose="02040503050406030204" pitchFamily="18" charset="0"/>
                                          </a:rPr>
                                        </m:ctrlPr>
                                      </m:limLowPr>
                                      <m:e>
                                        <m:r>
                                          <a:rPr lang="en-US" altLang="ko-KR" sz="1400" smtClean="0">
                                            <a:latin typeface="Cambria Math" panose="02040503050406030204" pitchFamily="18" charset="0"/>
                                          </a:rPr>
                                          <m:t>𝑙𝑖𝑚</m:t>
                                        </m:r>
                                      </m:e>
                                      <m:lim>
                                        <m:r>
                                          <a:rPr lang="en-US" altLang="ko-KR" sz="1400" smtClean="0">
                                            <a:latin typeface="Cambria Math" panose="02040503050406030204" pitchFamily="18" charset="0"/>
                                          </a:rPr>
                                          <m:t>h</m:t>
                                        </m:r>
                                        <m:r>
                                          <a:rPr lang="en-US" altLang="ko-KR" sz="1400" smtClean="0">
                                            <a:latin typeface="Cambria Math" panose="02040503050406030204" pitchFamily="18" charset="0"/>
                                          </a:rPr>
                                          <m:t>→0</m:t>
                                        </m:r>
                                      </m:lim>
                                    </m:limLow>
                                  </m:fName>
                                  <m:e>
                                    <m:f>
                                      <m:fPr>
                                        <m:ctrlPr>
                                          <a:rPr lang="en-US" altLang="ko-KR" sz="1400" i="1" smtClean="0">
                                            <a:latin typeface="Cambria Math" panose="02040503050406030204" pitchFamily="18" charset="0"/>
                                          </a:rPr>
                                        </m:ctrlPr>
                                      </m:fPr>
                                      <m:num>
                                        <m:r>
                                          <a:rPr lang="en-US" altLang="ko-KR" sz="1400" b="0" smtClean="0">
                                            <a:latin typeface="Cambria Math" panose="02040503050406030204" pitchFamily="18" charset="0"/>
                                          </a:rPr>
                                          <m:t>1</m:t>
                                        </m:r>
                                      </m:num>
                                      <m:den>
                                        <m:r>
                                          <a:rPr lang="en-US" altLang="ko-KR" sz="1400" b="0" smtClean="0">
                                            <a:latin typeface="Cambria Math" panose="02040503050406030204" pitchFamily="18" charset="0"/>
                                          </a:rPr>
                                          <m:t>𝑥</m:t>
                                        </m:r>
                                      </m:den>
                                    </m:f>
                                    <m:func>
                                      <m:funcPr>
                                        <m:ctrlPr>
                                          <a:rPr lang="en-US" altLang="ko-KR" sz="1400" i="1" smtClean="0">
                                            <a:latin typeface="Cambria Math" panose="02040503050406030204" pitchFamily="18" charset="0"/>
                                          </a:rPr>
                                        </m:ctrlPr>
                                      </m:funcPr>
                                      <m:fName>
                                        <m:r>
                                          <a:rPr lang="en-US" altLang="ko-KR" sz="1400" smtClean="0">
                                            <a:latin typeface="Cambria Math" panose="02040503050406030204" pitchFamily="18" charset="0"/>
                                          </a:rPr>
                                          <m:t>𝑙𝑛</m:t>
                                        </m:r>
                                      </m:fName>
                                      <m:e>
                                        <m:sSup>
                                          <m:sSupPr>
                                            <m:ctrlPr>
                                              <a:rPr lang="en-US" altLang="ko-KR" sz="1400" i="1" smtClean="0">
                                                <a:latin typeface="Cambria Math" panose="02040503050406030204" pitchFamily="18" charset="0"/>
                                              </a:rPr>
                                            </m:ctrlPr>
                                          </m:sSupPr>
                                          <m:e>
                                            <m:d>
                                              <m:dPr>
                                                <m:ctrlPr>
                                                  <a:rPr lang="en-US" altLang="ko-KR" sz="1400" i="1" smtClean="0">
                                                    <a:latin typeface="Cambria Math" panose="02040503050406030204" pitchFamily="18" charset="0"/>
                                                  </a:rPr>
                                                </m:ctrlPr>
                                              </m:dPr>
                                              <m:e>
                                                <m:r>
                                                  <a:rPr lang="en-US" altLang="ko-KR" sz="1400" b="0" smtClean="0">
                                                    <a:latin typeface="Cambria Math" panose="02040503050406030204" pitchFamily="18" charset="0"/>
                                                  </a:rPr>
                                                  <m:t>1+</m:t>
                                                </m:r>
                                                <m:f>
                                                  <m:fPr>
                                                    <m:ctrlPr>
                                                      <a:rPr lang="en-US" altLang="ko-KR" sz="1400" i="1" smtClean="0">
                                                        <a:latin typeface="Cambria Math" panose="02040503050406030204" pitchFamily="18" charset="0"/>
                                                      </a:rPr>
                                                    </m:ctrlPr>
                                                  </m:fPr>
                                                  <m:num>
                                                    <m:r>
                                                      <a:rPr lang="en-US" altLang="ko-KR" sz="1400" b="0" smtClean="0">
                                                        <a:latin typeface="Cambria Math" panose="02040503050406030204" pitchFamily="18" charset="0"/>
                                                      </a:rPr>
                                                      <m:t>h</m:t>
                                                    </m:r>
                                                  </m:num>
                                                  <m:den>
                                                    <m:r>
                                                      <a:rPr lang="en-US" altLang="ko-KR" sz="1400" b="0" smtClean="0">
                                                        <a:latin typeface="Cambria Math" panose="02040503050406030204" pitchFamily="18" charset="0"/>
                                                      </a:rPr>
                                                      <m:t>𝑥</m:t>
                                                    </m:r>
                                                  </m:den>
                                                </m:f>
                                              </m:e>
                                            </m:d>
                                          </m:e>
                                          <m:sup>
                                            <m:f>
                                              <m:fPr>
                                                <m:ctrlPr>
                                                  <a:rPr lang="en-US" altLang="ko-KR" sz="1400" i="1" smtClean="0">
                                                    <a:latin typeface="Cambria Math" panose="02040503050406030204" pitchFamily="18" charset="0"/>
                                                  </a:rPr>
                                                </m:ctrlPr>
                                              </m:fPr>
                                              <m:num>
                                                <m:r>
                                                  <a:rPr lang="en-US" altLang="ko-KR" sz="1400" b="0" smtClean="0">
                                                    <a:latin typeface="Cambria Math" panose="02040503050406030204" pitchFamily="18" charset="0"/>
                                                  </a:rPr>
                                                  <m:t>𝑥</m:t>
                                                </m:r>
                                              </m:num>
                                              <m:den>
                                                <m:r>
                                                  <a:rPr lang="en-US" altLang="ko-KR" sz="1400" b="0" smtClean="0">
                                                    <a:latin typeface="Cambria Math" panose="02040503050406030204" pitchFamily="18" charset="0"/>
                                                  </a:rPr>
                                                  <m:t>h</m:t>
                                                </m:r>
                                              </m:den>
                                            </m:f>
                                          </m:sup>
                                        </m:sSup>
                                      </m:e>
                                    </m:func>
                                  </m:e>
                                </m:func>
                              </m:oMath>
                            </m:oMathPara>
                          </a14:m>
                          <a:endParaRPr lang="ko-KR" altLang="en-US" sz="1400" i="1" dirty="0"/>
                        </a:p>
                      </a:txBody>
                      <a:tcPr/>
                    </a:tc>
                    <a:extLst>
                      <a:ext uri="{0D108BD9-81ED-4DB2-BD59-A6C34878D82A}">
                        <a16:rowId xmlns:a16="http://schemas.microsoft.com/office/drawing/2014/main" val="1349850590"/>
                      </a:ext>
                    </a:extLst>
                  </a:tr>
                  <a:tr h="64151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tc>
                    <a:extLst>
                      <a:ext uri="{0D108BD9-81ED-4DB2-BD59-A6C34878D82A}">
                        <a16:rowId xmlns:a16="http://schemas.microsoft.com/office/drawing/2014/main" val="450883624"/>
                      </a:ext>
                    </a:extLst>
                  </a:tr>
                  <a:tr h="6112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nchor="ctr"/>
                    </a:tc>
                    <a:extLst>
                      <a:ext uri="{0D108BD9-81ED-4DB2-BD59-A6C34878D82A}">
                        <a16:rowId xmlns:a16="http://schemas.microsoft.com/office/drawing/2014/main" val="549591821"/>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tc>
                    <a:extLst>
                      <a:ext uri="{0D108BD9-81ED-4DB2-BD59-A6C34878D82A}">
                        <a16:rowId xmlns:a16="http://schemas.microsoft.com/office/drawing/2014/main" val="2571924127"/>
                      </a:ext>
                    </a:extLst>
                  </a:tr>
                  <a:tr h="549223">
                    <a:tc>
                      <a:txBody>
                        <a:bodyPr/>
                        <a:lstStyle/>
                        <a:p>
                          <a:pPr algn="l" latinLnBrk="1"/>
                          <a:endParaRPr lang="ko-KR" altLang="en-US" sz="1400" i="1" dirty="0"/>
                        </a:p>
                      </a:txBody>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tc>
                    <a:extLst>
                      <a:ext uri="{0D108BD9-81ED-4DB2-BD59-A6C34878D82A}">
                        <a16:rowId xmlns:a16="http://schemas.microsoft.com/office/drawing/2014/main" val="2333410646"/>
                      </a:ext>
                    </a:extLst>
                  </a:tr>
                </a:tbl>
              </a:graphicData>
            </a:graphic>
          </p:graphicFrame>
        </mc:Choice>
        <mc:Fallback xmlns="">
          <p:graphicFrame>
            <p:nvGraphicFramePr>
              <p:cNvPr id="10" name="표 9"/>
              <p:cNvGraphicFramePr>
                <a:graphicFrameLocks noGrp="1"/>
              </p:cNvGraphicFramePr>
              <p:nvPr>
                <p:extLst>
                  <p:ext uri="{D42A27DB-BD31-4B8C-83A1-F6EECF244321}">
                    <p14:modId xmlns:p14="http://schemas.microsoft.com/office/powerpoint/2010/main" val="1639952194"/>
                  </p:ext>
                </p:extLst>
              </p:nvPr>
            </p:nvGraphicFramePr>
            <p:xfrm>
              <a:off x="930342" y="2531450"/>
              <a:ext cx="6019098" cy="3571851"/>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71449">
                    <a:tc>
                      <a:txBody>
                        <a:bodyPr/>
                        <a:lstStyle/>
                        <a:p>
                          <a:endParaRPr lang="ko-KR"/>
                        </a:p>
                      </a:txBody>
                      <a:tcPr>
                        <a:blipFill>
                          <a:blip r:embed="rId3"/>
                          <a:stretch>
                            <a:fillRect b="-433636"/>
                          </a:stretch>
                        </a:blipFill>
                      </a:tcPr>
                    </a:tc>
                    <a:extLst>
                      <a:ext uri="{0D108BD9-81ED-4DB2-BD59-A6C34878D82A}">
                        <a16:rowId xmlns:a16="http://schemas.microsoft.com/office/drawing/2014/main" val="1349850590"/>
                      </a:ext>
                    </a:extLst>
                  </a:tr>
                  <a:tr h="64151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tc>
                    <a:extLst>
                      <a:ext uri="{0D108BD9-81ED-4DB2-BD59-A6C34878D82A}">
                        <a16:rowId xmlns:a16="http://schemas.microsoft.com/office/drawing/2014/main" val="450883624"/>
                      </a:ext>
                    </a:extLst>
                  </a:tr>
                  <a:tr h="6112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nchor="ctr"/>
                    </a:tc>
                    <a:extLst>
                      <a:ext uri="{0D108BD9-81ED-4DB2-BD59-A6C34878D82A}">
                        <a16:rowId xmlns:a16="http://schemas.microsoft.com/office/drawing/2014/main" val="549591821"/>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tc>
                    <a:extLst>
                      <a:ext uri="{0D108BD9-81ED-4DB2-BD59-A6C34878D82A}">
                        <a16:rowId xmlns:a16="http://schemas.microsoft.com/office/drawing/2014/main" val="2571924127"/>
                      </a:ext>
                    </a:extLst>
                  </a:tr>
                  <a:tr h="549223">
                    <a:tc>
                      <a:txBody>
                        <a:bodyPr/>
                        <a:lstStyle/>
                        <a:p>
                          <a:pPr algn="l" latinLnBrk="1"/>
                          <a:endParaRPr lang="ko-KR" altLang="en-US" sz="1400" i="1" dirty="0"/>
                        </a:p>
                      </a:txBody>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tc>
                    <a:extLst>
                      <a:ext uri="{0D108BD9-81ED-4DB2-BD59-A6C34878D82A}">
                        <a16:rowId xmlns:a16="http://schemas.microsoft.com/office/drawing/2014/main" val="2333410646"/>
                      </a:ext>
                    </a:extLst>
                  </a:tr>
                </a:tbl>
              </a:graphicData>
            </a:graphic>
          </p:graphicFrame>
        </mc:Fallback>
      </mc:AlternateContent>
      <mc:AlternateContent xmlns:mc="http://schemas.openxmlformats.org/markup-compatibility/2006" xmlns:a14="http://schemas.microsoft.com/office/drawing/2010/main">
        <mc:Choice Requires="a14">
          <p:sp>
            <p:nvSpPr>
              <p:cNvPr id="12" name="TextBox 11"/>
              <p:cNvSpPr txBox="1"/>
              <p:nvPr/>
            </p:nvSpPr>
            <p:spPr>
              <a:xfrm>
                <a:off x="918755" y="1454128"/>
                <a:ext cx="3495957" cy="436210"/>
              </a:xfrm>
              <a:prstGeom prst="rect">
                <a:avLst/>
              </a:prstGeom>
              <a:noFill/>
            </p:spPr>
            <p:txBody>
              <a:bodyPr wrap="none" lIns="0" tIns="0" rIns="0" bIns="0" rtlCol="0">
                <a:spAutoFit/>
              </a:bodyPr>
              <a:lstStyle/>
              <a:p>
                <a:r>
                  <a:rPr lang="ko-KR" altLang="en-US" sz="2000" dirty="0"/>
                  <a:t>⑥</a:t>
                </a:r>
                <a14:m>
                  <m:oMath xmlns:m="http://schemas.openxmlformats.org/officeDocument/2006/math">
                    <m:sSup>
                      <m:sSupPr>
                        <m:ctrlPr>
                          <a:rPr lang="en-US" altLang="ko-KR" sz="2000" i="1">
                            <a:latin typeface="Cambria Math" panose="02040503050406030204" pitchFamily="18" charset="0"/>
                          </a:rPr>
                        </m:ctrlPr>
                      </m:sSupPr>
                      <m:e>
                        <m:r>
                          <a:rPr lang="en-US" altLang="ko-KR" sz="2000" i="1">
                            <a:latin typeface="Cambria Math" panose="02040503050406030204" pitchFamily="18" charset="0"/>
                          </a:rPr>
                          <m:t>𝑓</m:t>
                        </m:r>
                      </m:e>
                      <m:sup>
                        <m:r>
                          <a:rPr lang="en-US" altLang="ko-KR" sz="2000" i="1">
                            <a:latin typeface="Cambria Math" panose="02040503050406030204" pitchFamily="18" charset="0"/>
                          </a:rPr>
                          <m:t>′</m:t>
                        </m:r>
                      </m:sup>
                    </m:sSup>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f>
                      <m:fPr>
                        <m:ctrlPr>
                          <a:rPr lang="en-US" altLang="ko-KR" sz="2000" i="1" smtClean="0">
                            <a:latin typeface="Cambria Math" panose="02040503050406030204" pitchFamily="18" charset="0"/>
                          </a:rPr>
                        </m:ctrlPr>
                      </m:fPr>
                      <m:num>
                        <m:r>
                          <a:rPr lang="en-US" altLang="ko-KR" sz="2000" b="0" i="1" smtClean="0">
                            <a:latin typeface="Cambria Math" panose="02040503050406030204" pitchFamily="18" charset="0"/>
                          </a:rPr>
                          <m:t>1</m:t>
                        </m:r>
                      </m:num>
                      <m:den>
                        <m:r>
                          <a:rPr lang="en-US" altLang="ko-KR" sz="2000" b="0" i="1" smtClean="0">
                            <a:latin typeface="Cambria Math" panose="02040503050406030204" pitchFamily="18" charset="0"/>
                          </a:rPr>
                          <m:t>𝑥</m:t>
                        </m:r>
                      </m:den>
                    </m:f>
                    <m:r>
                      <a:rPr lang="en-US" altLang="ko-KR" sz="2000" i="1">
                        <a:latin typeface="Cambria Math" panose="02040503050406030204" pitchFamily="18" charset="0"/>
                        <a:ea typeface="Cambria Math" panose="02040503050406030204" pitchFamily="18" charset="0"/>
                      </a:rPr>
                      <m:t>,  </m:t>
                    </m:r>
                    <m:r>
                      <a:rPr lang="en-US" altLang="ko-KR" sz="2000" i="1">
                        <a:latin typeface="Cambria Math" panose="02040503050406030204" pitchFamily="18" charset="0"/>
                      </a:rPr>
                      <m:t>𝑔𝑖𝑣𝑒𝑛</m:t>
                    </m:r>
                    <m:r>
                      <a:rPr lang="en-US" altLang="ko-KR" sz="2000" i="1">
                        <a:latin typeface="Cambria Math" panose="02040503050406030204" pitchFamily="18" charset="0"/>
                      </a:rPr>
                      <m:t> </m:t>
                    </m:r>
                    <m:r>
                      <a:rPr lang="en-US" altLang="ko-KR" sz="2000" i="1">
                        <a:latin typeface="Cambria Math" panose="02040503050406030204" pitchFamily="18" charset="0"/>
                      </a:rPr>
                      <m:t>𝑓</m:t>
                    </m:r>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func>
                      <m:funcPr>
                        <m:ctrlPr>
                          <a:rPr lang="en-US" altLang="ko-KR" sz="2000" i="1" smtClean="0">
                            <a:latin typeface="Cambria Math" panose="02040503050406030204" pitchFamily="18" charset="0"/>
                          </a:rPr>
                        </m:ctrlPr>
                      </m:funcPr>
                      <m:fName>
                        <m:r>
                          <a:rPr lang="en-US" altLang="ko-KR" sz="2000" i="1" smtClean="0">
                            <a:latin typeface="Cambria Math" panose="02040503050406030204" pitchFamily="18" charset="0"/>
                          </a:rPr>
                          <m:t>𝑙𝑛</m:t>
                        </m:r>
                      </m:fName>
                      <m:e>
                        <m:r>
                          <a:rPr lang="en-US" altLang="ko-KR" sz="2000" b="0" i="1" smtClean="0">
                            <a:latin typeface="Cambria Math" panose="02040503050406030204" pitchFamily="18" charset="0"/>
                          </a:rPr>
                          <m:t>𝑥</m:t>
                        </m:r>
                      </m:e>
                    </m:func>
                  </m:oMath>
                </a14:m>
                <a:endParaRPr lang="ko-KR" altLang="en-US" sz="2000" i="1" dirty="0"/>
              </a:p>
            </p:txBody>
          </p:sp>
        </mc:Choice>
        <mc:Fallback xmlns="">
          <p:sp>
            <p:nvSpPr>
              <p:cNvPr id="12" name="TextBox 11"/>
              <p:cNvSpPr txBox="1">
                <a:spLocks noRot="1" noChangeAspect="1" noMove="1" noResize="1" noEditPoints="1" noAdjustHandles="1" noChangeArrowheads="1" noChangeShapeType="1" noTextEdit="1"/>
              </p:cNvSpPr>
              <p:nvPr/>
            </p:nvSpPr>
            <p:spPr>
              <a:xfrm>
                <a:off x="918755" y="1454128"/>
                <a:ext cx="3495957" cy="436210"/>
              </a:xfrm>
              <a:prstGeom prst="rect">
                <a:avLst/>
              </a:prstGeom>
              <a:blipFill>
                <a:blip r:embed="rId4"/>
                <a:stretch>
                  <a:fillRect l="-4538" t="-5634" r="-698" b="-18310"/>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158600582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mc:AlternateContent xmlns:mc="http://schemas.openxmlformats.org/markup-compatibility/2006" xmlns:a14="http://schemas.microsoft.com/office/drawing/2010/main">
        <mc:Choice Requires="a14">
          <p:graphicFrame>
            <p:nvGraphicFramePr>
              <p:cNvPr id="10" name="표 9"/>
              <p:cNvGraphicFramePr>
                <a:graphicFrameLocks noGrp="1"/>
              </p:cNvGraphicFramePr>
              <p:nvPr>
                <p:extLst>
                  <p:ext uri="{D42A27DB-BD31-4B8C-83A1-F6EECF244321}">
                    <p14:modId xmlns:p14="http://schemas.microsoft.com/office/powerpoint/2010/main" val="324912289"/>
                  </p:ext>
                </p:extLst>
              </p:nvPr>
            </p:nvGraphicFramePr>
            <p:xfrm>
              <a:off x="930342" y="2531450"/>
              <a:ext cx="6019098" cy="3601787"/>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41513">
                    <a:tc>
                      <a:txBody>
                        <a:bodyPr/>
                        <a:lstStyle/>
                        <a:p>
                          <a:pPr algn="l" latinLnBrk="1"/>
                          <a14:m>
                            <m:oMathPara xmlns:m="http://schemas.openxmlformats.org/officeDocument/2006/math">
                              <m:oMathParaPr>
                                <m:jc m:val="left"/>
                              </m:oMathParaPr>
                              <m:oMath xmlns:m="http://schemas.openxmlformats.org/officeDocument/2006/math">
                                <m:r>
                                  <a:rPr lang="en-US" altLang="ko-KR" sz="1400" smtClean="0">
                                    <a:latin typeface="Cambria Math" panose="02040503050406030204" pitchFamily="18" charset="0"/>
                                  </a:rPr>
                                  <m:t>=</m:t>
                                </m:r>
                                <m:func>
                                  <m:funcPr>
                                    <m:ctrlPr>
                                      <a:rPr lang="en-US" altLang="ko-KR" sz="1400" i="1" smtClean="0">
                                        <a:latin typeface="Cambria Math" panose="02040503050406030204" pitchFamily="18" charset="0"/>
                                      </a:rPr>
                                    </m:ctrlPr>
                                  </m:funcPr>
                                  <m:fName>
                                    <m:limLow>
                                      <m:limLowPr>
                                        <m:ctrlPr>
                                          <a:rPr lang="en-US" altLang="ko-KR" sz="1400" i="1" smtClean="0">
                                            <a:latin typeface="Cambria Math" panose="02040503050406030204" pitchFamily="18" charset="0"/>
                                          </a:rPr>
                                        </m:ctrlPr>
                                      </m:limLowPr>
                                      <m:e>
                                        <m:r>
                                          <a:rPr lang="en-US" altLang="ko-KR" sz="1400" smtClean="0">
                                            <a:latin typeface="Cambria Math" panose="02040503050406030204" pitchFamily="18" charset="0"/>
                                          </a:rPr>
                                          <m:t>𝑙𝑖𝑚</m:t>
                                        </m:r>
                                      </m:e>
                                      <m:lim>
                                        <m:r>
                                          <a:rPr lang="en-US" altLang="ko-KR" sz="1400" smtClean="0">
                                            <a:latin typeface="Cambria Math" panose="02040503050406030204" pitchFamily="18" charset="0"/>
                                          </a:rPr>
                                          <m:t>h</m:t>
                                        </m:r>
                                        <m:r>
                                          <a:rPr lang="en-US" altLang="ko-KR" sz="1400" smtClean="0">
                                            <a:latin typeface="Cambria Math" panose="02040503050406030204" pitchFamily="18" charset="0"/>
                                          </a:rPr>
                                          <m:t>→0</m:t>
                                        </m:r>
                                      </m:lim>
                                    </m:limLow>
                                  </m:fName>
                                  <m:e>
                                    <m:f>
                                      <m:fPr>
                                        <m:ctrlPr>
                                          <a:rPr lang="en-US" altLang="ko-KR" sz="1400" i="1" smtClean="0">
                                            <a:latin typeface="Cambria Math" panose="02040503050406030204" pitchFamily="18" charset="0"/>
                                          </a:rPr>
                                        </m:ctrlPr>
                                      </m:fPr>
                                      <m:num>
                                        <m:r>
                                          <a:rPr lang="en-US" altLang="ko-KR" sz="1400" b="0" smtClean="0">
                                            <a:latin typeface="Cambria Math" panose="02040503050406030204" pitchFamily="18" charset="0"/>
                                          </a:rPr>
                                          <m:t>1</m:t>
                                        </m:r>
                                      </m:num>
                                      <m:den>
                                        <m:r>
                                          <a:rPr lang="en-US" altLang="ko-KR" sz="1400" b="0" smtClean="0">
                                            <a:latin typeface="Cambria Math" panose="02040503050406030204" pitchFamily="18" charset="0"/>
                                          </a:rPr>
                                          <m:t>𝑥</m:t>
                                        </m:r>
                                      </m:den>
                                    </m:f>
                                    <m:func>
                                      <m:funcPr>
                                        <m:ctrlPr>
                                          <a:rPr lang="en-US" altLang="ko-KR" sz="1400" i="1" smtClean="0">
                                            <a:latin typeface="Cambria Math" panose="02040503050406030204" pitchFamily="18" charset="0"/>
                                          </a:rPr>
                                        </m:ctrlPr>
                                      </m:funcPr>
                                      <m:fName>
                                        <m:r>
                                          <a:rPr lang="en-US" altLang="ko-KR" sz="1400" smtClean="0">
                                            <a:latin typeface="Cambria Math" panose="02040503050406030204" pitchFamily="18" charset="0"/>
                                          </a:rPr>
                                          <m:t>𝑙𝑛</m:t>
                                        </m:r>
                                      </m:fName>
                                      <m:e>
                                        <m:sSup>
                                          <m:sSupPr>
                                            <m:ctrlPr>
                                              <a:rPr lang="en-US" altLang="ko-KR" sz="1400" i="1" smtClean="0">
                                                <a:latin typeface="Cambria Math" panose="02040503050406030204" pitchFamily="18" charset="0"/>
                                              </a:rPr>
                                            </m:ctrlPr>
                                          </m:sSupPr>
                                          <m:e>
                                            <m:d>
                                              <m:dPr>
                                                <m:ctrlPr>
                                                  <a:rPr lang="en-US" altLang="ko-KR" sz="1400" i="1" smtClean="0">
                                                    <a:latin typeface="Cambria Math" panose="02040503050406030204" pitchFamily="18" charset="0"/>
                                                  </a:rPr>
                                                </m:ctrlPr>
                                              </m:dPr>
                                              <m:e>
                                                <m:r>
                                                  <a:rPr lang="en-US" altLang="ko-KR" sz="1400" b="0" smtClean="0">
                                                    <a:latin typeface="Cambria Math" panose="02040503050406030204" pitchFamily="18" charset="0"/>
                                                  </a:rPr>
                                                  <m:t>1+</m:t>
                                                </m:r>
                                                <m:f>
                                                  <m:fPr>
                                                    <m:ctrlPr>
                                                      <a:rPr lang="en-US" altLang="ko-KR" sz="1400" i="1" smtClean="0">
                                                        <a:latin typeface="Cambria Math" panose="02040503050406030204" pitchFamily="18" charset="0"/>
                                                      </a:rPr>
                                                    </m:ctrlPr>
                                                  </m:fPr>
                                                  <m:num>
                                                    <m:r>
                                                      <a:rPr lang="en-US" altLang="ko-KR" sz="1400" b="0" smtClean="0">
                                                        <a:latin typeface="Cambria Math" panose="02040503050406030204" pitchFamily="18" charset="0"/>
                                                      </a:rPr>
                                                      <m:t>h</m:t>
                                                    </m:r>
                                                  </m:num>
                                                  <m:den>
                                                    <m:r>
                                                      <a:rPr lang="en-US" altLang="ko-KR" sz="1400" b="0" smtClean="0">
                                                        <a:latin typeface="Cambria Math" panose="02040503050406030204" pitchFamily="18" charset="0"/>
                                                      </a:rPr>
                                                      <m:t>𝑥</m:t>
                                                    </m:r>
                                                  </m:den>
                                                </m:f>
                                              </m:e>
                                            </m:d>
                                          </m:e>
                                          <m:sup>
                                            <m:f>
                                              <m:fPr>
                                                <m:ctrlPr>
                                                  <a:rPr lang="en-US" altLang="ko-KR" sz="1400" i="1" smtClean="0">
                                                    <a:latin typeface="Cambria Math" panose="02040503050406030204" pitchFamily="18" charset="0"/>
                                                  </a:rPr>
                                                </m:ctrlPr>
                                              </m:fPr>
                                              <m:num>
                                                <m:r>
                                                  <a:rPr lang="en-US" altLang="ko-KR" sz="1400" b="0" smtClean="0">
                                                    <a:latin typeface="Cambria Math" panose="02040503050406030204" pitchFamily="18" charset="0"/>
                                                  </a:rPr>
                                                  <m:t>𝑥</m:t>
                                                </m:r>
                                              </m:num>
                                              <m:den>
                                                <m:r>
                                                  <a:rPr lang="en-US" altLang="ko-KR" sz="1400" b="0" smtClean="0">
                                                    <a:latin typeface="Cambria Math" panose="02040503050406030204" pitchFamily="18" charset="0"/>
                                                  </a:rPr>
                                                  <m:t>h</m:t>
                                                </m:r>
                                              </m:den>
                                            </m:f>
                                          </m:sup>
                                        </m:sSup>
                                      </m:e>
                                    </m:func>
                                  </m:e>
                                </m:func>
                              </m:oMath>
                            </m:oMathPara>
                          </a14:m>
                          <a:endParaRPr lang="ko-KR" altLang="en-US" sz="1400" i="1" dirty="0"/>
                        </a:p>
                      </a:txBody>
                      <a:tcPr/>
                    </a:tc>
                    <a:extLst>
                      <a:ext uri="{0D108BD9-81ED-4DB2-BD59-A6C34878D82A}">
                        <a16:rowId xmlns:a16="http://schemas.microsoft.com/office/drawing/2014/main" val="1349850590"/>
                      </a:ext>
                    </a:extLst>
                  </a:tr>
                  <a:tr h="64151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altLang="ko-KR" sz="1400" smtClean="0">
                                    <a:latin typeface="Cambria Math" panose="02040503050406030204" pitchFamily="18" charset="0"/>
                                  </a:rPr>
                                  <m:t>=</m:t>
                                </m:r>
                                <m:func>
                                  <m:funcPr>
                                    <m:ctrlPr>
                                      <a:rPr lang="en-US" altLang="ko-KR" sz="1400" i="1" smtClean="0">
                                        <a:latin typeface="Cambria Math" panose="02040503050406030204" pitchFamily="18" charset="0"/>
                                      </a:rPr>
                                    </m:ctrlPr>
                                  </m:funcPr>
                                  <m:fName>
                                    <m:f>
                                      <m:fPr>
                                        <m:ctrlPr>
                                          <a:rPr lang="en-US" altLang="ko-KR" sz="1400" i="1" smtClean="0">
                                            <a:latin typeface="Cambria Math" panose="02040503050406030204" pitchFamily="18" charset="0"/>
                                          </a:rPr>
                                        </m:ctrlPr>
                                      </m:fPr>
                                      <m:num>
                                        <m:r>
                                          <a:rPr lang="en-US" altLang="ko-KR" sz="1400" b="0" smtClean="0">
                                            <a:latin typeface="Cambria Math" panose="02040503050406030204" pitchFamily="18" charset="0"/>
                                          </a:rPr>
                                          <m:t>1</m:t>
                                        </m:r>
                                      </m:num>
                                      <m:den>
                                        <m:r>
                                          <a:rPr lang="en-US" altLang="ko-KR" sz="1400" b="0" smtClean="0">
                                            <a:latin typeface="Cambria Math" panose="02040503050406030204" pitchFamily="18" charset="0"/>
                                          </a:rPr>
                                          <m:t>𝑥</m:t>
                                        </m:r>
                                      </m:den>
                                    </m:f>
                                  </m:fName>
                                  <m:e>
                                    <m:func>
                                      <m:funcPr>
                                        <m:ctrlPr>
                                          <a:rPr lang="en-US" altLang="ko-KR" sz="1400" i="1" smtClean="0">
                                            <a:latin typeface="Cambria Math" panose="02040503050406030204" pitchFamily="18" charset="0"/>
                                          </a:rPr>
                                        </m:ctrlPr>
                                      </m:funcPr>
                                      <m:fName>
                                        <m:r>
                                          <a:rPr lang="en-US" altLang="ko-KR" sz="1400" smtClean="0">
                                            <a:latin typeface="Cambria Math" panose="02040503050406030204" pitchFamily="18" charset="0"/>
                                          </a:rPr>
                                          <m:t>𝑙𝑛</m:t>
                                        </m:r>
                                      </m:fName>
                                      <m:e>
                                        <m:func>
                                          <m:funcPr>
                                            <m:ctrlPr>
                                              <a:rPr lang="en-US" altLang="ko-KR" sz="1400" i="1" smtClean="0">
                                                <a:latin typeface="Cambria Math" panose="02040503050406030204" pitchFamily="18" charset="0"/>
                                              </a:rPr>
                                            </m:ctrlPr>
                                          </m:funcPr>
                                          <m:fName>
                                            <m:limLow>
                                              <m:limLowPr>
                                                <m:ctrlPr>
                                                  <a:rPr lang="en-US" altLang="ko-KR" sz="1400" i="1" smtClean="0">
                                                    <a:latin typeface="Cambria Math" panose="02040503050406030204" pitchFamily="18" charset="0"/>
                                                  </a:rPr>
                                                </m:ctrlPr>
                                              </m:limLowPr>
                                              <m:e>
                                                <m:r>
                                                  <a:rPr lang="en-US" altLang="ko-KR" sz="1400" smtClean="0">
                                                    <a:latin typeface="Cambria Math" panose="02040503050406030204" pitchFamily="18" charset="0"/>
                                                  </a:rPr>
                                                  <m:t>𝑙𝑖𝑚</m:t>
                                                </m:r>
                                              </m:e>
                                              <m:lim>
                                                <m:r>
                                                  <a:rPr lang="en-US" altLang="ko-KR" sz="1400" smtClean="0">
                                                    <a:latin typeface="Cambria Math" panose="02040503050406030204" pitchFamily="18" charset="0"/>
                                                  </a:rPr>
                                                  <m:t>h</m:t>
                                                </m:r>
                                                <m:r>
                                                  <a:rPr lang="en-US" altLang="ko-KR" sz="1400" smtClean="0">
                                                    <a:latin typeface="Cambria Math" panose="02040503050406030204" pitchFamily="18" charset="0"/>
                                                  </a:rPr>
                                                  <m:t>→0</m:t>
                                                </m:r>
                                              </m:lim>
                                            </m:limLow>
                                          </m:fName>
                                          <m:e>
                                            <m:sSup>
                                              <m:sSupPr>
                                                <m:ctrlPr>
                                                  <a:rPr lang="en-US" altLang="ko-KR" sz="1400" i="1" smtClean="0">
                                                    <a:latin typeface="Cambria Math" panose="02040503050406030204" pitchFamily="18" charset="0"/>
                                                  </a:rPr>
                                                </m:ctrlPr>
                                              </m:sSupPr>
                                              <m:e>
                                                <m:d>
                                                  <m:dPr>
                                                    <m:ctrlPr>
                                                      <a:rPr lang="en-US" altLang="ko-KR" sz="1400" i="1" smtClean="0">
                                                        <a:latin typeface="Cambria Math" panose="02040503050406030204" pitchFamily="18" charset="0"/>
                                                      </a:rPr>
                                                    </m:ctrlPr>
                                                  </m:dPr>
                                                  <m:e>
                                                    <m:r>
                                                      <a:rPr lang="en-US" altLang="ko-KR" sz="1400" b="0" smtClean="0">
                                                        <a:latin typeface="Cambria Math" panose="02040503050406030204" pitchFamily="18" charset="0"/>
                                                      </a:rPr>
                                                      <m:t>1+</m:t>
                                                    </m:r>
                                                    <m:f>
                                                      <m:fPr>
                                                        <m:ctrlPr>
                                                          <a:rPr lang="en-US" altLang="ko-KR" sz="1400" i="1" smtClean="0">
                                                            <a:latin typeface="Cambria Math" panose="02040503050406030204" pitchFamily="18" charset="0"/>
                                                          </a:rPr>
                                                        </m:ctrlPr>
                                                      </m:fPr>
                                                      <m:num>
                                                        <m:r>
                                                          <a:rPr lang="en-US" altLang="ko-KR" sz="1400" b="0" smtClean="0">
                                                            <a:latin typeface="Cambria Math" panose="02040503050406030204" pitchFamily="18" charset="0"/>
                                                          </a:rPr>
                                                          <m:t>h</m:t>
                                                        </m:r>
                                                      </m:num>
                                                      <m:den>
                                                        <m:r>
                                                          <a:rPr lang="en-US" altLang="ko-KR" sz="1400" b="0" smtClean="0">
                                                            <a:latin typeface="Cambria Math" panose="02040503050406030204" pitchFamily="18" charset="0"/>
                                                          </a:rPr>
                                                          <m:t>𝑥</m:t>
                                                        </m:r>
                                                      </m:den>
                                                    </m:f>
                                                  </m:e>
                                                </m:d>
                                              </m:e>
                                              <m:sup>
                                                <m:f>
                                                  <m:fPr>
                                                    <m:ctrlPr>
                                                      <a:rPr lang="en-US" altLang="ko-KR" sz="1400" i="1" smtClean="0">
                                                        <a:latin typeface="Cambria Math" panose="02040503050406030204" pitchFamily="18" charset="0"/>
                                                      </a:rPr>
                                                    </m:ctrlPr>
                                                  </m:fPr>
                                                  <m:num>
                                                    <m:r>
                                                      <a:rPr lang="en-US" altLang="ko-KR" sz="1400" b="0" smtClean="0">
                                                        <a:latin typeface="Cambria Math" panose="02040503050406030204" pitchFamily="18" charset="0"/>
                                                      </a:rPr>
                                                      <m:t>𝑥</m:t>
                                                    </m:r>
                                                  </m:num>
                                                  <m:den>
                                                    <m:r>
                                                      <a:rPr lang="en-US" altLang="ko-KR" sz="1400" b="0" smtClean="0">
                                                        <a:latin typeface="Cambria Math" panose="02040503050406030204" pitchFamily="18" charset="0"/>
                                                      </a:rPr>
                                                      <m:t>h</m:t>
                                                    </m:r>
                                                  </m:den>
                                                </m:f>
                                              </m:sup>
                                            </m:sSup>
                                          </m:e>
                                        </m:func>
                                      </m:e>
                                    </m:func>
                                  </m:e>
                                </m:func>
                              </m:oMath>
                            </m:oMathPara>
                          </a14:m>
                          <a:endParaRPr lang="ko-KR" altLang="en-US" sz="1400" dirty="0"/>
                        </a:p>
                      </a:txBody>
                      <a:tcPr/>
                    </a:tc>
                    <a:extLst>
                      <a:ext uri="{0D108BD9-81ED-4DB2-BD59-A6C34878D82A}">
                        <a16:rowId xmlns:a16="http://schemas.microsoft.com/office/drawing/2014/main" val="450883624"/>
                      </a:ext>
                    </a:extLst>
                  </a:tr>
                  <a:tr h="6112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nchor="ctr"/>
                    </a:tc>
                    <a:extLst>
                      <a:ext uri="{0D108BD9-81ED-4DB2-BD59-A6C34878D82A}">
                        <a16:rowId xmlns:a16="http://schemas.microsoft.com/office/drawing/2014/main" val="549591821"/>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tc>
                    <a:extLst>
                      <a:ext uri="{0D108BD9-81ED-4DB2-BD59-A6C34878D82A}">
                        <a16:rowId xmlns:a16="http://schemas.microsoft.com/office/drawing/2014/main" val="2571924127"/>
                      </a:ext>
                    </a:extLst>
                  </a:tr>
                  <a:tr h="549223">
                    <a:tc>
                      <a:txBody>
                        <a:bodyPr/>
                        <a:lstStyle/>
                        <a:p>
                          <a:pPr algn="l" latinLnBrk="1"/>
                          <a:endParaRPr lang="ko-KR" altLang="en-US" sz="1400" i="1" dirty="0"/>
                        </a:p>
                      </a:txBody>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tc>
                    <a:extLst>
                      <a:ext uri="{0D108BD9-81ED-4DB2-BD59-A6C34878D82A}">
                        <a16:rowId xmlns:a16="http://schemas.microsoft.com/office/drawing/2014/main" val="2333410646"/>
                      </a:ext>
                    </a:extLst>
                  </a:tr>
                </a:tbl>
              </a:graphicData>
            </a:graphic>
          </p:graphicFrame>
        </mc:Choice>
        <mc:Fallback xmlns="">
          <p:graphicFrame>
            <p:nvGraphicFramePr>
              <p:cNvPr id="10" name="표 9"/>
              <p:cNvGraphicFramePr>
                <a:graphicFrameLocks noGrp="1"/>
              </p:cNvGraphicFramePr>
              <p:nvPr>
                <p:extLst>
                  <p:ext uri="{D42A27DB-BD31-4B8C-83A1-F6EECF244321}">
                    <p14:modId xmlns:p14="http://schemas.microsoft.com/office/powerpoint/2010/main" val="324912289"/>
                  </p:ext>
                </p:extLst>
              </p:nvPr>
            </p:nvGraphicFramePr>
            <p:xfrm>
              <a:off x="930342" y="2531450"/>
              <a:ext cx="6019098" cy="3601787"/>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71449">
                    <a:tc>
                      <a:txBody>
                        <a:bodyPr/>
                        <a:lstStyle/>
                        <a:p>
                          <a:endParaRPr lang="ko-KR"/>
                        </a:p>
                      </a:txBody>
                      <a:tcPr>
                        <a:blipFill>
                          <a:blip r:embed="rId3"/>
                          <a:stretch>
                            <a:fillRect b="-438182"/>
                          </a:stretch>
                        </a:blipFill>
                      </a:tcPr>
                    </a:tc>
                    <a:extLst>
                      <a:ext uri="{0D108BD9-81ED-4DB2-BD59-A6C34878D82A}">
                        <a16:rowId xmlns:a16="http://schemas.microsoft.com/office/drawing/2014/main" val="1349850590"/>
                      </a:ext>
                    </a:extLst>
                  </a:tr>
                  <a:tr h="671449">
                    <a:tc>
                      <a:txBody>
                        <a:bodyPr/>
                        <a:lstStyle/>
                        <a:p>
                          <a:endParaRPr lang="ko-KR"/>
                        </a:p>
                      </a:txBody>
                      <a:tcPr>
                        <a:blipFill>
                          <a:blip r:embed="rId3"/>
                          <a:stretch>
                            <a:fillRect t="-99099" b="-334234"/>
                          </a:stretch>
                        </a:blipFill>
                      </a:tcPr>
                    </a:tc>
                    <a:extLst>
                      <a:ext uri="{0D108BD9-81ED-4DB2-BD59-A6C34878D82A}">
                        <a16:rowId xmlns:a16="http://schemas.microsoft.com/office/drawing/2014/main" val="450883624"/>
                      </a:ext>
                    </a:extLst>
                  </a:tr>
                  <a:tr h="6112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nchor="ctr"/>
                    </a:tc>
                    <a:extLst>
                      <a:ext uri="{0D108BD9-81ED-4DB2-BD59-A6C34878D82A}">
                        <a16:rowId xmlns:a16="http://schemas.microsoft.com/office/drawing/2014/main" val="549591821"/>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tc>
                    <a:extLst>
                      <a:ext uri="{0D108BD9-81ED-4DB2-BD59-A6C34878D82A}">
                        <a16:rowId xmlns:a16="http://schemas.microsoft.com/office/drawing/2014/main" val="2571924127"/>
                      </a:ext>
                    </a:extLst>
                  </a:tr>
                  <a:tr h="549223">
                    <a:tc>
                      <a:txBody>
                        <a:bodyPr/>
                        <a:lstStyle/>
                        <a:p>
                          <a:pPr algn="l" latinLnBrk="1"/>
                          <a:endParaRPr lang="ko-KR" altLang="en-US" sz="1400" i="1" dirty="0"/>
                        </a:p>
                      </a:txBody>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tc>
                    <a:extLst>
                      <a:ext uri="{0D108BD9-81ED-4DB2-BD59-A6C34878D82A}">
                        <a16:rowId xmlns:a16="http://schemas.microsoft.com/office/drawing/2014/main" val="2333410646"/>
                      </a:ext>
                    </a:extLst>
                  </a:tr>
                </a:tbl>
              </a:graphicData>
            </a:graphic>
          </p:graphicFrame>
        </mc:Fallback>
      </mc:AlternateContent>
      <mc:AlternateContent xmlns:mc="http://schemas.openxmlformats.org/markup-compatibility/2006" xmlns:a14="http://schemas.microsoft.com/office/drawing/2010/main">
        <mc:Choice Requires="a14">
          <p:sp>
            <p:nvSpPr>
              <p:cNvPr id="12" name="TextBox 11"/>
              <p:cNvSpPr txBox="1"/>
              <p:nvPr/>
            </p:nvSpPr>
            <p:spPr>
              <a:xfrm>
                <a:off x="918755" y="1454128"/>
                <a:ext cx="3495957" cy="436210"/>
              </a:xfrm>
              <a:prstGeom prst="rect">
                <a:avLst/>
              </a:prstGeom>
              <a:noFill/>
            </p:spPr>
            <p:txBody>
              <a:bodyPr wrap="none" lIns="0" tIns="0" rIns="0" bIns="0" rtlCol="0">
                <a:spAutoFit/>
              </a:bodyPr>
              <a:lstStyle/>
              <a:p>
                <a:r>
                  <a:rPr lang="ko-KR" altLang="en-US" sz="2000" dirty="0"/>
                  <a:t>⑥</a:t>
                </a:r>
                <a14:m>
                  <m:oMath xmlns:m="http://schemas.openxmlformats.org/officeDocument/2006/math">
                    <m:sSup>
                      <m:sSupPr>
                        <m:ctrlPr>
                          <a:rPr lang="en-US" altLang="ko-KR" sz="2000" i="1">
                            <a:latin typeface="Cambria Math" panose="02040503050406030204" pitchFamily="18" charset="0"/>
                          </a:rPr>
                        </m:ctrlPr>
                      </m:sSupPr>
                      <m:e>
                        <m:r>
                          <a:rPr lang="en-US" altLang="ko-KR" sz="2000" i="1">
                            <a:latin typeface="Cambria Math" panose="02040503050406030204" pitchFamily="18" charset="0"/>
                          </a:rPr>
                          <m:t>𝑓</m:t>
                        </m:r>
                      </m:e>
                      <m:sup>
                        <m:r>
                          <a:rPr lang="en-US" altLang="ko-KR" sz="2000" i="1">
                            <a:latin typeface="Cambria Math" panose="02040503050406030204" pitchFamily="18" charset="0"/>
                          </a:rPr>
                          <m:t>′</m:t>
                        </m:r>
                      </m:sup>
                    </m:sSup>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f>
                      <m:fPr>
                        <m:ctrlPr>
                          <a:rPr lang="en-US" altLang="ko-KR" sz="2000" i="1" smtClean="0">
                            <a:latin typeface="Cambria Math" panose="02040503050406030204" pitchFamily="18" charset="0"/>
                          </a:rPr>
                        </m:ctrlPr>
                      </m:fPr>
                      <m:num>
                        <m:r>
                          <a:rPr lang="en-US" altLang="ko-KR" sz="2000" b="0" i="1" smtClean="0">
                            <a:latin typeface="Cambria Math" panose="02040503050406030204" pitchFamily="18" charset="0"/>
                          </a:rPr>
                          <m:t>1</m:t>
                        </m:r>
                      </m:num>
                      <m:den>
                        <m:r>
                          <a:rPr lang="en-US" altLang="ko-KR" sz="2000" b="0" i="1" smtClean="0">
                            <a:latin typeface="Cambria Math" panose="02040503050406030204" pitchFamily="18" charset="0"/>
                          </a:rPr>
                          <m:t>𝑥</m:t>
                        </m:r>
                      </m:den>
                    </m:f>
                    <m:r>
                      <a:rPr lang="en-US" altLang="ko-KR" sz="2000" i="1">
                        <a:latin typeface="Cambria Math" panose="02040503050406030204" pitchFamily="18" charset="0"/>
                        <a:ea typeface="Cambria Math" panose="02040503050406030204" pitchFamily="18" charset="0"/>
                      </a:rPr>
                      <m:t>,  </m:t>
                    </m:r>
                    <m:r>
                      <a:rPr lang="en-US" altLang="ko-KR" sz="2000" i="1">
                        <a:latin typeface="Cambria Math" panose="02040503050406030204" pitchFamily="18" charset="0"/>
                      </a:rPr>
                      <m:t>𝑔𝑖𝑣𝑒𝑛</m:t>
                    </m:r>
                    <m:r>
                      <a:rPr lang="en-US" altLang="ko-KR" sz="2000" i="1">
                        <a:latin typeface="Cambria Math" panose="02040503050406030204" pitchFamily="18" charset="0"/>
                      </a:rPr>
                      <m:t> </m:t>
                    </m:r>
                    <m:r>
                      <a:rPr lang="en-US" altLang="ko-KR" sz="2000" i="1">
                        <a:latin typeface="Cambria Math" panose="02040503050406030204" pitchFamily="18" charset="0"/>
                      </a:rPr>
                      <m:t>𝑓</m:t>
                    </m:r>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func>
                      <m:funcPr>
                        <m:ctrlPr>
                          <a:rPr lang="en-US" altLang="ko-KR" sz="2000" i="1" smtClean="0">
                            <a:latin typeface="Cambria Math" panose="02040503050406030204" pitchFamily="18" charset="0"/>
                          </a:rPr>
                        </m:ctrlPr>
                      </m:funcPr>
                      <m:fName>
                        <m:r>
                          <a:rPr lang="en-US" altLang="ko-KR" sz="2000" i="1" smtClean="0">
                            <a:latin typeface="Cambria Math" panose="02040503050406030204" pitchFamily="18" charset="0"/>
                          </a:rPr>
                          <m:t>𝑙𝑛</m:t>
                        </m:r>
                      </m:fName>
                      <m:e>
                        <m:r>
                          <a:rPr lang="en-US" altLang="ko-KR" sz="2000" b="0" i="1" smtClean="0">
                            <a:latin typeface="Cambria Math" panose="02040503050406030204" pitchFamily="18" charset="0"/>
                          </a:rPr>
                          <m:t>𝑥</m:t>
                        </m:r>
                      </m:e>
                    </m:func>
                  </m:oMath>
                </a14:m>
                <a:endParaRPr lang="ko-KR" altLang="en-US" sz="2000" i="1" dirty="0"/>
              </a:p>
            </p:txBody>
          </p:sp>
        </mc:Choice>
        <mc:Fallback xmlns="">
          <p:sp>
            <p:nvSpPr>
              <p:cNvPr id="12" name="TextBox 11"/>
              <p:cNvSpPr txBox="1">
                <a:spLocks noRot="1" noChangeAspect="1" noMove="1" noResize="1" noEditPoints="1" noAdjustHandles="1" noChangeArrowheads="1" noChangeShapeType="1" noTextEdit="1"/>
              </p:cNvSpPr>
              <p:nvPr/>
            </p:nvSpPr>
            <p:spPr>
              <a:xfrm>
                <a:off x="918755" y="1454128"/>
                <a:ext cx="3495957" cy="436210"/>
              </a:xfrm>
              <a:prstGeom prst="rect">
                <a:avLst/>
              </a:prstGeom>
              <a:blipFill>
                <a:blip r:embed="rId4"/>
                <a:stretch>
                  <a:fillRect l="-4538" t="-5634" r="-698" b="-18310"/>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426604367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mc:AlternateContent xmlns:mc="http://schemas.openxmlformats.org/markup-compatibility/2006" xmlns:a14="http://schemas.microsoft.com/office/drawing/2010/main">
        <mc:Choice Requires="a14">
          <p:graphicFrame>
            <p:nvGraphicFramePr>
              <p:cNvPr id="10" name="표 9"/>
              <p:cNvGraphicFramePr>
                <a:graphicFrameLocks noGrp="1"/>
              </p:cNvGraphicFramePr>
              <p:nvPr>
                <p:extLst>
                  <p:ext uri="{D42A27DB-BD31-4B8C-83A1-F6EECF244321}">
                    <p14:modId xmlns:p14="http://schemas.microsoft.com/office/powerpoint/2010/main" val="2975331981"/>
                  </p:ext>
                </p:extLst>
              </p:nvPr>
            </p:nvGraphicFramePr>
            <p:xfrm>
              <a:off x="930342" y="2531450"/>
              <a:ext cx="6019098" cy="3601787"/>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41513">
                    <a:tc>
                      <a:txBody>
                        <a:bodyPr/>
                        <a:lstStyle/>
                        <a:p>
                          <a:pPr algn="l" latinLnBrk="1"/>
                          <a14:m>
                            <m:oMathPara xmlns:m="http://schemas.openxmlformats.org/officeDocument/2006/math">
                              <m:oMathParaPr>
                                <m:jc m:val="left"/>
                              </m:oMathParaPr>
                              <m:oMath xmlns:m="http://schemas.openxmlformats.org/officeDocument/2006/math">
                                <m:r>
                                  <a:rPr lang="en-US" altLang="ko-KR" sz="1400" smtClean="0">
                                    <a:latin typeface="Cambria Math" panose="02040503050406030204" pitchFamily="18" charset="0"/>
                                  </a:rPr>
                                  <m:t>=</m:t>
                                </m:r>
                                <m:func>
                                  <m:funcPr>
                                    <m:ctrlPr>
                                      <a:rPr lang="en-US" altLang="ko-KR" sz="1400" i="1" smtClean="0">
                                        <a:latin typeface="Cambria Math" panose="02040503050406030204" pitchFamily="18" charset="0"/>
                                      </a:rPr>
                                    </m:ctrlPr>
                                  </m:funcPr>
                                  <m:fName>
                                    <m:limLow>
                                      <m:limLowPr>
                                        <m:ctrlPr>
                                          <a:rPr lang="en-US" altLang="ko-KR" sz="1400" i="1" smtClean="0">
                                            <a:latin typeface="Cambria Math" panose="02040503050406030204" pitchFamily="18" charset="0"/>
                                          </a:rPr>
                                        </m:ctrlPr>
                                      </m:limLowPr>
                                      <m:e>
                                        <m:r>
                                          <a:rPr lang="en-US" altLang="ko-KR" sz="1400" smtClean="0">
                                            <a:latin typeface="Cambria Math" panose="02040503050406030204" pitchFamily="18" charset="0"/>
                                          </a:rPr>
                                          <m:t>𝑙𝑖𝑚</m:t>
                                        </m:r>
                                      </m:e>
                                      <m:lim>
                                        <m:r>
                                          <a:rPr lang="en-US" altLang="ko-KR" sz="1400" smtClean="0">
                                            <a:latin typeface="Cambria Math" panose="02040503050406030204" pitchFamily="18" charset="0"/>
                                          </a:rPr>
                                          <m:t>h</m:t>
                                        </m:r>
                                        <m:r>
                                          <a:rPr lang="en-US" altLang="ko-KR" sz="1400" smtClean="0">
                                            <a:latin typeface="Cambria Math" panose="02040503050406030204" pitchFamily="18" charset="0"/>
                                          </a:rPr>
                                          <m:t>→0</m:t>
                                        </m:r>
                                      </m:lim>
                                    </m:limLow>
                                  </m:fName>
                                  <m:e>
                                    <m:f>
                                      <m:fPr>
                                        <m:ctrlPr>
                                          <a:rPr lang="en-US" altLang="ko-KR" sz="1400" i="1" smtClean="0">
                                            <a:latin typeface="Cambria Math" panose="02040503050406030204" pitchFamily="18" charset="0"/>
                                          </a:rPr>
                                        </m:ctrlPr>
                                      </m:fPr>
                                      <m:num>
                                        <m:r>
                                          <a:rPr lang="en-US" altLang="ko-KR" sz="1400" b="0" smtClean="0">
                                            <a:latin typeface="Cambria Math" panose="02040503050406030204" pitchFamily="18" charset="0"/>
                                          </a:rPr>
                                          <m:t>1</m:t>
                                        </m:r>
                                      </m:num>
                                      <m:den>
                                        <m:r>
                                          <a:rPr lang="en-US" altLang="ko-KR" sz="1400" b="0" smtClean="0">
                                            <a:latin typeface="Cambria Math" panose="02040503050406030204" pitchFamily="18" charset="0"/>
                                          </a:rPr>
                                          <m:t>𝑥</m:t>
                                        </m:r>
                                      </m:den>
                                    </m:f>
                                    <m:func>
                                      <m:funcPr>
                                        <m:ctrlPr>
                                          <a:rPr lang="en-US" altLang="ko-KR" sz="1400" i="1" smtClean="0">
                                            <a:latin typeface="Cambria Math" panose="02040503050406030204" pitchFamily="18" charset="0"/>
                                          </a:rPr>
                                        </m:ctrlPr>
                                      </m:funcPr>
                                      <m:fName>
                                        <m:r>
                                          <a:rPr lang="en-US" altLang="ko-KR" sz="1400" smtClean="0">
                                            <a:latin typeface="Cambria Math" panose="02040503050406030204" pitchFamily="18" charset="0"/>
                                          </a:rPr>
                                          <m:t>𝑙𝑛</m:t>
                                        </m:r>
                                      </m:fName>
                                      <m:e>
                                        <m:sSup>
                                          <m:sSupPr>
                                            <m:ctrlPr>
                                              <a:rPr lang="en-US" altLang="ko-KR" sz="1400" i="1" smtClean="0">
                                                <a:latin typeface="Cambria Math" panose="02040503050406030204" pitchFamily="18" charset="0"/>
                                              </a:rPr>
                                            </m:ctrlPr>
                                          </m:sSupPr>
                                          <m:e>
                                            <m:d>
                                              <m:dPr>
                                                <m:ctrlPr>
                                                  <a:rPr lang="en-US" altLang="ko-KR" sz="1400" i="1" smtClean="0">
                                                    <a:latin typeface="Cambria Math" panose="02040503050406030204" pitchFamily="18" charset="0"/>
                                                  </a:rPr>
                                                </m:ctrlPr>
                                              </m:dPr>
                                              <m:e>
                                                <m:r>
                                                  <a:rPr lang="en-US" altLang="ko-KR" sz="1400" b="0" smtClean="0">
                                                    <a:latin typeface="Cambria Math" panose="02040503050406030204" pitchFamily="18" charset="0"/>
                                                  </a:rPr>
                                                  <m:t>1+</m:t>
                                                </m:r>
                                                <m:f>
                                                  <m:fPr>
                                                    <m:ctrlPr>
                                                      <a:rPr lang="en-US" altLang="ko-KR" sz="1400" i="1" smtClean="0">
                                                        <a:latin typeface="Cambria Math" panose="02040503050406030204" pitchFamily="18" charset="0"/>
                                                      </a:rPr>
                                                    </m:ctrlPr>
                                                  </m:fPr>
                                                  <m:num>
                                                    <m:r>
                                                      <a:rPr lang="en-US" altLang="ko-KR" sz="1400" b="0" smtClean="0">
                                                        <a:latin typeface="Cambria Math" panose="02040503050406030204" pitchFamily="18" charset="0"/>
                                                      </a:rPr>
                                                      <m:t>h</m:t>
                                                    </m:r>
                                                  </m:num>
                                                  <m:den>
                                                    <m:r>
                                                      <a:rPr lang="en-US" altLang="ko-KR" sz="1400" b="0" smtClean="0">
                                                        <a:latin typeface="Cambria Math" panose="02040503050406030204" pitchFamily="18" charset="0"/>
                                                      </a:rPr>
                                                      <m:t>𝑥</m:t>
                                                    </m:r>
                                                  </m:den>
                                                </m:f>
                                              </m:e>
                                            </m:d>
                                          </m:e>
                                          <m:sup>
                                            <m:f>
                                              <m:fPr>
                                                <m:ctrlPr>
                                                  <a:rPr lang="en-US" altLang="ko-KR" sz="1400" i="1" smtClean="0">
                                                    <a:latin typeface="Cambria Math" panose="02040503050406030204" pitchFamily="18" charset="0"/>
                                                  </a:rPr>
                                                </m:ctrlPr>
                                              </m:fPr>
                                              <m:num>
                                                <m:r>
                                                  <a:rPr lang="en-US" altLang="ko-KR" sz="1400" b="0" smtClean="0">
                                                    <a:latin typeface="Cambria Math" panose="02040503050406030204" pitchFamily="18" charset="0"/>
                                                  </a:rPr>
                                                  <m:t>𝑥</m:t>
                                                </m:r>
                                              </m:num>
                                              <m:den>
                                                <m:r>
                                                  <a:rPr lang="en-US" altLang="ko-KR" sz="1400" b="0" smtClean="0">
                                                    <a:latin typeface="Cambria Math" panose="02040503050406030204" pitchFamily="18" charset="0"/>
                                                  </a:rPr>
                                                  <m:t>h</m:t>
                                                </m:r>
                                              </m:den>
                                            </m:f>
                                          </m:sup>
                                        </m:sSup>
                                      </m:e>
                                    </m:func>
                                  </m:e>
                                </m:func>
                              </m:oMath>
                            </m:oMathPara>
                          </a14:m>
                          <a:endParaRPr lang="ko-KR" altLang="en-US" sz="1400" i="1" dirty="0"/>
                        </a:p>
                      </a:txBody>
                      <a:tcPr/>
                    </a:tc>
                    <a:extLst>
                      <a:ext uri="{0D108BD9-81ED-4DB2-BD59-A6C34878D82A}">
                        <a16:rowId xmlns:a16="http://schemas.microsoft.com/office/drawing/2014/main" val="1349850590"/>
                      </a:ext>
                    </a:extLst>
                  </a:tr>
                  <a:tr h="64151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altLang="ko-KR" sz="1400" smtClean="0">
                                    <a:latin typeface="Cambria Math" panose="02040503050406030204" pitchFamily="18" charset="0"/>
                                  </a:rPr>
                                  <m:t>=</m:t>
                                </m:r>
                                <m:func>
                                  <m:funcPr>
                                    <m:ctrlPr>
                                      <a:rPr lang="en-US" altLang="ko-KR" sz="1400" i="1" smtClean="0">
                                        <a:latin typeface="Cambria Math" panose="02040503050406030204" pitchFamily="18" charset="0"/>
                                      </a:rPr>
                                    </m:ctrlPr>
                                  </m:funcPr>
                                  <m:fName>
                                    <m:f>
                                      <m:fPr>
                                        <m:ctrlPr>
                                          <a:rPr lang="en-US" altLang="ko-KR" sz="1400" i="1" smtClean="0">
                                            <a:latin typeface="Cambria Math" panose="02040503050406030204" pitchFamily="18" charset="0"/>
                                          </a:rPr>
                                        </m:ctrlPr>
                                      </m:fPr>
                                      <m:num>
                                        <m:r>
                                          <a:rPr lang="en-US" altLang="ko-KR" sz="1400" b="0" smtClean="0">
                                            <a:latin typeface="Cambria Math" panose="02040503050406030204" pitchFamily="18" charset="0"/>
                                          </a:rPr>
                                          <m:t>1</m:t>
                                        </m:r>
                                      </m:num>
                                      <m:den>
                                        <m:r>
                                          <a:rPr lang="en-US" altLang="ko-KR" sz="1400" b="0" smtClean="0">
                                            <a:latin typeface="Cambria Math" panose="02040503050406030204" pitchFamily="18" charset="0"/>
                                          </a:rPr>
                                          <m:t>𝑥</m:t>
                                        </m:r>
                                      </m:den>
                                    </m:f>
                                  </m:fName>
                                  <m:e>
                                    <m:func>
                                      <m:funcPr>
                                        <m:ctrlPr>
                                          <a:rPr lang="en-US" altLang="ko-KR" sz="1400" i="1" smtClean="0">
                                            <a:latin typeface="Cambria Math" panose="02040503050406030204" pitchFamily="18" charset="0"/>
                                          </a:rPr>
                                        </m:ctrlPr>
                                      </m:funcPr>
                                      <m:fName>
                                        <m:r>
                                          <a:rPr lang="en-US" altLang="ko-KR" sz="1400" smtClean="0">
                                            <a:latin typeface="Cambria Math" panose="02040503050406030204" pitchFamily="18" charset="0"/>
                                          </a:rPr>
                                          <m:t>𝑙𝑛</m:t>
                                        </m:r>
                                      </m:fName>
                                      <m:e>
                                        <m:func>
                                          <m:funcPr>
                                            <m:ctrlPr>
                                              <a:rPr lang="en-US" altLang="ko-KR" sz="1400" i="1" smtClean="0">
                                                <a:latin typeface="Cambria Math" panose="02040503050406030204" pitchFamily="18" charset="0"/>
                                              </a:rPr>
                                            </m:ctrlPr>
                                          </m:funcPr>
                                          <m:fName>
                                            <m:limLow>
                                              <m:limLowPr>
                                                <m:ctrlPr>
                                                  <a:rPr lang="en-US" altLang="ko-KR" sz="1400" i="1" smtClean="0">
                                                    <a:latin typeface="Cambria Math" panose="02040503050406030204" pitchFamily="18" charset="0"/>
                                                  </a:rPr>
                                                </m:ctrlPr>
                                              </m:limLowPr>
                                              <m:e>
                                                <m:r>
                                                  <a:rPr lang="en-US" altLang="ko-KR" sz="1400" smtClean="0">
                                                    <a:latin typeface="Cambria Math" panose="02040503050406030204" pitchFamily="18" charset="0"/>
                                                  </a:rPr>
                                                  <m:t>𝑙𝑖𝑚</m:t>
                                                </m:r>
                                              </m:e>
                                              <m:lim>
                                                <m:r>
                                                  <a:rPr lang="en-US" altLang="ko-KR" sz="1400" smtClean="0">
                                                    <a:latin typeface="Cambria Math" panose="02040503050406030204" pitchFamily="18" charset="0"/>
                                                  </a:rPr>
                                                  <m:t>h</m:t>
                                                </m:r>
                                                <m:r>
                                                  <a:rPr lang="en-US" altLang="ko-KR" sz="1400" smtClean="0">
                                                    <a:latin typeface="Cambria Math" panose="02040503050406030204" pitchFamily="18" charset="0"/>
                                                  </a:rPr>
                                                  <m:t>→0</m:t>
                                                </m:r>
                                              </m:lim>
                                            </m:limLow>
                                          </m:fName>
                                          <m:e>
                                            <m:sSup>
                                              <m:sSupPr>
                                                <m:ctrlPr>
                                                  <a:rPr lang="en-US" altLang="ko-KR" sz="1400" i="1" smtClean="0">
                                                    <a:latin typeface="Cambria Math" panose="02040503050406030204" pitchFamily="18" charset="0"/>
                                                  </a:rPr>
                                                </m:ctrlPr>
                                              </m:sSupPr>
                                              <m:e>
                                                <m:d>
                                                  <m:dPr>
                                                    <m:ctrlPr>
                                                      <a:rPr lang="en-US" altLang="ko-KR" sz="1400" i="1" smtClean="0">
                                                        <a:latin typeface="Cambria Math" panose="02040503050406030204" pitchFamily="18" charset="0"/>
                                                      </a:rPr>
                                                    </m:ctrlPr>
                                                  </m:dPr>
                                                  <m:e>
                                                    <m:r>
                                                      <a:rPr lang="en-US" altLang="ko-KR" sz="1400" b="0" smtClean="0">
                                                        <a:latin typeface="Cambria Math" panose="02040503050406030204" pitchFamily="18" charset="0"/>
                                                      </a:rPr>
                                                      <m:t>1+</m:t>
                                                    </m:r>
                                                    <m:f>
                                                      <m:fPr>
                                                        <m:ctrlPr>
                                                          <a:rPr lang="en-US" altLang="ko-KR" sz="1400" i="1" smtClean="0">
                                                            <a:latin typeface="Cambria Math" panose="02040503050406030204" pitchFamily="18" charset="0"/>
                                                          </a:rPr>
                                                        </m:ctrlPr>
                                                      </m:fPr>
                                                      <m:num>
                                                        <m:r>
                                                          <a:rPr lang="en-US" altLang="ko-KR" sz="1400" b="0" smtClean="0">
                                                            <a:latin typeface="Cambria Math" panose="02040503050406030204" pitchFamily="18" charset="0"/>
                                                          </a:rPr>
                                                          <m:t>h</m:t>
                                                        </m:r>
                                                      </m:num>
                                                      <m:den>
                                                        <m:r>
                                                          <a:rPr lang="en-US" altLang="ko-KR" sz="1400" b="0" smtClean="0">
                                                            <a:latin typeface="Cambria Math" panose="02040503050406030204" pitchFamily="18" charset="0"/>
                                                          </a:rPr>
                                                          <m:t>𝑥</m:t>
                                                        </m:r>
                                                      </m:den>
                                                    </m:f>
                                                  </m:e>
                                                </m:d>
                                              </m:e>
                                              <m:sup>
                                                <m:f>
                                                  <m:fPr>
                                                    <m:ctrlPr>
                                                      <a:rPr lang="en-US" altLang="ko-KR" sz="1400" i="1" smtClean="0">
                                                        <a:latin typeface="Cambria Math" panose="02040503050406030204" pitchFamily="18" charset="0"/>
                                                      </a:rPr>
                                                    </m:ctrlPr>
                                                  </m:fPr>
                                                  <m:num>
                                                    <m:r>
                                                      <a:rPr lang="en-US" altLang="ko-KR" sz="1400" b="0" smtClean="0">
                                                        <a:latin typeface="Cambria Math" panose="02040503050406030204" pitchFamily="18" charset="0"/>
                                                      </a:rPr>
                                                      <m:t>𝑥</m:t>
                                                    </m:r>
                                                  </m:num>
                                                  <m:den>
                                                    <m:r>
                                                      <a:rPr lang="en-US" altLang="ko-KR" sz="1400" b="0" smtClean="0">
                                                        <a:latin typeface="Cambria Math" panose="02040503050406030204" pitchFamily="18" charset="0"/>
                                                      </a:rPr>
                                                      <m:t>h</m:t>
                                                    </m:r>
                                                  </m:den>
                                                </m:f>
                                              </m:sup>
                                            </m:sSup>
                                          </m:e>
                                        </m:func>
                                      </m:e>
                                    </m:func>
                                  </m:e>
                                </m:func>
                              </m:oMath>
                            </m:oMathPara>
                          </a14:m>
                          <a:endParaRPr lang="ko-KR" altLang="en-US" sz="1400" dirty="0"/>
                        </a:p>
                      </a:txBody>
                      <a:tcPr/>
                    </a:tc>
                    <a:extLst>
                      <a:ext uri="{0D108BD9-81ED-4DB2-BD59-A6C34878D82A}">
                        <a16:rowId xmlns:a16="http://schemas.microsoft.com/office/drawing/2014/main" val="450883624"/>
                      </a:ext>
                    </a:extLst>
                  </a:tr>
                  <a:tr h="6112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altLang="ko-KR" sz="1400" smtClean="0">
                                    <a:latin typeface="Cambria Math" panose="02040503050406030204" pitchFamily="18" charset="0"/>
                                  </a:rPr>
                                  <m:t>=</m:t>
                                </m:r>
                                <m:func>
                                  <m:funcPr>
                                    <m:ctrlPr>
                                      <a:rPr lang="en-US" altLang="ko-KR" sz="1400" i="1" smtClean="0">
                                        <a:latin typeface="Cambria Math" panose="02040503050406030204" pitchFamily="18" charset="0"/>
                                      </a:rPr>
                                    </m:ctrlPr>
                                  </m:funcPr>
                                  <m:fName>
                                    <m:f>
                                      <m:fPr>
                                        <m:ctrlPr>
                                          <a:rPr lang="en-US" altLang="ko-KR" sz="1400" i="1" smtClean="0">
                                            <a:latin typeface="Cambria Math" panose="02040503050406030204" pitchFamily="18" charset="0"/>
                                          </a:rPr>
                                        </m:ctrlPr>
                                      </m:fPr>
                                      <m:num>
                                        <m:r>
                                          <a:rPr lang="en-US" altLang="ko-KR" sz="1400" b="0" smtClean="0">
                                            <a:latin typeface="Cambria Math" panose="02040503050406030204" pitchFamily="18" charset="0"/>
                                          </a:rPr>
                                          <m:t>1</m:t>
                                        </m:r>
                                      </m:num>
                                      <m:den>
                                        <m:r>
                                          <a:rPr lang="en-US" altLang="ko-KR" sz="1400" b="0" smtClean="0">
                                            <a:latin typeface="Cambria Math" panose="02040503050406030204" pitchFamily="18" charset="0"/>
                                          </a:rPr>
                                          <m:t>𝑥</m:t>
                                        </m:r>
                                      </m:den>
                                    </m:f>
                                  </m:fName>
                                  <m:e>
                                    <m:func>
                                      <m:funcPr>
                                        <m:ctrlPr>
                                          <a:rPr lang="en-US" altLang="ko-KR" sz="1400" i="1" smtClean="0">
                                            <a:latin typeface="Cambria Math" panose="02040503050406030204" pitchFamily="18" charset="0"/>
                                          </a:rPr>
                                        </m:ctrlPr>
                                      </m:funcPr>
                                      <m:fName>
                                        <m:r>
                                          <a:rPr lang="en-US" altLang="ko-KR" sz="1400" smtClean="0">
                                            <a:latin typeface="Cambria Math" panose="02040503050406030204" pitchFamily="18" charset="0"/>
                                          </a:rPr>
                                          <m:t>𝑙𝑛</m:t>
                                        </m:r>
                                      </m:fName>
                                      <m:e>
                                        <m:r>
                                          <a:rPr lang="en-US" altLang="ko-KR" sz="1400" b="0" smtClean="0">
                                            <a:latin typeface="Cambria Math" panose="02040503050406030204" pitchFamily="18" charset="0"/>
                                          </a:rPr>
                                          <m:t>𝑒</m:t>
                                        </m:r>
                                      </m:e>
                                    </m:func>
                                  </m:e>
                                </m:func>
                              </m:oMath>
                            </m:oMathPara>
                          </a14:m>
                          <a:endParaRPr lang="ko-KR" altLang="en-US" sz="1400" dirty="0"/>
                        </a:p>
                      </a:txBody>
                      <a:tcPr anchor="ctr"/>
                    </a:tc>
                    <a:extLst>
                      <a:ext uri="{0D108BD9-81ED-4DB2-BD59-A6C34878D82A}">
                        <a16:rowId xmlns:a16="http://schemas.microsoft.com/office/drawing/2014/main" val="549591821"/>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tc>
                    <a:extLst>
                      <a:ext uri="{0D108BD9-81ED-4DB2-BD59-A6C34878D82A}">
                        <a16:rowId xmlns:a16="http://schemas.microsoft.com/office/drawing/2014/main" val="2571924127"/>
                      </a:ext>
                    </a:extLst>
                  </a:tr>
                  <a:tr h="549223">
                    <a:tc>
                      <a:txBody>
                        <a:bodyPr/>
                        <a:lstStyle/>
                        <a:p>
                          <a:pPr algn="l" latinLnBrk="1"/>
                          <a:endParaRPr lang="ko-KR" altLang="en-US" sz="1400" i="1" dirty="0"/>
                        </a:p>
                      </a:txBody>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tc>
                    <a:extLst>
                      <a:ext uri="{0D108BD9-81ED-4DB2-BD59-A6C34878D82A}">
                        <a16:rowId xmlns:a16="http://schemas.microsoft.com/office/drawing/2014/main" val="2333410646"/>
                      </a:ext>
                    </a:extLst>
                  </a:tr>
                </a:tbl>
              </a:graphicData>
            </a:graphic>
          </p:graphicFrame>
        </mc:Choice>
        <mc:Fallback xmlns="">
          <p:graphicFrame>
            <p:nvGraphicFramePr>
              <p:cNvPr id="10" name="표 9"/>
              <p:cNvGraphicFramePr>
                <a:graphicFrameLocks noGrp="1"/>
              </p:cNvGraphicFramePr>
              <p:nvPr>
                <p:extLst>
                  <p:ext uri="{D42A27DB-BD31-4B8C-83A1-F6EECF244321}">
                    <p14:modId xmlns:p14="http://schemas.microsoft.com/office/powerpoint/2010/main" val="2975331981"/>
                  </p:ext>
                </p:extLst>
              </p:nvPr>
            </p:nvGraphicFramePr>
            <p:xfrm>
              <a:off x="930342" y="2531450"/>
              <a:ext cx="6019098" cy="3601787"/>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71449">
                    <a:tc>
                      <a:txBody>
                        <a:bodyPr/>
                        <a:lstStyle/>
                        <a:p>
                          <a:endParaRPr lang="ko-KR"/>
                        </a:p>
                      </a:txBody>
                      <a:tcPr>
                        <a:blipFill>
                          <a:blip r:embed="rId3"/>
                          <a:stretch>
                            <a:fillRect b="-438182"/>
                          </a:stretch>
                        </a:blipFill>
                      </a:tcPr>
                    </a:tc>
                    <a:extLst>
                      <a:ext uri="{0D108BD9-81ED-4DB2-BD59-A6C34878D82A}">
                        <a16:rowId xmlns:a16="http://schemas.microsoft.com/office/drawing/2014/main" val="1349850590"/>
                      </a:ext>
                    </a:extLst>
                  </a:tr>
                  <a:tr h="671449">
                    <a:tc>
                      <a:txBody>
                        <a:bodyPr/>
                        <a:lstStyle/>
                        <a:p>
                          <a:endParaRPr lang="ko-KR"/>
                        </a:p>
                      </a:txBody>
                      <a:tcPr>
                        <a:blipFill>
                          <a:blip r:embed="rId3"/>
                          <a:stretch>
                            <a:fillRect t="-99099" b="-334234"/>
                          </a:stretch>
                        </a:blipFill>
                      </a:tcPr>
                    </a:tc>
                    <a:extLst>
                      <a:ext uri="{0D108BD9-81ED-4DB2-BD59-A6C34878D82A}">
                        <a16:rowId xmlns:a16="http://schemas.microsoft.com/office/drawing/2014/main" val="450883624"/>
                      </a:ext>
                    </a:extLst>
                  </a:tr>
                  <a:tr h="611220">
                    <a:tc>
                      <a:txBody>
                        <a:bodyPr/>
                        <a:lstStyle/>
                        <a:p>
                          <a:endParaRPr lang="ko-KR"/>
                        </a:p>
                      </a:txBody>
                      <a:tcPr anchor="ctr">
                        <a:blipFill>
                          <a:blip r:embed="rId3"/>
                          <a:stretch>
                            <a:fillRect t="-221000" b="-271000"/>
                          </a:stretch>
                        </a:blipFill>
                      </a:tcPr>
                    </a:tc>
                    <a:extLst>
                      <a:ext uri="{0D108BD9-81ED-4DB2-BD59-A6C34878D82A}">
                        <a16:rowId xmlns:a16="http://schemas.microsoft.com/office/drawing/2014/main" val="549591821"/>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tc>
                    <a:extLst>
                      <a:ext uri="{0D108BD9-81ED-4DB2-BD59-A6C34878D82A}">
                        <a16:rowId xmlns:a16="http://schemas.microsoft.com/office/drawing/2014/main" val="2571924127"/>
                      </a:ext>
                    </a:extLst>
                  </a:tr>
                  <a:tr h="549223">
                    <a:tc>
                      <a:txBody>
                        <a:bodyPr/>
                        <a:lstStyle/>
                        <a:p>
                          <a:pPr algn="l" latinLnBrk="1"/>
                          <a:endParaRPr lang="ko-KR" altLang="en-US" sz="1400" i="1" dirty="0"/>
                        </a:p>
                      </a:txBody>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tc>
                    <a:extLst>
                      <a:ext uri="{0D108BD9-81ED-4DB2-BD59-A6C34878D82A}">
                        <a16:rowId xmlns:a16="http://schemas.microsoft.com/office/drawing/2014/main" val="2333410646"/>
                      </a:ext>
                    </a:extLst>
                  </a:tr>
                </a:tbl>
              </a:graphicData>
            </a:graphic>
          </p:graphicFrame>
        </mc:Fallback>
      </mc:AlternateContent>
      <mc:AlternateContent xmlns:mc="http://schemas.openxmlformats.org/markup-compatibility/2006" xmlns:a14="http://schemas.microsoft.com/office/drawing/2010/main">
        <mc:Choice Requires="a14">
          <p:sp>
            <p:nvSpPr>
              <p:cNvPr id="12" name="TextBox 11"/>
              <p:cNvSpPr txBox="1"/>
              <p:nvPr/>
            </p:nvSpPr>
            <p:spPr>
              <a:xfrm>
                <a:off x="918755" y="1454128"/>
                <a:ext cx="3495957" cy="436210"/>
              </a:xfrm>
              <a:prstGeom prst="rect">
                <a:avLst/>
              </a:prstGeom>
              <a:noFill/>
            </p:spPr>
            <p:txBody>
              <a:bodyPr wrap="none" lIns="0" tIns="0" rIns="0" bIns="0" rtlCol="0">
                <a:spAutoFit/>
              </a:bodyPr>
              <a:lstStyle/>
              <a:p>
                <a:r>
                  <a:rPr lang="ko-KR" altLang="en-US" sz="2000" dirty="0"/>
                  <a:t>⑥</a:t>
                </a:r>
                <a14:m>
                  <m:oMath xmlns:m="http://schemas.openxmlformats.org/officeDocument/2006/math">
                    <m:sSup>
                      <m:sSupPr>
                        <m:ctrlPr>
                          <a:rPr lang="en-US" altLang="ko-KR" sz="2000" i="1">
                            <a:latin typeface="Cambria Math" panose="02040503050406030204" pitchFamily="18" charset="0"/>
                          </a:rPr>
                        </m:ctrlPr>
                      </m:sSupPr>
                      <m:e>
                        <m:r>
                          <a:rPr lang="en-US" altLang="ko-KR" sz="2000" i="1">
                            <a:latin typeface="Cambria Math" panose="02040503050406030204" pitchFamily="18" charset="0"/>
                          </a:rPr>
                          <m:t>𝑓</m:t>
                        </m:r>
                      </m:e>
                      <m:sup>
                        <m:r>
                          <a:rPr lang="en-US" altLang="ko-KR" sz="2000" i="1">
                            <a:latin typeface="Cambria Math" panose="02040503050406030204" pitchFamily="18" charset="0"/>
                          </a:rPr>
                          <m:t>′</m:t>
                        </m:r>
                      </m:sup>
                    </m:sSup>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f>
                      <m:fPr>
                        <m:ctrlPr>
                          <a:rPr lang="en-US" altLang="ko-KR" sz="2000" i="1" smtClean="0">
                            <a:latin typeface="Cambria Math" panose="02040503050406030204" pitchFamily="18" charset="0"/>
                          </a:rPr>
                        </m:ctrlPr>
                      </m:fPr>
                      <m:num>
                        <m:r>
                          <a:rPr lang="en-US" altLang="ko-KR" sz="2000" b="0" i="1" smtClean="0">
                            <a:latin typeface="Cambria Math" panose="02040503050406030204" pitchFamily="18" charset="0"/>
                          </a:rPr>
                          <m:t>1</m:t>
                        </m:r>
                      </m:num>
                      <m:den>
                        <m:r>
                          <a:rPr lang="en-US" altLang="ko-KR" sz="2000" b="0" i="1" smtClean="0">
                            <a:latin typeface="Cambria Math" panose="02040503050406030204" pitchFamily="18" charset="0"/>
                          </a:rPr>
                          <m:t>𝑥</m:t>
                        </m:r>
                      </m:den>
                    </m:f>
                    <m:r>
                      <a:rPr lang="en-US" altLang="ko-KR" sz="2000" i="1">
                        <a:latin typeface="Cambria Math" panose="02040503050406030204" pitchFamily="18" charset="0"/>
                        <a:ea typeface="Cambria Math" panose="02040503050406030204" pitchFamily="18" charset="0"/>
                      </a:rPr>
                      <m:t>,  </m:t>
                    </m:r>
                    <m:r>
                      <a:rPr lang="en-US" altLang="ko-KR" sz="2000" i="1">
                        <a:latin typeface="Cambria Math" panose="02040503050406030204" pitchFamily="18" charset="0"/>
                      </a:rPr>
                      <m:t>𝑔𝑖𝑣𝑒𝑛</m:t>
                    </m:r>
                    <m:r>
                      <a:rPr lang="en-US" altLang="ko-KR" sz="2000" i="1">
                        <a:latin typeface="Cambria Math" panose="02040503050406030204" pitchFamily="18" charset="0"/>
                      </a:rPr>
                      <m:t> </m:t>
                    </m:r>
                    <m:r>
                      <a:rPr lang="en-US" altLang="ko-KR" sz="2000" i="1">
                        <a:latin typeface="Cambria Math" panose="02040503050406030204" pitchFamily="18" charset="0"/>
                      </a:rPr>
                      <m:t>𝑓</m:t>
                    </m:r>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func>
                      <m:funcPr>
                        <m:ctrlPr>
                          <a:rPr lang="en-US" altLang="ko-KR" sz="2000" i="1" smtClean="0">
                            <a:latin typeface="Cambria Math" panose="02040503050406030204" pitchFamily="18" charset="0"/>
                          </a:rPr>
                        </m:ctrlPr>
                      </m:funcPr>
                      <m:fName>
                        <m:r>
                          <a:rPr lang="en-US" altLang="ko-KR" sz="2000" i="1" smtClean="0">
                            <a:latin typeface="Cambria Math" panose="02040503050406030204" pitchFamily="18" charset="0"/>
                          </a:rPr>
                          <m:t>𝑙𝑛</m:t>
                        </m:r>
                      </m:fName>
                      <m:e>
                        <m:r>
                          <a:rPr lang="en-US" altLang="ko-KR" sz="2000" b="0" i="1" smtClean="0">
                            <a:latin typeface="Cambria Math" panose="02040503050406030204" pitchFamily="18" charset="0"/>
                          </a:rPr>
                          <m:t>𝑥</m:t>
                        </m:r>
                      </m:e>
                    </m:func>
                  </m:oMath>
                </a14:m>
                <a:endParaRPr lang="ko-KR" altLang="en-US" sz="2000" i="1" dirty="0"/>
              </a:p>
            </p:txBody>
          </p:sp>
        </mc:Choice>
        <mc:Fallback xmlns="">
          <p:sp>
            <p:nvSpPr>
              <p:cNvPr id="12" name="TextBox 11"/>
              <p:cNvSpPr txBox="1">
                <a:spLocks noRot="1" noChangeAspect="1" noMove="1" noResize="1" noEditPoints="1" noAdjustHandles="1" noChangeArrowheads="1" noChangeShapeType="1" noTextEdit="1"/>
              </p:cNvSpPr>
              <p:nvPr/>
            </p:nvSpPr>
            <p:spPr>
              <a:xfrm>
                <a:off x="918755" y="1454128"/>
                <a:ext cx="3495957" cy="436210"/>
              </a:xfrm>
              <a:prstGeom prst="rect">
                <a:avLst/>
              </a:prstGeom>
              <a:blipFill>
                <a:blip r:embed="rId4"/>
                <a:stretch>
                  <a:fillRect l="-4538" t="-5634" r="-698" b="-18310"/>
                </a:stretch>
              </a:blipFill>
            </p:spPr>
            <p:txBody>
              <a:bodyPr/>
              <a:lstStyle/>
              <a:p>
                <a:r>
                  <a:rPr lang="ko-KR" altLang="en-US">
                    <a:noFill/>
                  </a:rPr>
                  <a:t> </a:t>
                </a:r>
              </a:p>
            </p:txBody>
          </p:sp>
        </mc:Fallback>
      </mc:AlternateContent>
      <p:sp>
        <p:nvSpPr>
          <p:cNvPr id="14" name="원호 13">
            <a:extLst>
              <a:ext uri="{FF2B5EF4-FFF2-40B4-BE49-F238E27FC236}">
                <a16:creationId xmlns:a16="http://schemas.microsoft.com/office/drawing/2014/main" id="{720BE5F8-FF28-D338-132B-12A968F95379}"/>
              </a:ext>
            </a:extLst>
          </p:cNvPr>
          <p:cNvSpPr/>
          <p:nvPr/>
        </p:nvSpPr>
        <p:spPr>
          <a:xfrm>
            <a:off x="1330219" y="3362759"/>
            <a:ext cx="864341" cy="864207"/>
          </a:xfrm>
          <a:prstGeom prst="arc">
            <a:avLst>
              <a:gd name="adj1" fmla="val 613347"/>
              <a:gd name="adj2" fmla="val 6105386"/>
            </a:avLst>
          </a:prstGeom>
          <a:ln w="9525">
            <a:solidFill>
              <a:srgbClr val="C00000"/>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mc:AlternateContent xmlns:mc="http://schemas.openxmlformats.org/markup-compatibility/2006" xmlns:a14="http://schemas.microsoft.com/office/drawing/2010/main">
        <mc:Choice Requires="a14">
          <p:sp>
            <p:nvSpPr>
              <p:cNvPr id="2" name="직사각형 1">
                <a:extLst>
                  <a:ext uri="{FF2B5EF4-FFF2-40B4-BE49-F238E27FC236}">
                    <a16:creationId xmlns:a16="http://schemas.microsoft.com/office/drawing/2014/main" id="{DB136C3E-91DD-06F6-6297-9742890B35E9}"/>
                  </a:ext>
                </a:extLst>
              </p:cNvPr>
              <p:cNvSpPr/>
              <p:nvPr/>
            </p:nvSpPr>
            <p:spPr>
              <a:xfrm>
                <a:off x="2042172" y="3854238"/>
                <a:ext cx="1874103" cy="42216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ko-KR" sz="1200" i="1" smtClean="0">
                          <a:solidFill>
                            <a:srgbClr val="C00000"/>
                          </a:solidFill>
                          <a:latin typeface="Cambria Math" panose="02040503050406030204" pitchFamily="18" charset="0"/>
                        </a:rPr>
                        <m:t> </m:t>
                      </m:r>
                      <m:r>
                        <a:rPr lang="en-US" altLang="ko-KR" sz="1200" i="1" smtClean="0">
                          <a:solidFill>
                            <a:srgbClr val="C00000"/>
                          </a:solidFill>
                          <a:latin typeface="Cambria Math" panose="02040503050406030204" pitchFamily="18" charset="0"/>
                        </a:rPr>
                        <m:t>𝑠𝑖𝑛𝑐𝑒</m:t>
                      </m:r>
                      <m:r>
                        <a:rPr lang="en-US" altLang="ko-KR" sz="1200" b="0" i="1" smtClean="0">
                          <a:solidFill>
                            <a:srgbClr val="C00000"/>
                          </a:solidFill>
                          <a:latin typeface="Cambria Math" panose="02040503050406030204" pitchFamily="18" charset="0"/>
                        </a:rPr>
                        <m:t> </m:t>
                      </m:r>
                      <m:r>
                        <a:rPr lang="ko-KR" altLang="en-US" sz="1200" i="1" smtClean="0">
                          <a:solidFill>
                            <a:schemeClr val="tx2"/>
                          </a:solidFill>
                          <a:latin typeface="Cambria Math" panose="02040503050406030204" pitchFamily="18" charset="0"/>
                        </a:rPr>
                        <m:t>②</m:t>
                      </m:r>
                      <m:r>
                        <a:rPr lang="en-US" altLang="ko-KR" sz="1200" b="0" i="1" smtClean="0">
                          <a:solidFill>
                            <a:srgbClr val="C00000"/>
                          </a:solidFill>
                          <a:latin typeface="Cambria Math" panose="02040503050406030204" pitchFamily="18" charset="0"/>
                        </a:rPr>
                        <m:t> </m:t>
                      </m:r>
                      <m:r>
                        <a:rPr lang="en-US" altLang="ko-KR" sz="1200" b="0" i="1" smtClean="0">
                          <a:solidFill>
                            <a:schemeClr val="tx1"/>
                          </a:solidFill>
                          <a:latin typeface="Cambria Math" panose="02040503050406030204" pitchFamily="18" charset="0"/>
                        </a:rPr>
                        <m:t>𝑒</m:t>
                      </m:r>
                      <m:r>
                        <a:rPr lang="en-US" altLang="ko-KR" sz="1200" i="1">
                          <a:solidFill>
                            <a:schemeClr val="tx1"/>
                          </a:solidFill>
                          <a:latin typeface="Cambria Math" panose="02040503050406030204" pitchFamily="18" charset="0"/>
                        </a:rPr>
                        <m:t>=</m:t>
                      </m:r>
                      <m:limLow>
                        <m:limLowPr>
                          <m:ctrlPr>
                            <a:rPr lang="en-US" altLang="ko-KR" sz="1200" i="1">
                              <a:latin typeface="Cambria Math" panose="02040503050406030204" pitchFamily="18" charset="0"/>
                            </a:rPr>
                          </m:ctrlPr>
                        </m:limLowPr>
                        <m:e>
                          <m:r>
                            <a:rPr lang="en-US" altLang="ko-KR" sz="1200" i="1">
                              <a:latin typeface="Cambria Math" panose="02040503050406030204" pitchFamily="18" charset="0"/>
                            </a:rPr>
                            <m:t>𝑙𝑖𝑚</m:t>
                          </m:r>
                        </m:e>
                        <m:lim>
                          <m:r>
                            <a:rPr lang="en-US" altLang="ko-KR" sz="1200" b="0" i="1" smtClean="0">
                              <a:latin typeface="Cambria Math" panose="02040503050406030204" pitchFamily="18" charset="0"/>
                            </a:rPr>
                            <m:t>𝑡</m:t>
                          </m:r>
                          <m:r>
                            <a:rPr lang="en-US" altLang="ko-KR" sz="1200" i="1">
                              <a:latin typeface="Cambria Math" panose="02040503050406030204" pitchFamily="18" charset="0"/>
                            </a:rPr>
                            <m:t>→0</m:t>
                          </m:r>
                        </m:lim>
                      </m:limLow>
                      <m:sSup>
                        <m:sSupPr>
                          <m:ctrlPr>
                            <a:rPr lang="en-US" altLang="ko-KR" sz="1200" i="1" smtClean="0">
                              <a:latin typeface="Cambria Math" panose="02040503050406030204" pitchFamily="18" charset="0"/>
                            </a:rPr>
                          </m:ctrlPr>
                        </m:sSupPr>
                        <m:e>
                          <m:d>
                            <m:dPr>
                              <m:ctrlPr>
                                <a:rPr lang="en-US" altLang="ko-KR" sz="1200" i="1" smtClean="0">
                                  <a:latin typeface="Cambria Math" panose="02040503050406030204" pitchFamily="18" charset="0"/>
                                </a:rPr>
                              </m:ctrlPr>
                            </m:dPr>
                            <m:e>
                              <m:r>
                                <a:rPr lang="en-US" altLang="ko-KR" sz="1200" b="0" i="1" smtClean="0">
                                  <a:latin typeface="Cambria Math" panose="02040503050406030204" pitchFamily="18" charset="0"/>
                                </a:rPr>
                                <m:t>1+</m:t>
                              </m:r>
                              <m:r>
                                <a:rPr lang="en-US" altLang="ko-KR" sz="1200" b="0" i="1" smtClean="0">
                                  <a:latin typeface="Cambria Math" panose="02040503050406030204" pitchFamily="18" charset="0"/>
                                </a:rPr>
                                <m:t>𝑡</m:t>
                              </m:r>
                            </m:e>
                          </m:d>
                        </m:e>
                        <m:sup>
                          <m:f>
                            <m:fPr>
                              <m:ctrlPr>
                                <a:rPr lang="en-US" altLang="ko-KR" sz="1200" i="1" smtClean="0">
                                  <a:latin typeface="Cambria Math" panose="02040503050406030204" pitchFamily="18" charset="0"/>
                                </a:rPr>
                              </m:ctrlPr>
                            </m:fPr>
                            <m:num>
                              <m:r>
                                <a:rPr lang="en-US" altLang="ko-KR" sz="1200" b="0" i="1" smtClean="0">
                                  <a:latin typeface="Cambria Math" panose="02040503050406030204" pitchFamily="18" charset="0"/>
                                </a:rPr>
                                <m:t>1</m:t>
                              </m:r>
                            </m:num>
                            <m:den>
                              <m:r>
                                <a:rPr lang="en-US" altLang="ko-KR" sz="1200" b="0" i="1" smtClean="0">
                                  <a:latin typeface="Cambria Math" panose="02040503050406030204" pitchFamily="18" charset="0"/>
                                </a:rPr>
                                <m:t>𝑡</m:t>
                              </m:r>
                            </m:den>
                          </m:f>
                        </m:sup>
                      </m:sSup>
                    </m:oMath>
                  </m:oMathPara>
                </a14:m>
                <a:endParaRPr lang="ko-KR" altLang="en-US" sz="1200" i="1" dirty="0">
                  <a:solidFill>
                    <a:schemeClr val="tx1"/>
                  </a:solidFill>
                </a:endParaRPr>
              </a:p>
            </p:txBody>
          </p:sp>
        </mc:Choice>
        <mc:Fallback xmlns="">
          <p:sp>
            <p:nvSpPr>
              <p:cNvPr id="2" name="직사각형 1">
                <a:extLst>
                  <a:ext uri="{FF2B5EF4-FFF2-40B4-BE49-F238E27FC236}">
                    <a16:creationId xmlns:a16="http://schemas.microsoft.com/office/drawing/2014/main" id="{DB136C3E-91DD-06F6-6297-9742890B35E9}"/>
                  </a:ext>
                </a:extLst>
              </p:cNvPr>
              <p:cNvSpPr>
                <a:spLocks noRot="1" noChangeAspect="1" noMove="1" noResize="1" noEditPoints="1" noAdjustHandles="1" noChangeArrowheads="1" noChangeShapeType="1" noTextEdit="1"/>
              </p:cNvSpPr>
              <p:nvPr/>
            </p:nvSpPr>
            <p:spPr>
              <a:xfrm>
                <a:off x="2042172" y="3854238"/>
                <a:ext cx="1874103" cy="422167"/>
              </a:xfrm>
              <a:prstGeom prst="rect">
                <a:avLst/>
              </a:prstGeom>
              <a:blipFill>
                <a:blip r:embed="rId5"/>
                <a:stretch>
                  <a:fillRect/>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293201675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mc:AlternateContent xmlns:mc="http://schemas.openxmlformats.org/markup-compatibility/2006" xmlns:a14="http://schemas.microsoft.com/office/drawing/2010/main">
        <mc:Choice Requires="a14">
          <p:graphicFrame>
            <p:nvGraphicFramePr>
              <p:cNvPr id="10" name="표 9"/>
              <p:cNvGraphicFramePr>
                <a:graphicFrameLocks noGrp="1"/>
              </p:cNvGraphicFramePr>
              <p:nvPr/>
            </p:nvGraphicFramePr>
            <p:xfrm>
              <a:off x="930342" y="2531450"/>
              <a:ext cx="6019098" cy="3601787"/>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41513">
                    <a:tc>
                      <a:txBody>
                        <a:bodyPr/>
                        <a:lstStyle/>
                        <a:p>
                          <a:pPr algn="l" latinLnBrk="1"/>
                          <a14:m>
                            <m:oMathPara xmlns:m="http://schemas.openxmlformats.org/officeDocument/2006/math">
                              <m:oMathParaPr>
                                <m:jc m:val="left"/>
                              </m:oMathParaPr>
                              <m:oMath xmlns:m="http://schemas.openxmlformats.org/officeDocument/2006/math">
                                <m:r>
                                  <a:rPr lang="en-US" altLang="ko-KR" sz="1400" smtClean="0">
                                    <a:latin typeface="Cambria Math" panose="02040503050406030204" pitchFamily="18" charset="0"/>
                                  </a:rPr>
                                  <m:t>=</m:t>
                                </m:r>
                                <m:func>
                                  <m:funcPr>
                                    <m:ctrlPr>
                                      <a:rPr lang="en-US" altLang="ko-KR" sz="1400" i="1" smtClean="0">
                                        <a:latin typeface="Cambria Math" panose="02040503050406030204" pitchFamily="18" charset="0"/>
                                      </a:rPr>
                                    </m:ctrlPr>
                                  </m:funcPr>
                                  <m:fName>
                                    <m:limLow>
                                      <m:limLowPr>
                                        <m:ctrlPr>
                                          <a:rPr lang="en-US" altLang="ko-KR" sz="1400" i="1" smtClean="0">
                                            <a:latin typeface="Cambria Math" panose="02040503050406030204" pitchFamily="18" charset="0"/>
                                          </a:rPr>
                                        </m:ctrlPr>
                                      </m:limLowPr>
                                      <m:e>
                                        <m:r>
                                          <a:rPr lang="en-US" altLang="ko-KR" sz="1400" smtClean="0">
                                            <a:latin typeface="Cambria Math" panose="02040503050406030204" pitchFamily="18" charset="0"/>
                                          </a:rPr>
                                          <m:t>𝑙𝑖𝑚</m:t>
                                        </m:r>
                                      </m:e>
                                      <m:lim>
                                        <m:r>
                                          <a:rPr lang="en-US" altLang="ko-KR" sz="1400" smtClean="0">
                                            <a:latin typeface="Cambria Math" panose="02040503050406030204" pitchFamily="18" charset="0"/>
                                          </a:rPr>
                                          <m:t>h</m:t>
                                        </m:r>
                                        <m:r>
                                          <a:rPr lang="en-US" altLang="ko-KR" sz="1400" smtClean="0">
                                            <a:latin typeface="Cambria Math" panose="02040503050406030204" pitchFamily="18" charset="0"/>
                                          </a:rPr>
                                          <m:t>→0</m:t>
                                        </m:r>
                                      </m:lim>
                                    </m:limLow>
                                  </m:fName>
                                  <m:e>
                                    <m:f>
                                      <m:fPr>
                                        <m:ctrlPr>
                                          <a:rPr lang="en-US" altLang="ko-KR" sz="1400" i="1" smtClean="0">
                                            <a:latin typeface="Cambria Math" panose="02040503050406030204" pitchFamily="18" charset="0"/>
                                          </a:rPr>
                                        </m:ctrlPr>
                                      </m:fPr>
                                      <m:num>
                                        <m:r>
                                          <a:rPr lang="en-US" altLang="ko-KR" sz="1400" b="0" smtClean="0">
                                            <a:latin typeface="Cambria Math" panose="02040503050406030204" pitchFamily="18" charset="0"/>
                                          </a:rPr>
                                          <m:t>1</m:t>
                                        </m:r>
                                      </m:num>
                                      <m:den>
                                        <m:r>
                                          <a:rPr lang="en-US" altLang="ko-KR" sz="1400" b="0" smtClean="0">
                                            <a:latin typeface="Cambria Math" panose="02040503050406030204" pitchFamily="18" charset="0"/>
                                          </a:rPr>
                                          <m:t>𝑥</m:t>
                                        </m:r>
                                      </m:den>
                                    </m:f>
                                    <m:func>
                                      <m:funcPr>
                                        <m:ctrlPr>
                                          <a:rPr lang="en-US" altLang="ko-KR" sz="1400" i="1" smtClean="0">
                                            <a:latin typeface="Cambria Math" panose="02040503050406030204" pitchFamily="18" charset="0"/>
                                          </a:rPr>
                                        </m:ctrlPr>
                                      </m:funcPr>
                                      <m:fName>
                                        <m:r>
                                          <a:rPr lang="en-US" altLang="ko-KR" sz="1400" smtClean="0">
                                            <a:latin typeface="Cambria Math" panose="02040503050406030204" pitchFamily="18" charset="0"/>
                                          </a:rPr>
                                          <m:t>𝑙𝑛</m:t>
                                        </m:r>
                                      </m:fName>
                                      <m:e>
                                        <m:sSup>
                                          <m:sSupPr>
                                            <m:ctrlPr>
                                              <a:rPr lang="en-US" altLang="ko-KR" sz="1400" i="1" smtClean="0">
                                                <a:latin typeface="Cambria Math" panose="02040503050406030204" pitchFamily="18" charset="0"/>
                                              </a:rPr>
                                            </m:ctrlPr>
                                          </m:sSupPr>
                                          <m:e>
                                            <m:d>
                                              <m:dPr>
                                                <m:ctrlPr>
                                                  <a:rPr lang="en-US" altLang="ko-KR" sz="1400" i="1" smtClean="0">
                                                    <a:latin typeface="Cambria Math" panose="02040503050406030204" pitchFamily="18" charset="0"/>
                                                  </a:rPr>
                                                </m:ctrlPr>
                                              </m:dPr>
                                              <m:e>
                                                <m:r>
                                                  <a:rPr lang="en-US" altLang="ko-KR" sz="1400" b="0" smtClean="0">
                                                    <a:latin typeface="Cambria Math" panose="02040503050406030204" pitchFamily="18" charset="0"/>
                                                  </a:rPr>
                                                  <m:t>1+</m:t>
                                                </m:r>
                                                <m:f>
                                                  <m:fPr>
                                                    <m:ctrlPr>
                                                      <a:rPr lang="en-US" altLang="ko-KR" sz="1400" i="1" smtClean="0">
                                                        <a:latin typeface="Cambria Math" panose="02040503050406030204" pitchFamily="18" charset="0"/>
                                                      </a:rPr>
                                                    </m:ctrlPr>
                                                  </m:fPr>
                                                  <m:num>
                                                    <m:r>
                                                      <a:rPr lang="en-US" altLang="ko-KR" sz="1400" b="0" smtClean="0">
                                                        <a:latin typeface="Cambria Math" panose="02040503050406030204" pitchFamily="18" charset="0"/>
                                                      </a:rPr>
                                                      <m:t>h</m:t>
                                                    </m:r>
                                                  </m:num>
                                                  <m:den>
                                                    <m:r>
                                                      <a:rPr lang="en-US" altLang="ko-KR" sz="1400" b="0" smtClean="0">
                                                        <a:latin typeface="Cambria Math" panose="02040503050406030204" pitchFamily="18" charset="0"/>
                                                      </a:rPr>
                                                      <m:t>𝑥</m:t>
                                                    </m:r>
                                                  </m:den>
                                                </m:f>
                                              </m:e>
                                            </m:d>
                                          </m:e>
                                          <m:sup>
                                            <m:f>
                                              <m:fPr>
                                                <m:ctrlPr>
                                                  <a:rPr lang="en-US" altLang="ko-KR" sz="1400" i="1" smtClean="0">
                                                    <a:latin typeface="Cambria Math" panose="02040503050406030204" pitchFamily="18" charset="0"/>
                                                  </a:rPr>
                                                </m:ctrlPr>
                                              </m:fPr>
                                              <m:num>
                                                <m:r>
                                                  <a:rPr lang="en-US" altLang="ko-KR" sz="1400" b="0" smtClean="0">
                                                    <a:latin typeface="Cambria Math" panose="02040503050406030204" pitchFamily="18" charset="0"/>
                                                  </a:rPr>
                                                  <m:t>𝑥</m:t>
                                                </m:r>
                                              </m:num>
                                              <m:den>
                                                <m:r>
                                                  <a:rPr lang="en-US" altLang="ko-KR" sz="1400" b="0" smtClean="0">
                                                    <a:latin typeface="Cambria Math" panose="02040503050406030204" pitchFamily="18" charset="0"/>
                                                  </a:rPr>
                                                  <m:t>h</m:t>
                                                </m:r>
                                              </m:den>
                                            </m:f>
                                          </m:sup>
                                        </m:sSup>
                                      </m:e>
                                    </m:func>
                                  </m:e>
                                </m:func>
                              </m:oMath>
                            </m:oMathPara>
                          </a14:m>
                          <a:endParaRPr lang="ko-KR" altLang="en-US" sz="1400" i="1" dirty="0"/>
                        </a:p>
                      </a:txBody>
                      <a:tcPr/>
                    </a:tc>
                    <a:extLst>
                      <a:ext uri="{0D108BD9-81ED-4DB2-BD59-A6C34878D82A}">
                        <a16:rowId xmlns:a16="http://schemas.microsoft.com/office/drawing/2014/main" val="1349850590"/>
                      </a:ext>
                    </a:extLst>
                  </a:tr>
                  <a:tr h="64151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altLang="ko-KR" sz="1400" smtClean="0">
                                    <a:latin typeface="Cambria Math" panose="02040503050406030204" pitchFamily="18" charset="0"/>
                                  </a:rPr>
                                  <m:t>=</m:t>
                                </m:r>
                                <m:func>
                                  <m:funcPr>
                                    <m:ctrlPr>
                                      <a:rPr lang="en-US" altLang="ko-KR" sz="1400" i="1" smtClean="0">
                                        <a:latin typeface="Cambria Math" panose="02040503050406030204" pitchFamily="18" charset="0"/>
                                      </a:rPr>
                                    </m:ctrlPr>
                                  </m:funcPr>
                                  <m:fName>
                                    <m:f>
                                      <m:fPr>
                                        <m:ctrlPr>
                                          <a:rPr lang="en-US" altLang="ko-KR" sz="1400" i="1" smtClean="0">
                                            <a:latin typeface="Cambria Math" panose="02040503050406030204" pitchFamily="18" charset="0"/>
                                          </a:rPr>
                                        </m:ctrlPr>
                                      </m:fPr>
                                      <m:num>
                                        <m:r>
                                          <a:rPr lang="en-US" altLang="ko-KR" sz="1400" b="0" smtClean="0">
                                            <a:latin typeface="Cambria Math" panose="02040503050406030204" pitchFamily="18" charset="0"/>
                                          </a:rPr>
                                          <m:t>1</m:t>
                                        </m:r>
                                      </m:num>
                                      <m:den>
                                        <m:r>
                                          <a:rPr lang="en-US" altLang="ko-KR" sz="1400" b="0" smtClean="0">
                                            <a:latin typeface="Cambria Math" panose="02040503050406030204" pitchFamily="18" charset="0"/>
                                          </a:rPr>
                                          <m:t>𝑥</m:t>
                                        </m:r>
                                      </m:den>
                                    </m:f>
                                  </m:fName>
                                  <m:e>
                                    <m:func>
                                      <m:funcPr>
                                        <m:ctrlPr>
                                          <a:rPr lang="en-US" altLang="ko-KR" sz="1400" i="1" smtClean="0">
                                            <a:latin typeface="Cambria Math" panose="02040503050406030204" pitchFamily="18" charset="0"/>
                                          </a:rPr>
                                        </m:ctrlPr>
                                      </m:funcPr>
                                      <m:fName>
                                        <m:r>
                                          <a:rPr lang="en-US" altLang="ko-KR" sz="1400" smtClean="0">
                                            <a:latin typeface="Cambria Math" panose="02040503050406030204" pitchFamily="18" charset="0"/>
                                          </a:rPr>
                                          <m:t>𝑙𝑛</m:t>
                                        </m:r>
                                      </m:fName>
                                      <m:e>
                                        <m:func>
                                          <m:funcPr>
                                            <m:ctrlPr>
                                              <a:rPr lang="en-US" altLang="ko-KR" sz="1400" i="1" smtClean="0">
                                                <a:latin typeface="Cambria Math" panose="02040503050406030204" pitchFamily="18" charset="0"/>
                                              </a:rPr>
                                            </m:ctrlPr>
                                          </m:funcPr>
                                          <m:fName>
                                            <m:limLow>
                                              <m:limLowPr>
                                                <m:ctrlPr>
                                                  <a:rPr lang="en-US" altLang="ko-KR" sz="1400" i="1" smtClean="0">
                                                    <a:latin typeface="Cambria Math" panose="02040503050406030204" pitchFamily="18" charset="0"/>
                                                  </a:rPr>
                                                </m:ctrlPr>
                                              </m:limLowPr>
                                              <m:e>
                                                <m:r>
                                                  <a:rPr lang="en-US" altLang="ko-KR" sz="1400" smtClean="0">
                                                    <a:latin typeface="Cambria Math" panose="02040503050406030204" pitchFamily="18" charset="0"/>
                                                  </a:rPr>
                                                  <m:t>𝑙𝑖𝑚</m:t>
                                                </m:r>
                                              </m:e>
                                              <m:lim>
                                                <m:r>
                                                  <a:rPr lang="en-US" altLang="ko-KR" sz="1400" smtClean="0">
                                                    <a:latin typeface="Cambria Math" panose="02040503050406030204" pitchFamily="18" charset="0"/>
                                                  </a:rPr>
                                                  <m:t>h</m:t>
                                                </m:r>
                                                <m:r>
                                                  <a:rPr lang="en-US" altLang="ko-KR" sz="1400" smtClean="0">
                                                    <a:latin typeface="Cambria Math" panose="02040503050406030204" pitchFamily="18" charset="0"/>
                                                  </a:rPr>
                                                  <m:t>→0</m:t>
                                                </m:r>
                                              </m:lim>
                                            </m:limLow>
                                          </m:fName>
                                          <m:e>
                                            <m:sSup>
                                              <m:sSupPr>
                                                <m:ctrlPr>
                                                  <a:rPr lang="en-US" altLang="ko-KR" sz="1400" i="1" smtClean="0">
                                                    <a:latin typeface="Cambria Math" panose="02040503050406030204" pitchFamily="18" charset="0"/>
                                                  </a:rPr>
                                                </m:ctrlPr>
                                              </m:sSupPr>
                                              <m:e>
                                                <m:d>
                                                  <m:dPr>
                                                    <m:ctrlPr>
                                                      <a:rPr lang="en-US" altLang="ko-KR" sz="1400" i="1" smtClean="0">
                                                        <a:latin typeface="Cambria Math" panose="02040503050406030204" pitchFamily="18" charset="0"/>
                                                      </a:rPr>
                                                    </m:ctrlPr>
                                                  </m:dPr>
                                                  <m:e>
                                                    <m:r>
                                                      <a:rPr lang="en-US" altLang="ko-KR" sz="1400" b="0" smtClean="0">
                                                        <a:latin typeface="Cambria Math" panose="02040503050406030204" pitchFamily="18" charset="0"/>
                                                      </a:rPr>
                                                      <m:t>1+</m:t>
                                                    </m:r>
                                                    <m:f>
                                                      <m:fPr>
                                                        <m:ctrlPr>
                                                          <a:rPr lang="en-US" altLang="ko-KR" sz="1400" i="1" smtClean="0">
                                                            <a:latin typeface="Cambria Math" panose="02040503050406030204" pitchFamily="18" charset="0"/>
                                                          </a:rPr>
                                                        </m:ctrlPr>
                                                      </m:fPr>
                                                      <m:num>
                                                        <m:r>
                                                          <a:rPr lang="en-US" altLang="ko-KR" sz="1400" b="0" smtClean="0">
                                                            <a:latin typeface="Cambria Math" panose="02040503050406030204" pitchFamily="18" charset="0"/>
                                                          </a:rPr>
                                                          <m:t>h</m:t>
                                                        </m:r>
                                                      </m:num>
                                                      <m:den>
                                                        <m:r>
                                                          <a:rPr lang="en-US" altLang="ko-KR" sz="1400" b="0" smtClean="0">
                                                            <a:latin typeface="Cambria Math" panose="02040503050406030204" pitchFamily="18" charset="0"/>
                                                          </a:rPr>
                                                          <m:t>𝑥</m:t>
                                                        </m:r>
                                                      </m:den>
                                                    </m:f>
                                                  </m:e>
                                                </m:d>
                                              </m:e>
                                              <m:sup>
                                                <m:f>
                                                  <m:fPr>
                                                    <m:ctrlPr>
                                                      <a:rPr lang="en-US" altLang="ko-KR" sz="1400" i="1" smtClean="0">
                                                        <a:latin typeface="Cambria Math" panose="02040503050406030204" pitchFamily="18" charset="0"/>
                                                      </a:rPr>
                                                    </m:ctrlPr>
                                                  </m:fPr>
                                                  <m:num>
                                                    <m:r>
                                                      <a:rPr lang="en-US" altLang="ko-KR" sz="1400" b="0" smtClean="0">
                                                        <a:latin typeface="Cambria Math" panose="02040503050406030204" pitchFamily="18" charset="0"/>
                                                      </a:rPr>
                                                      <m:t>𝑥</m:t>
                                                    </m:r>
                                                  </m:num>
                                                  <m:den>
                                                    <m:r>
                                                      <a:rPr lang="en-US" altLang="ko-KR" sz="1400" b="0" smtClean="0">
                                                        <a:latin typeface="Cambria Math" panose="02040503050406030204" pitchFamily="18" charset="0"/>
                                                      </a:rPr>
                                                      <m:t>h</m:t>
                                                    </m:r>
                                                  </m:den>
                                                </m:f>
                                              </m:sup>
                                            </m:sSup>
                                          </m:e>
                                        </m:func>
                                      </m:e>
                                    </m:func>
                                  </m:e>
                                </m:func>
                              </m:oMath>
                            </m:oMathPara>
                          </a14:m>
                          <a:endParaRPr lang="ko-KR" altLang="en-US" sz="1400" dirty="0"/>
                        </a:p>
                      </a:txBody>
                      <a:tcPr/>
                    </a:tc>
                    <a:extLst>
                      <a:ext uri="{0D108BD9-81ED-4DB2-BD59-A6C34878D82A}">
                        <a16:rowId xmlns:a16="http://schemas.microsoft.com/office/drawing/2014/main" val="450883624"/>
                      </a:ext>
                    </a:extLst>
                  </a:tr>
                  <a:tr h="6112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altLang="ko-KR" sz="1400" smtClean="0">
                                    <a:latin typeface="Cambria Math" panose="02040503050406030204" pitchFamily="18" charset="0"/>
                                  </a:rPr>
                                  <m:t>=</m:t>
                                </m:r>
                                <m:func>
                                  <m:funcPr>
                                    <m:ctrlPr>
                                      <a:rPr lang="en-US" altLang="ko-KR" sz="1400" i="1" smtClean="0">
                                        <a:latin typeface="Cambria Math" panose="02040503050406030204" pitchFamily="18" charset="0"/>
                                      </a:rPr>
                                    </m:ctrlPr>
                                  </m:funcPr>
                                  <m:fName>
                                    <m:f>
                                      <m:fPr>
                                        <m:ctrlPr>
                                          <a:rPr lang="en-US" altLang="ko-KR" sz="1400" i="1" smtClean="0">
                                            <a:latin typeface="Cambria Math" panose="02040503050406030204" pitchFamily="18" charset="0"/>
                                          </a:rPr>
                                        </m:ctrlPr>
                                      </m:fPr>
                                      <m:num>
                                        <m:r>
                                          <a:rPr lang="en-US" altLang="ko-KR" sz="1400" b="0" smtClean="0">
                                            <a:latin typeface="Cambria Math" panose="02040503050406030204" pitchFamily="18" charset="0"/>
                                          </a:rPr>
                                          <m:t>1</m:t>
                                        </m:r>
                                      </m:num>
                                      <m:den>
                                        <m:r>
                                          <a:rPr lang="en-US" altLang="ko-KR" sz="1400" b="0" smtClean="0">
                                            <a:latin typeface="Cambria Math" panose="02040503050406030204" pitchFamily="18" charset="0"/>
                                          </a:rPr>
                                          <m:t>𝑥</m:t>
                                        </m:r>
                                      </m:den>
                                    </m:f>
                                  </m:fName>
                                  <m:e>
                                    <m:func>
                                      <m:funcPr>
                                        <m:ctrlPr>
                                          <a:rPr lang="en-US" altLang="ko-KR" sz="1400" i="1" smtClean="0">
                                            <a:latin typeface="Cambria Math" panose="02040503050406030204" pitchFamily="18" charset="0"/>
                                          </a:rPr>
                                        </m:ctrlPr>
                                      </m:funcPr>
                                      <m:fName>
                                        <m:r>
                                          <a:rPr lang="en-US" altLang="ko-KR" sz="1400" smtClean="0">
                                            <a:latin typeface="Cambria Math" panose="02040503050406030204" pitchFamily="18" charset="0"/>
                                          </a:rPr>
                                          <m:t>𝑙𝑛</m:t>
                                        </m:r>
                                      </m:fName>
                                      <m:e>
                                        <m:r>
                                          <a:rPr lang="en-US" altLang="ko-KR" sz="1400" b="0" smtClean="0">
                                            <a:latin typeface="Cambria Math" panose="02040503050406030204" pitchFamily="18" charset="0"/>
                                          </a:rPr>
                                          <m:t>𝑒</m:t>
                                        </m:r>
                                      </m:e>
                                    </m:func>
                                  </m:e>
                                </m:func>
                              </m:oMath>
                            </m:oMathPara>
                          </a14:m>
                          <a:endParaRPr lang="ko-KR" altLang="en-US" sz="1400" dirty="0"/>
                        </a:p>
                      </a:txBody>
                      <a:tcPr anchor="ctr"/>
                    </a:tc>
                    <a:extLst>
                      <a:ext uri="{0D108BD9-81ED-4DB2-BD59-A6C34878D82A}">
                        <a16:rowId xmlns:a16="http://schemas.microsoft.com/office/drawing/2014/main" val="549591821"/>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altLang="ko-KR" sz="1400" smtClean="0">
                                    <a:latin typeface="Cambria Math" panose="02040503050406030204" pitchFamily="18" charset="0"/>
                                  </a:rPr>
                                  <m:t>=</m:t>
                                </m:r>
                                <m:f>
                                  <m:fPr>
                                    <m:ctrlPr>
                                      <a:rPr lang="en-US" altLang="ko-KR" sz="1400" i="1" smtClean="0">
                                        <a:latin typeface="Cambria Math" panose="02040503050406030204" pitchFamily="18" charset="0"/>
                                      </a:rPr>
                                    </m:ctrlPr>
                                  </m:fPr>
                                  <m:num>
                                    <m:r>
                                      <a:rPr lang="en-US" altLang="ko-KR" sz="1400" b="0" smtClean="0">
                                        <a:latin typeface="Cambria Math" panose="02040503050406030204" pitchFamily="18" charset="0"/>
                                      </a:rPr>
                                      <m:t>1</m:t>
                                    </m:r>
                                  </m:num>
                                  <m:den>
                                    <m:r>
                                      <a:rPr lang="en-US" altLang="ko-KR" sz="1400" b="0" smtClean="0">
                                        <a:latin typeface="Cambria Math" panose="02040503050406030204" pitchFamily="18" charset="0"/>
                                      </a:rPr>
                                      <m:t>𝑥</m:t>
                                    </m:r>
                                  </m:den>
                                </m:f>
                              </m:oMath>
                            </m:oMathPara>
                          </a14:m>
                          <a:endParaRPr lang="ko-KR" altLang="en-US" sz="1400" dirty="0"/>
                        </a:p>
                      </a:txBody>
                      <a:tcPr/>
                    </a:tc>
                    <a:extLst>
                      <a:ext uri="{0D108BD9-81ED-4DB2-BD59-A6C34878D82A}">
                        <a16:rowId xmlns:a16="http://schemas.microsoft.com/office/drawing/2014/main" val="2571924127"/>
                      </a:ext>
                    </a:extLst>
                  </a:tr>
                  <a:tr h="549223">
                    <a:tc>
                      <a:txBody>
                        <a:bodyPr/>
                        <a:lstStyle/>
                        <a:p>
                          <a:pPr algn="l" latinLnBrk="1"/>
                          <a:endParaRPr lang="ko-KR" altLang="en-US" sz="1400" i="1" dirty="0"/>
                        </a:p>
                      </a:txBody>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tc>
                    <a:extLst>
                      <a:ext uri="{0D108BD9-81ED-4DB2-BD59-A6C34878D82A}">
                        <a16:rowId xmlns:a16="http://schemas.microsoft.com/office/drawing/2014/main" val="2333410646"/>
                      </a:ext>
                    </a:extLst>
                  </a:tr>
                </a:tbl>
              </a:graphicData>
            </a:graphic>
          </p:graphicFrame>
        </mc:Choice>
        <mc:Fallback xmlns="">
          <p:graphicFrame>
            <p:nvGraphicFramePr>
              <p:cNvPr id="10" name="표 9"/>
              <p:cNvGraphicFramePr>
                <a:graphicFrameLocks noGrp="1"/>
              </p:cNvGraphicFramePr>
              <p:nvPr>
                <p:extLst>
                  <p:ext uri="{D42A27DB-BD31-4B8C-83A1-F6EECF244321}">
                    <p14:modId xmlns:p14="http://schemas.microsoft.com/office/powerpoint/2010/main" val="4066787522"/>
                  </p:ext>
                </p:extLst>
              </p:nvPr>
            </p:nvGraphicFramePr>
            <p:xfrm>
              <a:off x="930342" y="2531450"/>
              <a:ext cx="6019098" cy="3595691"/>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68401">
                    <a:tc>
                      <a:txBody>
                        <a:bodyPr/>
                        <a:lstStyle/>
                        <a:p>
                          <a:endParaRPr lang="ko-KR"/>
                        </a:p>
                      </a:txBody>
                      <a:tcPr>
                        <a:blipFill>
                          <a:blip r:embed="rId3"/>
                          <a:stretch>
                            <a:fillRect b="-437273"/>
                          </a:stretch>
                        </a:blipFill>
                      </a:tcPr>
                    </a:tc>
                    <a:extLst>
                      <a:ext uri="{0D108BD9-81ED-4DB2-BD59-A6C34878D82A}">
                        <a16:rowId xmlns:a16="http://schemas.microsoft.com/office/drawing/2014/main" val="1349850590"/>
                      </a:ext>
                    </a:extLst>
                  </a:tr>
                  <a:tr h="668401">
                    <a:tc>
                      <a:txBody>
                        <a:bodyPr/>
                        <a:lstStyle/>
                        <a:p>
                          <a:endParaRPr lang="ko-KR"/>
                        </a:p>
                      </a:txBody>
                      <a:tcPr>
                        <a:blipFill>
                          <a:blip r:embed="rId3"/>
                          <a:stretch>
                            <a:fillRect t="-100000" b="-337273"/>
                          </a:stretch>
                        </a:blipFill>
                      </a:tcPr>
                    </a:tc>
                    <a:extLst>
                      <a:ext uri="{0D108BD9-81ED-4DB2-BD59-A6C34878D82A}">
                        <a16:rowId xmlns:a16="http://schemas.microsoft.com/office/drawing/2014/main" val="450883624"/>
                      </a:ext>
                    </a:extLst>
                  </a:tr>
                  <a:tr h="611220">
                    <a:tc>
                      <a:txBody>
                        <a:bodyPr/>
                        <a:lstStyle/>
                        <a:p>
                          <a:endParaRPr lang="ko-KR"/>
                        </a:p>
                      </a:txBody>
                      <a:tcPr anchor="ctr">
                        <a:blipFill>
                          <a:blip r:embed="rId3"/>
                          <a:stretch>
                            <a:fillRect t="-220000" b="-271000"/>
                          </a:stretch>
                        </a:blipFill>
                      </a:tcPr>
                    </a:tc>
                    <a:extLst>
                      <a:ext uri="{0D108BD9-81ED-4DB2-BD59-A6C34878D82A}">
                        <a16:rowId xmlns:a16="http://schemas.microsoft.com/office/drawing/2014/main" val="549591821"/>
                      </a:ext>
                    </a:extLst>
                  </a:tr>
                  <a:tr h="549223">
                    <a:tc>
                      <a:txBody>
                        <a:bodyPr/>
                        <a:lstStyle/>
                        <a:p>
                          <a:endParaRPr lang="ko-KR"/>
                        </a:p>
                      </a:txBody>
                      <a:tcPr>
                        <a:blipFill>
                          <a:blip r:embed="rId3"/>
                          <a:stretch>
                            <a:fillRect t="-355556" b="-201111"/>
                          </a:stretch>
                        </a:blipFill>
                      </a:tcPr>
                    </a:tc>
                    <a:extLst>
                      <a:ext uri="{0D108BD9-81ED-4DB2-BD59-A6C34878D82A}">
                        <a16:rowId xmlns:a16="http://schemas.microsoft.com/office/drawing/2014/main" val="2571924127"/>
                      </a:ext>
                    </a:extLst>
                  </a:tr>
                  <a:tr h="549223">
                    <a:tc>
                      <a:txBody>
                        <a:bodyPr/>
                        <a:lstStyle/>
                        <a:p>
                          <a:pPr algn="l" latinLnBrk="1"/>
                          <a:endParaRPr lang="ko-KR" altLang="en-US" sz="1400" i="1" dirty="0"/>
                        </a:p>
                      </a:txBody>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tc>
                    <a:extLst>
                      <a:ext uri="{0D108BD9-81ED-4DB2-BD59-A6C34878D82A}">
                        <a16:rowId xmlns:a16="http://schemas.microsoft.com/office/drawing/2014/main" val="2333410646"/>
                      </a:ext>
                    </a:extLst>
                  </a:tr>
                </a:tbl>
              </a:graphicData>
            </a:graphic>
          </p:graphicFrame>
        </mc:Fallback>
      </mc:AlternateContent>
      <mc:AlternateContent xmlns:mc="http://schemas.openxmlformats.org/markup-compatibility/2006" xmlns:a14="http://schemas.microsoft.com/office/drawing/2010/main">
        <mc:Choice Requires="a14">
          <p:sp>
            <p:nvSpPr>
              <p:cNvPr id="12" name="TextBox 11"/>
              <p:cNvSpPr txBox="1"/>
              <p:nvPr/>
            </p:nvSpPr>
            <p:spPr>
              <a:xfrm>
                <a:off x="918755" y="1454128"/>
                <a:ext cx="3495957" cy="436210"/>
              </a:xfrm>
              <a:prstGeom prst="rect">
                <a:avLst/>
              </a:prstGeom>
              <a:noFill/>
            </p:spPr>
            <p:txBody>
              <a:bodyPr wrap="none" lIns="0" tIns="0" rIns="0" bIns="0" rtlCol="0">
                <a:spAutoFit/>
              </a:bodyPr>
              <a:lstStyle/>
              <a:p>
                <a:r>
                  <a:rPr lang="ko-KR" altLang="en-US" sz="2000" dirty="0"/>
                  <a:t>⑥</a:t>
                </a:r>
                <a14:m>
                  <m:oMath xmlns:m="http://schemas.openxmlformats.org/officeDocument/2006/math">
                    <m:sSup>
                      <m:sSupPr>
                        <m:ctrlPr>
                          <a:rPr lang="en-US" altLang="ko-KR" sz="2000" i="1">
                            <a:latin typeface="Cambria Math" panose="02040503050406030204" pitchFamily="18" charset="0"/>
                          </a:rPr>
                        </m:ctrlPr>
                      </m:sSupPr>
                      <m:e>
                        <m:r>
                          <a:rPr lang="en-US" altLang="ko-KR" sz="2000" i="1">
                            <a:latin typeface="Cambria Math" panose="02040503050406030204" pitchFamily="18" charset="0"/>
                          </a:rPr>
                          <m:t>𝑓</m:t>
                        </m:r>
                      </m:e>
                      <m:sup>
                        <m:r>
                          <a:rPr lang="en-US" altLang="ko-KR" sz="2000" i="1">
                            <a:latin typeface="Cambria Math" panose="02040503050406030204" pitchFamily="18" charset="0"/>
                          </a:rPr>
                          <m:t>′</m:t>
                        </m:r>
                      </m:sup>
                    </m:sSup>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f>
                      <m:fPr>
                        <m:ctrlPr>
                          <a:rPr lang="en-US" altLang="ko-KR" sz="2000" i="1" smtClean="0">
                            <a:latin typeface="Cambria Math" panose="02040503050406030204" pitchFamily="18" charset="0"/>
                          </a:rPr>
                        </m:ctrlPr>
                      </m:fPr>
                      <m:num>
                        <m:r>
                          <a:rPr lang="en-US" altLang="ko-KR" sz="2000" b="0" i="1" smtClean="0">
                            <a:latin typeface="Cambria Math" panose="02040503050406030204" pitchFamily="18" charset="0"/>
                          </a:rPr>
                          <m:t>1</m:t>
                        </m:r>
                      </m:num>
                      <m:den>
                        <m:r>
                          <a:rPr lang="en-US" altLang="ko-KR" sz="2000" b="0" i="1" smtClean="0">
                            <a:latin typeface="Cambria Math" panose="02040503050406030204" pitchFamily="18" charset="0"/>
                          </a:rPr>
                          <m:t>𝑥</m:t>
                        </m:r>
                      </m:den>
                    </m:f>
                    <m:r>
                      <a:rPr lang="en-US" altLang="ko-KR" sz="2000" i="1">
                        <a:latin typeface="Cambria Math" panose="02040503050406030204" pitchFamily="18" charset="0"/>
                        <a:ea typeface="Cambria Math" panose="02040503050406030204" pitchFamily="18" charset="0"/>
                      </a:rPr>
                      <m:t>,  </m:t>
                    </m:r>
                    <m:r>
                      <a:rPr lang="en-US" altLang="ko-KR" sz="2000" i="1">
                        <a:latin typeface="Cambria Math" panose="02040503050406030204" pitchFamily="18" charset="0"/>
                      </a:rPr>
                      <m:t>𝑔𝑖𝑣𝑒𝑛</m:t>
                    </m:r>
                    <m:r>
                      <a:rPr lang="en-US" altLang="ko-KR" sz="2000" i="1">
                        <a:latin typeface="Cambria Math" panose="02040503050406030204" pitchFamily="18" charset="0"/>
                      </a:rPr>
                      <m:t> </m:t>
                    </m:r>
                    <m:r>
                      <a:rPr lang="en-US" altLang="ko-KR" sz="2000" i="1">
                        <a:latin typeface="Cambria Math" panose="02040503050406030204" pitchFamily="18" charset="0"/>
                      </a:rPr>
                      <m:t>𝑓</m:t>
                    </m:r>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func>
                      <m:funcPr>
                        <m:ctrlPr>
                          <a:rPr lang="en-US" altLang="ko-KR" sz="2000" i="1" smtClean="0">
                            <a:latin typeface="Cambria Math" panose="02040503050406030204" pitchFamily="18" charset="0"/>
                          </a:rPr>
                        </m:ctrlPr>
                      </m:funcPr>
                      <m:fName>
                        <m:r>
                          <a:rPr lang="en-US" altLang="ko-KR" sz="2000" i="1" smtClean="0">
                            <a:latin typeface="Cambria Math" panose="02040503050406030204" pitchFamily="18" charset="0"/>
                          </a:rPr>
                          <m:t>𝑙𝑛</m:t>
                        </m:r>
                      </m:fName>
                      <m:e>
                        <m:r>
                          <a:rPr lang="en-US" altLang="ko-KR" sz="2000" b="0" i="1" smtClean="0">
                            <a:latin typeface="Cambria Math" panose="02040503050406030204" pitchFamily="18" charset="0"/>
                          </a:rPr>
                          <m:t>𝑥</m:t>
                        </m:r>
                      </m:e>
                    </m:func>
                  </m:oMath>
                </a14:m>
                <a:endParaRPr lang="ko-KR" altLang="en-US" sz="2000" i="1" dirty="0"/>
              </a:p>
            </p:txBody>
          </p:sp>
        </mc:Choice>
        <mc:Fallback xmlns="">
          <p:sp>
            <p:nvSpPr>
              <p:cNvPr id="12" name="TextBox 11"/>
              <p:cNvSpPr txBox="1">
                <a:spLocks noRot="1" noChangeAspect="1" noMove="1" noResize="1" noEditPoints="1" noAdjustHandles="1" noChangeArrowheads="1" noChangeShapeType="1" noTextEdit="1"/>
              </p:cNvSpPr>
              <p:nvPr/>
            </p:nvSpPr>
            <p:spPr>
              <a:xfrm>
                <a:off x="918755" y="1454128"/>
                <a:ext cx="3495957" cy="436210"/>
              </a:xfrm>
              <a:prstGeom prst="rect">
                <a:avLst/>
              </a:prstGeom>
              <a:blipFill>
                <a:blip r:embed="rId4"/>
                <a:stretch>
                  <a:fillRect l="-4538" t="-5634" r="-698" b="-18310"/>
                </a:stretch>
              </a:blipFill>
            </p:spPr>
            <p:txBody>
              <a:bodyPr/>
              <a:lstStyle/>
              <a:p>
                <a:r>
                  <a:rPr lang="ko-KR" altLang="en-US">
                    <a:noFill/>
                  </a:rPr>
                  <a:t> </a:t>
                </a:r>
              </a:p>
            </p:txBody>
          </p:sp>
        </mc:Fallback>
      </mc:AlternateContent>
      <p:sp>
        <p:nvSpPr>
          <p:cNvPr id="14" name="원호 13">
            <a:extLst>
              <a:ext uri="{FF2B5EF4-FFF2-40B4-BE49-F238E27FC236}">
                <a16:creationId xmlns:a16="http://schemas.microsoft.com/office/drawing/2014/main" id="{720BE5F8-FF28-D338-132B-12A968F95379}"/>
              </a:ext>
            </a:extLst>
          </p:cNvPr>
          <p:cNvSpPr/>
          <p:nvPr/>
        </p:nvSpPr>
        <p:spPr>
          <a:xfrm>
            <a:off x="1330219" y="3362759"/>
            <a:ext cx="864341" cy="864207"/>
          </a:xfrm>
          <a:prstGeom prst="arc">
            <a:avLst>
              <a:gd name="adj1" fmla="val 613347"/>
              <a:gd name="adj2" fmla="val 6105386"/>
            </a:avLst>
          </a:prstGeom>
          <a:ln w="9525">
            <a:solidFill>
              <a:srgbClr val="C00000"/>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mc:AlternateContent xmlns:mc="http://schemas.openxmlformats.org/markup-compatibility/2006">
        <mc:Choice xmlns:a14="http://schemas.microsoft.com/office/drawing/2010/main" Requires="a14">
          <p:sp>
            <p:nvSpPr>
              <p:cNvPr id="15" name="직사각형 14">
                <a:extLst>
                  <a:ext uri="{FF2B5EF4-FFF2-40B4-BE49-F238E27FC236}">
                    <a16:creationId xmlns:a16="http://schemas.microsoft.com/office/drawing/2014/main" id="{122ACAED-C78D-CDE5-E866-3848B396B8ED}"/>
                  </a:ext>
                </a:extLst>
              </p:cNvPr>
              <p:cNvSpPr/>
              <p:nvPr/>
            </p:nvSpPr>
            <p:spPr>
              <a:xfrm>
                <a:off x="2042172" y="3854238"/>
                <a:ext cx="3231590" cy="406906"/>
              </a:xfrm>
              <a:prstGeom prst="rect">
                <a:avLst/>
              </a:prstGeom>
            </p:spPr>
            <p:txBody>
              <a:bodyPr wrap="none">
                <a:spAutoFit/>
              </a:bodyPr>
              <a:lstStyle/>
              <a:p>
                <a:pPr/>
                <a14:m>
                  <m:oMath xmlns:m="http://schemas.openxmlformats.org/officeDocument/2006/math">
                    <m:r>
                      <a:rPr lang="en-US" altLang="ko-KR" sz="1200" i="1" smtClean="0">
                        <a:solidFill>
                          <a:srgbClr val="C00000"/>
                        </a:solidFill>
                        <a:latin typeface="Cambria Math" panose="02040503050406030204" pitchFamily="18" charset="0"/>
                      </a:rPr>
                      <m:t> </m:t>
                    </m:r>
                    <m:r>
                      <a:rPr lang="en-US" altLang="ko-KR" sz="1200" i="1" smtClean="0">
                        <a:solidFill>
                          <a:srgbClr val="C00000"/>
                        </a:solidFill>
                        <a:latin typeface="Cambria Math" panose="02040503050406030204" pitchFamily="18" charset="0"/>
                      </a:rPr>
                      <m:t>𝑠𝑖𝑛𝑐𝑒</m:t>
                    </m:r>
                    <m:r>
                      <a:rPr lang="en-US" altLang="ko-KR" sz="1200" b="0" i="1" smtClean="0">
                        <a:solidFill>
                          <a:srgbClr val="C00000"/>
                        </a:solidFill>
                        <a:latin typeface="Cambria Math" panose="02040503050406030204" pitchFamily="18" charset="0"/>
                      </a:rPr>
                      <m:t> </m:t>
                    </m:r>
                    <m:r>
                      <a:rPr lang="ko-KR" altLang="en-US" sz="1200" i="1" smtClean="0">
                        <a:solidFill>
                          <a:schemeClr val="tx2"/>
                        </a:solidFill>
                        <a:latin typeface="Cambria Math" panose="02040503050406030204" pitchFamily="18" charset="0"/>
                      </a:rPr>
                      <m:t>②</m:t>
                    </m:r>
                    <m:r>
                      <a:rPr lang="en-US" altLang="ko-KR" sz="1200" b="0" i="1" smtClean="0">
                        <a:solidFill>
                          <a:srgbClr val="C00000"/>
                        </a:solidFill>
                        <a:latin typeface="Cambria Math" panose="02040503050406030204" pitchFamily="18" charset="0"/>
                      </a:rPr>
                      <m:t> </m:t>
                    </m:r>
                    <m:r>
                      <a:rPr lang="en-US" altLang="ko-KR" sz="1200" b="0" i="1" smtClean="0">
                        <a:solidFill>
                          <a:schemeClr val="tx1"/>
                        </a:solidFill>
                        <a:latin typeface="Cambria Math" panose="02040503050406030204" pitchFamily="18" charset="0"/>
                      </a:rPr>
                      <m:t>𝑒</m:t>
                    </m:r>
                    <m:r>
                      <a:rPr lang="en-US" altLang="ko-KR" sz="1200" i="1">
                        <a:solidFill>
                          <a:schemeClr val="tx1"/>
                        </a:solidFill>
                        <a:latin typeface="Cambria Math" panose="02040503050406030204" pitchFamily="18" charset="0"/>
                      </a:rPr>
                      <m:t>=</m:t>
                    </m:r>
                    <m:limLow>
                      <m:limLowPr>
                        <m:ctrlPr>
                          <a:rPr lang="en-US" altLang="ko-KR" sz="1200" i="1">
                            <a:latin typeface="Cambria Math" panose="02040503050406030204" pitchFamily="18" charset="0"/>
                          </a:rPr>
                        </m:ctrlPr>
                      </m:limLowPr>
                      <m:e>
                        <m:r>
                          <a:rPr lang="en-US" altLang="ko-KR" sz="1200" i="1">
                            <a:latin typeface="Cambria Math" panose="02040503050406030204" pitchFamily="18" charset="0"/>
                          </a:rPr>
                          <m:t>𝑙𝑖𝑚</m:t>
                        </m:r>
                      </m:e>
                      <m:lim>
                        <m:r>
                          <a:rPr lang="en-US" altLang="ko-KR" sz="1200" b="0" i="1" smtClean="0">
                            <a:latin typeface="Cambria Math" panose="02040503050406030204" pitchFamily="18" charset="0"/>
                          </a:rPr>
                          <m:t>𝑡</m:t>
                        </m:r>
                        <m:r>
                          <a:rPr lang="en-US" altLang="ko-KR" sz="1200" i="1">
                            <a:latin typeface="Cambria Math" panose="02040503050406030204" pitchFamily="18" charset="0"/>
                          </a:rPr>
                          <m:t>→0</m:t>
                        </m:r>
                      </m:lim>
                    </m:limLow>
                    <m:sSup>
                      <m:sSupPr>
                        <m:ctrlPr>
                          <a:rPr lang="en-US" altLang="ko-KR" sz="1200" i="1" smtClean="0">
                            <a:latin typeface="Cambria Math" panose="02040503050406030204" pitchFamily="18" charset="0"/>
                          </a:rPr>
                        </m:ctrlPr>
                      </m:sSupPr>
                      <m:e>
                        <m:d>
                          <m:dPr>
                            <m:ctrlPr>
                              <a:rPr lang="en-US" altLang="ko-KR" sz="1200" i="1" smtClean="0">
                                <a:latin typeface="Cambria Math" panose="02040503050406030204" pitchFamily="18" charset="0"/>
                              </a:rPr>
                            </m:ctrlPr>
                          </m:dPr>
                          <m:e>
                            <m:r>
                              <a:rPr lang="en-US" altLang="ko-KR" sz="1200" b="0" i="1" smtClean="0">
                                <a:latin typeface="Cambria Math" panose="02040503050406030204" pitchFamily="18" charset="0"/>
                              </a:rPr>
                              <m:t>1+</m:t>
                            </m:r>
                            <m:r>
                              <a:rPr lang="en-US" altLang="ko-KR" sz="1200" b="0" i="1" smtClean="0">
                                <a:latin typeface="Cambria Math" panose="02040503050406030204" pitchFamily="18" charset="0"/>
                              </a:rPr>
                              <m:t>𝑡</m:t>
                            </m:r>
                          </m:e>
                        </m:d>
                      </m:e>
                      <m:sup>
                        <m:f>
                          <m:fPr>
                            <m:ctrlPr>
                              <a:rPr lang="en-US" altLang="ko-KR" sz="1200" i="1" smtClean="0">
                                <a:latin typeface="Cambria Math" panose="02040503050406030204" pitchFamily="18" charset="0"/>
                              </a:rPr>
                            </m:ctrlPr>
                          </m:fPr>
                          <m:num>
                            <m:r>
                              <a:rPr lang="en-US" altLang="ko-KR" sz="1200" b="0" i="1" smtClean="0">
                                <a:latin typeface="Cambria Math" panose="02040503050406030204" pitchFamily="18" charset="0"/>
                              </a:rPr>
                              <m:t>1</m:t>
                            </m:r>
                          </m:num>
                          <m:den>
                            <m:r>
                              <a:rPr lang="en-US" altLang="ko-KR" sz="1200" b="0" i="1" smtClean="0">
                                <a:latin typeface="Cambria Math" panose="02040503050406030204" pitchFamily="18" charset="0"/>
                              </a:rPr>
                              <m:t>𝑡</m:t>
                            </m:r>
                          </m:den>
                        </m:f>
                      </m:sup>
                    </m:sSup>
                  </m:oMath>
                </a14:m>
                <a:r>
                  <a:rPr lang="ko-KR" altLang="en-US" sz="1200" i="1" dirty="0">
                    <a:solidFill>
                      <a:schemeClr val="tx1"/>
                    </a:solidFill>
                  </a:rPr>
                  <a:t> </a:t>
                </a:r>
                <a:r>
                  <a:rPr lang="en-US" altLang="ko-KR" sz="1200" i="1" dirty="0"/>
                  <a:t>by substituting </a:t>
                </a:r>
                <a14:m>
                  <m:oMath xmlns:m="http://schemas.openxmlformats.org/officeDocument/2006/math">
                    <m:f>
                      <m:fPr>
                        <m:ctrlPr>
                          <a:rPr lang="en-US" altLang="ko-KR" sz="1200" i="1">
                            <a:latin typeface="Cambria Math" panose="02040503050406030204" pitchFamily="18" charset="0"/>
                          </a:rPr>
                        </m:ctrlPr>
                      </m:fPr>
                      <m:num>
                        <m:r>
                          <a:rPr lang="en-US" altLang="ko-KR" sz="1200" b="0" i="1" smtClean="0">
                            <a:latin typeface="Cambria Math" panose="02040503050406030204" pitchFamily="18" charset="0"/>
                          </a:rPr>
                          <m:t>h</m:t>
                        </m:r>
                      </m:num>
                      <m:den>
                        <m:r>
                          <a:rPr lang="en-US" altLang="ko-KR" sz="1200" b="0" i="1" smtClean="0">
                            <a:latin typeface="Cambria Math" panose="02040503050406030204" pitchFamily="18" charset="0"/>
                          </a:rPr>
                          <m:t>𝑥</m:t>
                        </m:r>
                      </m:den>
                    </m:f>
                  </m:oMath>
                </a14:m>
                <a:r>
                  <a:rPr lang="ko-KR" altLang="en-US" sz="1200" i="1" dirty="0">
                    <a:solidFill>
                      <a:schemeClr val="tx1"/>
                    </a:solidFill>
                  </a:rPr>
                  <a:t> </a:t>
                </a:r>
                <a:r>
                  <a:rPr lang="en-US" altLang="ko-KR" sz="1200" i="1" dirty="0">
                    <a:solidFill>
                      <a:schemeClr val="tx1"/>
                    </a:solidFill>
                  </a:rPr>
                  <a:t>by </a:t>
                </a:r>
                <a14:m>
                  <m:oMath xmlns:m="http://schemas.openxmlformats.org/officeDocument/2006/math">
                    <m:r>
                      <a:rPr lang="en-US" altLang="ko-KR" sz="1200" b="0" i="1" smtClean="0">
                        <a:latin typeface="Cambria Math" panose="02040503050406030204" pitchFamily="18" charset="0"/>
                      </a:rPr>
                      <m:t>𝑡</m:t>
                    </m:r>
                  </m:oMath>
                </a14:m>
                <a:endParaRPr lang="ko-KR" altLang="en-US" sz="1200" i="1" dirty="0">
                  <a:solidFill>
                    <a:schemeClr val="tx1"/>
                  </a:solidFill>
                </a:endParaRPr>
              </a:p>
            </p:txBody>
          </p:sp>
        </mc:Choice>
        <mc:Fallback>
          <p:sp>
            <p:nvSpPr>
              <p:cNvPr id="15" name="직사각형 14">
                <a:extLst>
                  <a:ext uri="{FF2B5EF4-FFF2-40B4-BE49-F238E27FC236}">
                    <a16:creationId xmlns:a16="http://schemas.microsoft.com/office/drawing/2014/main" id="{122ACAED-C78D-CDE5-E866-3848B396B8ED}"/>
                  </a:ext>
                </a:extLst>
              </p:cNvPr>
              <p:cNvSpPr>
                <a:spLocks noRot="1" noChangeAspect="1" noMove="1" noResize="1" noEditPoints="1" noAdjustHandles="1" noChangeArrowheads="1" noChangeShapeType="1" noTextEdit="1"/>
              </p:cNvSpPr>
              <p:nvPr/>
            </p:nvSpPr>
            <p:spPr>
              <a:xfrm>
                <a:off x="2042172" y="3854238"/>
                <a:ext cx="3231590" cy="406906"/>
              </a:xfrm>
              <a:prstGeom prst="rect">
                <a:avLst/>
              </a:prstGeom>
              <a:blipFill>
                <a:blip r:embed="rId5"/>
                <a:stretch>
                  <a:fillRect/>
                </a:stretch>
              </a:blipFill>
            </p:spPr>
            <p:txBody>
              <a:bodyPr/>
              <a:lstStyle/>
              <a:p>
                <a:r>
                  <a:rPr lang="ko-KR" altLang="en-US">
                    <a:noFill/>
                  </a:rPr>
                  <a:t> </a:t>
                </a:r>
              </a:p>
            </p:txBody>
          </p:sp>
        </mc:Fallback>
      </mc:AlternateContent>
      <p:sp>
        <p:nvSpPr>
          <p:cNvPr id="16" name="원호 15">
            <a:extLst>
              <a:ext uri="{FF2B5EF4-FFF2-40B4-BE49-F238E27FC236}">
                <a16:creationId xmlns:a16="http://schemas.microsoft.com/office/drawing/2014/main" id="{9384052E-3524-A680-B2A2-34174C1FA7DF}"/>
              </a:ext>
            </a:extLst>
          </p:cNvPr>
          <p:cNvSpPr/>
          <p:nvPr/>
        </p:nvSpPr>
        <p:spPr>
          <a:xfrm>
            <a:off x="1158075" y="4200507"/>
            <a:ext cx="419265" cy="547505"/>
          </a:xfrm>
          <a:prstGeom prst="arc">
            <a:avLst>
              <a:gd name="adj1" fmla="val 18769026"/>
              <a:gd name="adj2" fmla="val 5627011"/>
            </a:avLst>
          </a:prstGeom>
          <a:ln w="9525">
            <a:solidFill>
              <a:srgbClr val="C00000"/>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mc:AlternateContent xmlns:mc="http://schemas.openxmlformats.org/markup-compatibility/2006" xmlns:a14="http://schemas.microsoft.com/office/drawing/2010/main">
        <mc:Choice Requires="a14">
          <p:sp>
            <p:nvSpPr>
              <p:cNvPr id="17" name="직사각형 16">
                <a:extLst>
                  <a:ext uri="{FF2B5EF4-FFF2-40B4-BE49-F238E27FC236}">
                    <a16:creationId xmlns:a16="http://schemas.microsoft.com/office/drawing/2014/main" id="{032D4008-FE13-A393-9748-6706C5FED54A}"/>
                  </a:ext>
                </a:extLst>
              </p:cNvPr>
              <p:cNvSpPr/>
              <p:nvPr/>
            </p:nvSpPr>
            <p:spPr>
              <a:xfrm>
                <a:off x="1481340" y="4420128"/>
                <a:ext cx="1764521"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ko-KR" sz="1200" i="1" smtClean="0">
                          <a:solidFill>
                            <a:srgbClr val="C00000"/>
                          </a:solidFill>
                          <a:latin typeface="Cambria Math" panose="02040503050406030204" pitchFamily="18" charset="0"/>
                        </a:rPr>
                        <m:t> </m:t>
                      </m:r>
                      <m:r>
                        <a:rPr lang="en-US" altLang="ko-KR" sz="1200" i="1" smtClean="0">
                          <a:solidFill>
                            <a:srgbClr val="C00000"/>
                          </a:solidFill>
                          <a:latin typeface="Cambria Math" panose="02040503050406030204" pitchFamily="18" charset="0"/>
                        </a:rPr>
                        <m:t>𝑠𝑖𝑛𝑐𝑒</m:t>
                      </m:r>
                      <m:func>
                        <m:funcPr>
                          <m:ctrlPr>
                            <a:rPr lang="en-US" altLang="ko-KR" sz="1200" i="1" smtClean="0">
                              <a:solidFill>
                                <a:schemeClr val="tx1"/>
                              </a:solidFill>
                              <a:latin typeface="Cambria Math" panose="02040503050406030204" pitchFamily="18" charset="0"/>
                            </a:rPr>
                          </m:ctrlPr>
                        </m:funcPr>
                        <m:fName>
                          <m:r>
                            <a:rPr lang="en-US" altLang="ko-KR" sz="1200" i="1" smtClean="0">
                              <a:solidFill>
                                <a:schemeClr val="tx1"/>
                              </a:solidFill>
                              <a:latin typeface="Cambria Math" panose="02040503050406030204" pitchFamily="18" charset="0"/>
                            </a:rPr>
                            <m:t>𝑙𝑛</m:t>
                          </m:r>
                        </m:fName>
                        <m:e>
                          <m:r>
                            <a:rPr lang="en-US" altLang="ko-KR" sz="1200" b="0" i="1" smtClean="0">
                              <a:solidFill>
                                <a:schemeClr val="tx1"/>
                              </a:solidFill>
                              <a:latin typeface="Cambria Math" panose="02040503050406030204" pitchFamily="18" charset="0"/>
                            </a:rPr>
                            <m:t>𝑒</m:t>
                          </m:r>
                        </m:e>
                      </m:func>
                      <m:r>
                        <a:rPr lang="en-US" altLang="ko-KR" sz="1200" b="0" i="1" smtClean="0">
                          <a:solidFill>
                            <a:schemeClr val="tx1"/>
                          </a:solidFill>
                          <a:latin typeface="Cambria Math" panose="02040503050406030204" pitchFamily="18" charset="0"/>
                        </a:rPr>
                        <m:t>=</m:t>
                      </m:r>
                      <m:func>
                        <m:funcPr>
                          <m:ctrlPr>
                            <a:rPr lang="en-US" altLang="ko-KR" sz="1200" b="0" i="1" smtClean="0">
                              <a:solidFill>
                                <a:schemeClr val="tx1"/>
                              </a:solidFill>
                              <a:latin typeface="Cambria Math" panose="02040503050406030204" pitchFamily="18" charset="0"/>
                            </a:rPr>
                          </m:ctrlPr>
                        </m:funcPr>
                        <m:fName>
                          <m:sSub>
                            <m:sSubPr>
                              <m:ctrlPr>
                                <a:rPr lang="en-US" altLang="ko-KR" sz="1200" b="0" i="1" smtClean="0">
                                  <a:solidFill>
                                    <a:schemeClr val="tx1"/>
                                  </a:solidFill>
                                  <a:latin typeface="Cambria Math" panose="02040503050406030204" pitchFamily="18" charset="0"/>
                                </a:rPr>
                              </m:ctrlPr>
                            </m:sSubPr>
                            <m:e>
                              <m:r>
                                <a:rPr lang="en-US" altLang="ko-KR" sz="1200" b="0" i="1" smtClean="0">
                                  <a:solidFill>
                                    <a:schemeClr val="tx1"/>
                                  </a:solidFill>
                                  <a:latin typeface="Cambria Math" panose="02040503050406030204" pitchFamily="18" charset="0"/>
                                </a:rPr>
                                <m:t>𝑙𝑜𝑔</m:t>
                              </m:r>
                            </m:e>
                            <m:sub>
                              <m:r>
                                <a:rPr lang="en-US" altLang="ko-KR" sz="1200" b="0" i="1" smtClean="0">
                                  <a:solidFill>
                                    <a:schemeClr val="tx1"/>
                                  </a:solidFill>
                                  <a:latin typeface="Cambria Math" panose="02040503050406030204" pitchFamily="18" charset="0"/>
                                </a:rPr>
                                <m:t>𝑒</m:t>
                              </m:r>
                            </m:sub>
                          </m:sSub>
                        </m:fName>
                        <m:e>
                          <m:r>
                            <a:rPr lang="en-US" altLang="ko-KR" sz="1200" b="0" i="1" smtClean="0">
                              <a:solidFill>
                                <a:schemeClr val="tx1"/>
                              </a:solidFill>
                              <a:latin typeface="Cambria Math" panose="02040503050406030204" pitchFamily="18" charset="0"/>
                            </a:rPr>
                            <m:t>𝑒</m:t>
                          </m:r>
                        </m:e>
                      </m:func>
                      <m:r>
                        <a:rPr lang="en-US" altLang="ko-KR" sz="1200" b="0" i="1" smtClean="0">
                          <a:solidFill>
                            <a:schemeClr val="tx1"/>
                          </a:solidFill>
                          <a:latin typeface="Cambria Math" panose="02040503050406030204" pitchFamily="18" charset="0"/>
                        </a:rPr>
                        <m:t>=1</m:t>
                      </m:r>
                    </m:oMath>
                  </m:oMathPara>
                </a14:m>
                <a:endParaRPr lang="ko-KR" altLang="en-US" sz="1200" i="1" dirty="0">
                  <a:solidFill>
                    <a:schemeClr val="tx1"/>
                  </a:solidFill>
                </a:endParaRPr>
              </a:p>
            </p:txBody>
          </p:sp>
        </mc:Choice>
        <mc:Fallback xmlns="">
          <p:sp>
            <p:nvSpPr>
              <p:cNvPr id="17" name="직사각형 16">
                <a:extLst>
                  <a:ext uri="{FF2B5EF4-FFF2-40B4-BE49-F238E27FC236}">
                    <a16:creationId xmlns:a16="http://schemas.microsoft.com/office/drawing/2014/main" id="{032D4008-FE13-A393-9748-6706C5FED54A}"/>
                  </a:ext>
                </a:extLst>
              </p:cNvPr>
              <p:cNvSpPr>
                <a:spLocks noRot="1" noChangeAspect="1" noMove="1" noResize="1" noEditPoints="1" noAdjustHandles="1" noChangeArrowheads="1" noChangeShapeType="1" noTextEdit="1"/>
              </p:cNvSpPr>
              <p:nvPr/>
            </p:nvSpPr>
            <p:spPr>
              <a:xfrm>
                <a:off x="1481340" y="4420128"/>
                <a:ext cx="1764521" cy="276999"/>
              </a:xfrm>
              <a:prstGeom prst="rect">
                <a:avLst/>
              </a:prstGeom>
              <a:blipFill>
                <a:blip r:embed="rId6"/>
                <a:stretch>
                  <a:fillRect b="-4348"/>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37856498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mc:AlternateContent xmlns:mc="http://schemas.openxmlformats.org/markup-compatibility/2006" xmlns:a14="http://schemas.microsoft.com/office/drawing/2010/main">
        <mc:Choice Requires="a14">
          <p:graphicFrame>
            <p:nvGraphicFramePr>
              <p:cNvPr id="10" name="표 9"/>
              <p:cNvGraphicFramePr>
                <a:graphicFrameLocks noGrp="1"/>
              </p:cNvGraphicFramePr>
              <p:nvPr>
                <p:extLst>
                  <p:ext uri="{D42A27DB-BD31-4B8C-83A1-F6EECF244321}">
                    <p14:modId xmlns:p14="http://schemas.microsoft.com/office/powerpoint/2010/main" val="2459025734"/>
                  </p:ext>
                </p:extLst>
              </p:nvPr>
            </p:nvGraphicFramePr>
            <p:xfrm>
              <a:off x="930342" y="2531450"/>
              <a:ext cx="6019098" cy="3541915"/>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41513">
                    <a:tc>
                      <a:txBody>
                        <a:bodyPr/>
                        <a:lstStyle/>
                        <a:p>
                          <a:pPr algn="l" latinLnBrk="1"/>
                          <a14:m>
                            <m:oMathPara xmlns:m="http://schemas.openxmlformats.org/officeDocument/2006/math">
                              <m:oMathParaPr>
                                <m:jc m:val="left"/>
                              </m:oMathParaPr>
                              <m:oMath xmlns:m="http://schemas.openxmlformats.org/officeDocument/2006/math">
                                <m:sSup>
                                  <m:sSupPr>
                                    <m:ctrlPr>
                                      <a:rPr lang="en-US" altLang="ko-KR" sz="1400" i="1" smtClean="0">
                                        <a:latin typeface="Cambria Math" panose="02040503050406030204" pitchFamily="18" charset="0"/>
                                      </a:rPr>
                                    </m:ctrlPr>
                                  </m:sSupPr>
                                  <m:e>
                                    <m:r>
                                      <a:rPr lang="en-US" altLang="ko-KR" sz="1400" b="0" i="1" smtClean="0">
                                        <a:latin typeface="Cambria Math" panose="02040503050406030204" pitchFamily="18" charset="0"/>
                                      </a:rPr>
                                      <m:t>𝐹</m:t>
                                    </m:r>
                                  </m:e>
                                  <m:sup>
                                    <m:r>
                                      <a:rPr lang="en-US" altLang="ko-KR" sz="1400" i="1">
                                        <a:latin typeface="Cambria Math" panose="02040503050406030204" pitchFamily="18" charset="0"/>
                                      </a:rPr>
                                      <m:t>′</m:t>
                                    </m:r>
                                  </m:sup>
                                </m:sSup>
                                <m:d>
                                  <m:dPr>
                                    <m:ctrlPr>
                                      <a:rPr lang="en-US" altLang="ko-KR" sz="1400" i="1">
                                        <a:latin typeface="Cambria Math" panose="02040503050406030204" pitchFamily="18" charset="0"/>
                                      </a:rPr>
                                    </m:ctrlPr>
                                  </m:dPr>
                                  <m:e>
                                    <m:r>
                                      <a:rPr lang="en-US" altLang="ko-KR" sz="1400" i="1">
                                        <a:latin typeface="Cambria Math" panose="02040503050406030204" pitchFamily="18" charset="0"/>
                                      </a:rPr>
                                      <m:t>𝑥</m:t>
                                    </m:r>
                                  </m:e>
                                </m:d>
                                <m:r>
                                  <a:rPr lang="en-US" altLang="ko-KR" sz="1400" smtClean="0">
                                    <a:latin typeface="Cambria Math" panose="02040503050406030204" pitchFamily="18" charset="0"/>
                                  </a:rPr>
                                  <m:t>=</m:t>
                                </m:r>
                                <m:func>
                                  <m:funcPr>
                                    <m:ctrlPr>
                                      <a:rPr lang="en-US" altLang="ko-KR" sz="1400" i="1" smtClean="0">
                                        <a:latin typeface="Cambria Math" panose="02040503050406030204" pitchFamily="18" charset="0"/>
                                      </a:rPr>
                                    </m:ctrlPr>
                                  </m:funcPr>
                                  <m:fName>
                                    <m:limLow>
                                      <m:limLowPr>
                                        <m:ctrlPr>
                                          <a:rPr lang="en-US" altLang="ko-KR" sz="1400" i="1" smtClean="0">
                                            <a:latin typeface="Cambria Math" panose="02040503050406030204" pitchFamily="18" charset="0"/>
                                          </a:rPr>
                                        </m:ctrlPr>
                                      </m:limLowPr>
                                      <m:e>
                                        <m:r>
                                          <a:rPr lang="en-US" altLang="ko-KR" sz="1400" smtClean="0">
                                            <a:latin typeface="Cambria Math" panose="02040503050406030204" pitchFamily="18" charset="0"/>
                                          </a:rPr>
                                          <m:t>𝑙𝑖𝑚</m:t>
                                        </m:r>
                                      </m:e>
                                      <m:lim>
                                        <m:r>
                                          <a:rPr lang="en-US" altLang="ko-KR" sz="1400" smtClean="0">
                                            <a:latin typeface="Cambria Math" panose="02040503050406030204" pitchFamily="18" charset="0"/>
                                          </a:rPr>
                                          <m:t>h</m:t>
                                        </m:r>
                                        <m:r>
                                          <a:rPr lang="en-US" altLang="ko-KR" sz="1400" smtClean="0">
                                            <a:latin typeface="Cambria Math" panose="02040503050406030204" pitchFamily="18" charset="0"/>
                                          </a:rPr>
                                          <m:t>→0</m:t>
                                        </m:r>
                                      </m:lim>
                                    </m:limLow>
                                  </m:fName>
                                  <m:e>
                                    <m:f>
                                      <m:fPr>
                                        <m:ctrlPr>
                                          <a:rPr lang="en-US" altLang="ko-KR" sz="1400" i="1" smtClean="0">
                                            <a:latin typeface="Cambria Math" panose="02040503050406030204" pitchFamily="18" charset="0"/>
                                          </a:rPr>
                                        </m:ctrlPr>
                                      </m:fPr>
                                      <m:num>
                                        <m:r>
                                          <a:rPr lang="en-US" altLang="ko-KR" sz="1400" b="0" i="1" smtClean="0">
                                            <a:latin typeface="Cambria Math" panose="02040503050406030204" pitchFamily="18" charset="0"/>
                                          </a:rPr>
                                          <m:t>𝐹</m:t>
                                        </m:r>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h</m:t>
                                            </m:r>
                                          </m:e>
                                        </m:d>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𝐹</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𝑥</m:t>
                                        </m:r>
                                        <m:r>
                                          <a:rPr lang="en-US" altLang="ko-KR" sz="1400" b="0" i="1" smtClean="0">
                                            <a:latin typeface="Cambria Math" panose="02040503050406030204" pitchFamily="18" charset="0"/>
                                          </a:rPr>
                                          <m:t>)</m:t>
                                        </m:r>
                                      </m:num>
                                      <m:den>
                                        <m:r>
                                          <a:rPr lang="en-US" altLang="ko-KR" sz="1400" b="0" i="1" smtClean="0">
                                            <a:latin typeface="Cambria Math" panose="02040503050406030204" pitchFamily="18" charset="0"/>
                                          </a:rPr>
                                          <m:t>h</m:t>
                                        </m:r>
                                      </m:den>
                                    </m:f>
                                  </m:e>
                                </m:func>
                              </m:oMath>
                            </m:oMathPara>
                          </a14:m>
                          <a:endParaRPr lang="ko-KR" altLang="en-US" sz="1400" i="1" dirty="0"/>
                        </a:p>
                      </a:txBody>
                      <a:tcPr/>
                    </a:tc>
                    <a:extLst>
                      <a:ext uri="{0D108BD9-81ED-4DB2-BD59-A6C34878D82A}">
                        <a16:rowId xmlns:a16="http://schemas.microsoft.com/office/drawing/2014/main" val="1349850590"/>
                      </a:ext>
                    </a:extLst>
                  </a:tr>
                  <a:tr h="64151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tc>
                    <a:extLst>
                      <a:ext uri="{0D108BD9-81ED-4DB2-BD59-A6C34878D82A}">
                        <a16:rowId xmlns:a16="http://schemas.microsoft.com/office/drawing/2014/main" val="450883624"/>
                      </a:ext>
                    </a:extLst>
                  </a:tr>
                  <a:tr h="6112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nchor="ctr"/>
                    </a:tc>
                    <a:extLst>
                      <a:ext uri="{0D108BD9-81ED-4DB2-BD59-A6C34878D82A}">
                        <a16:rowId xmlns:a16="http://schemas.microsoft.com/office/drawing/2014/main" val="549591821"/>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tc>
                    <a:extLst>
                      <a:ext uri="{0D108BD9-81ED-4DB2-BD59-A6C34878D82A}">
                        <a16:rowId xmlns:a16="http://schemas.microsoft.com/office/drawing/2014/main" val="2571924127"/>
                      </a:ext>
                    </a:extLst>
                  </a:tr>
                  <a:tr h="549223">
                    <a:tc>
                      <a:txBody>
                        <a:bodyPr/>
                        <a:lstStyle/>
                        <a:p>
                          <a:pPr algn="l" latinLnBrk="1"/>
                          <a:endParaRPr lang="ko-KR" altLang="en-US" sz="1400" i="1" dirty="0"/>
                        </a:p>
                      </a:txBody>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tc>
                    <a:extLst>
                      <a:ext uri="{0D108BD9-81ED-4DB2-BD59-A6C34878D82A}">
                        <a16:rowId xmlns:a16="http://schemas.microsoft.com/office/drawing/2014/main" val="2333410646"/>
                      </a:ext>
                    </a:extLst>
                  </a:tr>
                </a:tbl>
              </a:graphicData>
            </a:graphic>
          </p:graphicFrame>
        </mc:Choice>
        <mc:Fallback xmlns="">
          <p:graphicFrame>
            <p:nvGraphicFramePr>
              <p:cNvPr id="10" name="표 9"/>
              <p:cNvGraphicFramePr>
                <a:graphicFrameLocks noGrp="1"/>
              </p:cNvGraphicFramePr>
              <p:nvPr>
                <p:extLst>
                  <p:ext uri="{D42A27DB-BD31-4B8C-83A1-F6EECF244321}">
                    <p14:modId xmlns:p14="http://schemas.microsoft.com/office/powerpoint/2010/main" val="2459025734"/>
                  </p:ext>
                </p:extLst>
              </p:nvPr>
            </p:nvGraphicFramePr>
            <p:xfrm>
              <a:off x="930342" y="2531450"/>
              <a:ext cx="6019098" cy="3541915"/>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41513">
                    <a:tc>
                      <a:txBody>
                        <a:bodyPr/>
                        <a:lstStyle/>
                        <a:p>
                          <a:endParaRPr lang="ko-KR"/>
                        </a:p>
                      </a:txBody>
                      <a:tcPr>
                        <a:blipFill>
                          <a:blip r:embed="rId3"/>
                          <a:stretch>
                            <a:fillRect b="-454286"/>
                          </a:stretch>
                        </a:blipFill>
                      </a:tcPr>
                    </a:tc>
                    <a:extLst>
                      <a:ext uri="{0D108BD9-81ED-4DB2-BD59-A6C34878D82A}">
                        <a16:rowId xmlns:a16="http://schemas.microsoft.com/office/drawing/2014/main" val="1349850590"/>
                      </a:ext>
                    </a:extLst>
                  </a:tr>
                  <a:tr h="64151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tc>
                    <a:extLst>
                      <a:ext uri="{0D108BD9-81ED-4DB2-BD59-A6C34878D82A}">
                        <a16:rowId xmlns:a16="http://schemas.microsoft.com/office/drawing/2014/main" val="450883624"/>
                      </a:ext>
                    </a:extLst>
                  </a:tr>
                  <a:tr h="6112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nchor="ctr"/>
                    </a:tc>
                    <a:extLst>
                      <a:ext uri="{0D108BD9-81ED-4DB2-BD59-A6C34878D82A}">
                        <a16:rowId xmlns:a16="http://schemas.microsoft.com/office/drawing/2014/main" val="549591821"/>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tc>
                    <a:extLst>
                      <a:ext uri="{0D108BD9-81ED-4DB2-BD59-A6C34878D82A}">
                        <a16:rowId xmlns:a16="http://schemas.microsoft.com/office/drawing/2014/main" val="2571924127"/>
                      </a:ext>
                    </a:extLst>
                  </a:tr>
                  <a:tr h="549223">
                    <a:tc>
                      <a:txBody>
                        <a:bodyPr/>
                        <a:lstStyle/>
                        <a:p>
                          <a:pPr algn="l" latinLnBrk="1"/>
                          <a:endParaRPr lang="ko-KR" altLang="en-US" sz="1400" i="1" dirty="0"/>
                        </a:p>
                      </a:txBody>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tc>
                    <a:extLst>
                      <a:ext uri="{0D108BD9-81ED-4DB2-BD59-A6C34878D82A}">
                        <a16:rowId xmlns:a16="http://schemas.microsoft.com/office/drawing/2014/main" val="2333410646"/>
                      </a:ext>
                    </a:extLst>
                  </a:tr>
                </a:tbl>
              </a:graphicData>
            </a:graphic>
          </p:graphicFrame>
        </mc:Fallback>
      </mc:AlternateContent>
      <mc:AlternateContent xmlns:mc="http://schemas.openxmlformats.org/markup-compatibility/2006" xmlns:a14="http://schemas.microsoft.com/office/drawing/2010/main">
        <mc:Choice Requires="a14">
          <p:sp>
            <p:nvSpPr>
              <p:cNvPr id="12" name="TextBox 11"/>
              <p:cNvSpPr txBox="1"/>
              <p:nvPr/>
            </p:nvSpPr>
            <p:spPr>
              <a:xfrm>
                <a:off x="918755" y="1454128"/>
                <a:ext cx="6587701" cy="307777"/>
              </a:xfrm>
              <a:prstGeom prst="rect">
                <a:avLst/>
              </a:prstGeom>
              <a:noFill/>
            </p:spPr>
            <p:txBody>
              <a:bodyPr wrap="none" lIns="0" tIns="0" rIns="0" bIns="0" rtlCol="0">
                <a:spAutoFit/>
              </a:bodyPr>
              <a:lstStyle/>
              <a:p>
                <a:r>
                  <a:rPr lang="ko-KR" altLang="en-US" sz="2000" dirty="0"/>
                  <a:t>⑦</a:t>
                </a:r>
                <a14:m>
                  <m:oMath xmlns:m="http://schemas.openxmlformats.org/officeDocument/2006/math">
                    <m:sSup>
                      <m:sSupPr>
                        <m:ctrlPr>
                          <a:rPr lang="en-US" altLang="ko-KR" sz="2000" i="1">
                            <a:latin typeface="Cambria Math" panose="02040503050406030204" pitchFamily="18" charset="0"/>
                          </a:rPr>
                        </m:ctrlPr>
                      </m:sSupPr>
                      <m:e>
                        <m:r>
                          <a:rPr lang="en-US" altLang="ko-KR" sz="2000" b="0" i="1" smtClean="0">
                            <a:latin typeface="Cambria Math" panose="02040503050406030204" pitchFamily="18" charset="0"/>
                          </a:rPr>
                          <m:t>𝐹</m:t>
                        </m:r>
                      </m:e>
                      <m:sup>
                        <m:r>
                          <a:rPr lang="en-US" altLang="ko-KR" sz="2000" i="1">
                            <a:latin typeface="Cambria Math" panose="02040503050406030204" pitchFamily="18" charset="0"/>
                          </a:rPr>
                          <m:t>′</m:t>
                        </m:r>
                      </m:sup>
                    </m:sSup>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r>
                      <a:rPr lang="en-US" altLang="ko-KR" sz="2000" i="1" smtClean="0">
                        <a:latin typeface="Cambria Math" panose="02040503050406030204" pitchFamily="18" charset="0"/>
                      </a:rPr>
                      <m:t>𝑓</m:t>
                    </m:r>
                    <m:d>
                      <m:dPr>
                        <m:ctrlPr>
                          <a:rPr lang="en-US" altLang="ko-KR" sz="2000" b="0" i="1" smtClean="0">
                            <a:latin typeface="Cambria Math" panose="02040503050406030204" pitchFamily="18" charset="0"/>
                          </a:rPr>
                        </m:ctrlPr>
                      </m:dPr>
                      <m:e>
                        <m:r>
                          <a:rPr lang="en-US" altLang="ko-KR" sz="2000" b="0" i="1" smtClean="0">
                            <a:latin typeface="Cambria Math" panose="02040503050406030204" pitchFamily="18" charset="0"/>
                          </a:rPr>
                          <m:t>𝑥</m:t>
                        </m:r>
                      </m:e>
                    </m:d>
                    <m:sSup>
                      <m:sSupPr>
                        <m:ctrlPr>
                          <a:rPr lang="en-US" altLang="ko-KR" sz="2000" b="0" i="1" smtClean="0">
                            <a:latin typeface="Cambria Math" panose="02040503050406030204" pitchFamily="18" charset="0"/>
                          </a:rPr>
                        </m:ctrlPr>
                      </m:sSupPr>
                      <m:e>
                        <m:r>
                          <a:rPr lang="en-US" altLang="ko-KR" sz="2000" b="0" i="1" smtClean="0">
                            <a:latin typeface="Cambria Math" panose="02040503050406030204" pitchFamily="18" charset="0"/>
                          </a:rPr>
                          <m:t>𝑔</m:t>
                        </m:r>
                      </m:e>
                      <m:sup>
                        <m:r>
                          <a:rPr lang="en-US" altLang="ko-KR" sz="2000" b="0" i="1" smtClean="0">
                            <a:latin typeface="Cambria Math" panose="02040503050406030204" pitchFamily="18" charset="0"/>
                          </a:rPr>
                          <m:t>′</m:t>
                        </m:r>
                      </m:sup>
                    </m:sSup>
                    <m:d>
                      <m:dPr>
                        <m:ctrlPr>
                          <a:rPr lang="en-US" altLang="ko-KR" sz="2000" b="0" i="1" smtClean="0">
                            <a:latin typeface="Cambria Math" panose="02040503050406030204" pitchFamily="18" charset="0"/>
                          </a:rPr>
                        </m:ctrlPr>
                      </m:dPr>
                      <m:e>
                        <m:r>
                          <a:rPr lang="en-US" altLang="ko-KR" sz="2000" b="0" i="1" smtClean="0">
                            <a:latin typeface="Cambria Math" panose="02040503050406030204" pitchFamily="18" charset="0"/>
                          </a:rPr>
                          <m:t>𝑥</m:t>
                        </m:r>
                      </m:e>
                    </m:d>
                    <m:r>
                      <a:rPr lang="en-US" altLang="ko-KR" sz="2000" b="0" i="1" smtClean="0">
                        <a:latin typeface="Cambria Math" panose="02040503050406030204" pitchFamily="18" charset="0"/>
                      </a:rPr>
                      <m:t>+</m:t>
                    </m:r>
                    <m:sSup>
                      <m:sSupPr>
                        <m:ctrlPr>
                          <a:rPr lang="en-US" altLang="ko-KR" sz="2000" i="1">
                            <a:latin typeface="Cambria Math" panose="02040503050406030204" pitchFamily="18" charset="0"/>
                          </a:rPr>
                        </m:ctrlPr>
                      </m:sSupPr>
                      <m:e>
                        <m:r>
                          <a:rPr lang="en-US" altLang="ko-KR" sz="2000" b="0" i="1" smtClean="0">
                            <a:latin typeface="Cambria Math" panose="02040503050406030204" pitchFamily="18" charset="0"/>
                          </a:rPr>
                          <m:t>𝑓</m:t>
                        </m:r>
                      </m:e>
                      <m:sup>
                        <m:r>
                          <a:rPr lang="en-US" altLang="ko-KR" sz="2000" i="1">
                            <a:latin typeface="Cambria Math" panose="02040503050406030204" pitchFamily="18" charset="0"/>
                          </a:rPr>
                          <m:t>′</m:t>
                        </m:r>
                      </m:sup>
                    </m:sSup>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b="0" i="1" smtClean="0">
                        <a:latin typeface="Cambria Math" panose="02040503050406030204" pitchFamily="18" charset="0"/>
                      </a:rPr>
                      <m:t>𝑔</m:t>
                    </m:r>
                    <m:d>
                      <m:dPr>
                        <m:ctrlPr>
                          <a:rPr lang="en-US" altLang="ko-KR" sz="2000" b="0" i="1" smtClean="0">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ea typeface="Cambria Math" panose="02040503050406030204" pitchFamily="18" charset="0"/>
                      </a:rPr>
                      <m:t>,  </m:t>
                    </m:r>
                    <m:r>
                      <a:rPr lang="en-US" altLang="ko-KR" sz="2000" i="1">
                        <a:latin typeface="Cambria Math" panose="02040503050406030204" pitchFamily="18" charset="0"/>
                      </a:rPr>
                      <m:t>𝑔𝑖𝑣𝑒𝑛</m:t>
                    </m:r>
                    <m:r>
                      <a:rPr lang="en-US" altLang="ko-KR" sz="2000" i="1">
                        <a:latin typeface="Cambria Math" panose="02040503050406030204" pitchFamily="18" charset="0"/>
                      </a:rPr>
                      <m:t> </m:t>
                    </m:r>
                    <m:r>
                      <a:rPr lang="en-US" altLang="ko-KR" sz="2000" b="0" i="1" smtClean="0">
                        <a:latin typeface="Cambria Math" panose="02040503050406030204" pitchFamily="18" charset="0"/>
                      </a:rPr>
                      <m:t>𝐹</m:t>
                    </m:r>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r>
                      <a:rPr lang="en-US" altLang="ko-KR" sz="2000" i="1" smtClean="0">
                        <a:latin typeface="Cambria Math" panose="02040503050406030204" pitchFamily="18" charset="0"/>
                      </a:rPr>
                      <m:t>𝑓</m:t>
                    </m:r>
                    <m:d>
                      <m:dPr>
                        <m:ctrlPr>
                          <a:rPr lang="en-US" altLang="ko-KR" sz="2000" b="0" i="1" smtClean="0">
                            <a:latin typeface="Cambria Math" panose="02040503050406030204" pitchFamily="18" charset="0"/>
                          </a:rPr>
                        </m:ctrlPr>
                      </m:dPr>
                      <m:e>
                        <m:r>
                          <a:rPr lang="en-US" altLang="ko-KR" sz="2000" b="0" i="1" smtClean="0">
                            <a:latin typeface="Cambria Math" panose="02040503050406030204" pitchFamily="18" charset="0"/>
                          </a:rPr>
                          <m:t>𝑥</m:t>
                        </m:r>
                      </m:e>
                    </m:d>
                    <m:r>
                      <a:rPr lang="en-US" altLang="ko-KR" sz="2000" b="0" i="1" smtClean="0">
                        <a:latin typeface="Cambria Math" panose="02040503050406030204" pitchFamily="18" charset="0"/>
                      </a:rPr>
                      <m:t>𝑔</m:t>
                    </m:r>
                    <m:r>
                      <a:rPr lang="en-US" altLang="ko-KR" sz="2000" b="0" i="1" smtClean="0">
                        <a:latin typeface="Cambria Math" panose="02040503050406030204" pitchFamily="18" charset="0"/>
                      </a:rPr>
                      <m:t>(</m:t>
                    </m:r>
                    <m:r>
                      <a:rPr lang="en-US" altLang="ko-KR" sz="2000" b="0" i="1" smtClean="0">
                        <a:latin typeface="Cambria Math" panose="02040503050406030204" pitchFamily="18" charset="0"/>
                      </a:rPr>
                      <m:t>𝑥</m:t>
                    </m:r>
                    <m:r>
                      <a:rPr lang="en-US" altLang="ko-KR" sz="2000" b="0" i="1" smtClean="0">
                        <a:latin typeface="Cambria Math" panose="02040503050406030204" pitchFamily="18" charset="0"/>
                      </a:rPr>
                      <m:t>)</m:t>
                    </m:r>
                  </m:oMath>
                </a14:m>
                <a:endParaRPr lang="ko-KR" altLang="en-US" sz="2000" i="1" dirty="0"/>
              </a:p>
            </p:txBody>
          </p:sp>
        </mc:Choice>
        <mc:Fallback xmlns="">
          <p:sp>
            <p:nvSpPr>
              <p:cNvPr id="12" name="TextBox 11"/>
              <p:cNvSpPr txBox="1">
                <a:spLocks noRot="1" noChangeAspect="1" noMove="1" noResize="1" noEditPoints="1" noAdjustHandles="1" noChangeArrowheads="1" noChangeShapeType="1" noTextEdit="1"/>
              </p:cNvSpPr>
              <p:nvPr/>
            </p:nvSpPr>
            <p:spPr>
              <a:xfrm>
                <a:off x="918755" y="1454128"/>
                <a:ext cx="6587701" cy="307777"/>
              </a:xfrm>
              <a:prstGeom prst="rect">
                <a:avLst/>
              </a:prstGeom>
              <a:blipFill>
                <a:blip r:embed="rId4"/>
                <a:stretch>
                  <a:fillRect l="-2407" t="-30000" b="-46000"/>
                </a:stretch>
              </a:blipFill>
            </p:spPr>
            <p:txBody>
              <a:bodyPr/>
              <a:lstStyle/>
              <a:p>
                <a:r>
                  <a:rPr lang="ko-KR" altLang="en-US">
                    <a:noFill/>
                  </a:rPr>
                  <a:t> </a:t>
                </a:r>
              </a:p>
            </p:txBody>
          </p:sp>
        </mc:Fallback>
      </mc:AlternateContent>
      <p:sp>
        <p:nvSpPr>
          <p:cNvPr id="2" name="TextBox 1">
            <a:extLst>
              <a:ext uri="{FF2B5EF4-FFF2-40B4-BE49-F238E27FC236}">
                <a16:creationId xmlns:a16="http://schemas.microsoft.com/office/drawing/2014/main" id="{E3B50F30-02E3-9C86-4FC0-8352E31CE2D5}"/>
              </a:ext>
            </a:extLst>
          </p:cNvPr>
          <p:cNvSpPr txBox="1"/>
          <p:nvPr/>
        </p:nvSpPr>
        <p:spPr>
          <a:xfrm>
            <a:off x="7509316" y="1454128"/>
            <a:ext cx="1431858" cy="369332"/>
          </a:xfrm>
          <a:prstGeom prst="rect">
            <a:avLst/>
          </a:prstGeom>
          <a:noFill/>
        </p:spPr>
        <p:txBody>
          <a:bodyPr wrap="square">
            <a:spAutoFit/>
          </a:bodyPr>
          <a:lstStyle/>
          <a:p>
            <a:r>
              <a:rPr lang="en-US" altLang="ko-KR" dirty="0">
                <a:latin typeface="Arial Narrow" panose="020B0606020202030204" pitchFamily="34" charset="0"/>
              </a:rPr>
              <a:t>“Product rule”</a:t>
            </a:r>
            <a:endParaRPr lang="ko-KR" altLang="en-US" dirty="0">
              <a:latin typeface="Arial Narrow" panose="020B0606020202030204" pitchFamily="34" charset="0"/>
            </a:endParaRPr>
          </a:p>
        </p:txBody>
      </p:sp>
    </p:spTree>
    <p:extLst>
      <p:ext uri="{BB962C8B-B14F-4D97-AF65-F5344CB8AC3E}">
        <p14:creationId xmlns:p14="http://schemas.microsoft.com/office/powerpoint/2010/main" val="15692385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mc:AlternateContent xmlns:mc="http://schemas.openxmlformats.org/markup-compatibility/2006" xmlns:a14="http://schemas.microsoft.com/office/drawing/2010/main">
        <mc:Choice Requires="a14">
          <p:graphicFrame>
            <p:nvGraphicFramePr>
              <p:cNvPr id="10" name="표 9"/>
              <p:cNvGraphicFramePr>
                <a:graphicFrameLocks noGrp="1"/>
              </p:cNvGraphicFramePr>
              <p:nvPr>
                <p:extLst>
                  <p:ext uri="{D42A27DB-BD31-4B8C-83A1-F6EECF244321}">
                    <p14:modId xmlns:p14="http://schemas.microsoft.com/office/powerpoint/2010/main" val="2845927827"/>
                  </p:ext>
                </p:extLst>
              </p:nvPr>
            </p:nvGraphicFramePr>
            <p:xfrm>
              <a:off x="930342" y="2531450"/>
              <a:ext cx="6019098" cy="3541915"/>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41513">
                    <a:tc>
                      <a:txBody>
                        <a:bodyPr/>
                        <a:lstStyle/>
                        <a:p>
                          <a:pPr algn="l" latinLnBrk="1"/>
                          <a14:m>
                            <m:oMathPara xmlns:m="http://schemas.openxmlformats.org/officeDocument/2006/math">
                              <m:oMathParaPr>
                                <m:jc m:val="left"/>
                              </m:oMathParaPr>
                              <m:oMath xmlns:m="http://schemas.openxmlformats.org/officeDocument/2006/math">
                                <m:sSup>
                                  <m:sSupPr>
                                    <m:ctrlPr>
                                      <a:rPr lang="en-US" altLang="ko-KR" sz="1400" i="1" smtClean="0">
                                        <a:latin typeface="Cambria Math" panose="02040503050406030204" pitchFamily="18" charset="0"/>
                                      </a:rPr>
                                    </m:ctrlPr>
                                  </m:sSupPr>
                                  <m:e>
                                    <m:r>
                                      <a:rPr lang="en-US" altLang="ko-KR" sz="1400" b="0" i="1" smtClean="0">
                                        <a:latin typeface="Cambria Math" panose="02040503050406030204" pitchFamily="18" charset="0"/>
                                      </a:rPr>
                                      <m:t>𝐹</m:t>
                                    </m:r>
                                  </m:e>
                                  <m:sup>
                                    <m:r>
                                      <a:rPr lang="en-US" altLang="ko-KR" sz="1400" i="1">
                                        <a:latin typeface="Cambria Math" panose="02040503050406030204" pitchFamily="18" charset="0"/>
                                      </a:rPr>
                                      <m:t>′</m:t>
                                    </m:r>
                                  </m:sup>
                                </m:sSup>
                                <m:d>
                                  <m:dPr>
                                    <m:ctrlPr>
                                      <a:rPr lang="en-US" altLang="ko-KR" sz="1400" i="1">
                                        <a:latin typeface="Cambria Math" panose="02040503050406030204" pitchFamily="18" charset="0"/>
                                      </a:rPr>
                                    </m:ctrlPr>
                                  </m:dPr>
                                  <m:e>
                                    <m:r>
                                      <a:rPr lang="en-US" altLang="ko-KR" sz="1400" i="1">
                                        <a:latin typeface="Cambria Math" panose="02040503050406030204" pitchFamily="18" charset="0"/>
                                      </a:rPr>
                                      <m:t>𝑥</m:t>
                                    </m:r>
                                  </m:e>
                                </m:d>
                                <m:r>
                                  <a:rPr lang="en-US" altLang="ko-KR" sz="1400" smtClean="0">
                                    <a:latin typeface="Cambria Math" panose="02040503050406030204" pitchFamily="18" charset="0"/>
                                  </a:rPr>
                                  <m:t>=</m:t>
                                </m:r>
                                <m:func>
                                  <m:funcPr>
                                    <m:ctrlPr>
                                      <a:rPr lang="en-US" altLang="ko-KR" sz="1400" i="1" smtClean="0">
                                        <a:latin typeface="Cambria Math" panose="02040503050406030204" pitchFamily="18" charset="0"/>
                                      </a:rPr>
                                    </m:ctrlPr>
                                  </m:funcPr>
                                  <m:fName>
                                    <m:limLow>
                                      <m:limLowPr>
                                        <m:ctrlPr>
                                          <a:rPr lang="en-US" altLang="ko-KR" sz="1400" i="1" smtClean="0">
                                            <a:latin typeface="Cambria Math" panose="02040503050406030204" pitchFamily="18" charset="0"/>
                                          </a:rPr>
                                        </m:ctrlPr>
                                      </m:limLowPr>
                                      <m:e>
                                        <m:r>
                                          <a:rPr lang="en-US" altLang="ko-KR" sz="1400" smtClean="0">
                                            <a:latin typeface="Cambria Math" panose="02040503050406030204" pitchFamily="18" charset="0"/>
                                          </a:rPr>
                                          <m:t>𝑙𝑖𝑚</m:t>
                                        </m:r>
                                      </m:e>
                                      <m:lim>
                                        <m:r>
                                          <a:rPr lang="en-US" altLang="ko-KR" sz="1400" smtClean="0">
                                            <a:latin typeface="Cambria Math" panose="02040503050406030204" pitchFamily="18" charset="0"/>
                                          </a:rPr>
                                          <m:t>h</m:t>
                                        </m:r>
                                        <m:r>
                                          <a:rPr lang="en-US" altLang="ko-KR" sz="1400" smtClean="0">
                                            <a:latin typeface="Cambria Math" panose="02040503050406030204" pitchFamily="18" charset="0"/>
                                          </a:rPr>
                                          <m:t>→0</m:t>
                                        </m:r>
                                      </m:lim>
                                    </m:limLow>
                                  </m:fName>
                                  <m:e>
                                    <m:f>
                                      <m:fPr>
                                        <m:ctrlPr>
                                          <a:rPr lang="en-US" altLang="ko-KR" sz="1400" i="1" smtClean="0">
                                            <a:latin typeface="Cambria Math" panose="02040503050406030204" pitchFamily="18" charset="0"/>
                                          </a:rPr>
                                        </m:ctrlPr>
                                      </m:fPr>
                                      <m:num>
                                        <m:r>
                                          <a:rPr lang="en-US" altLang="ko-KR" sz="1400" b="0" i="1" smtClean="0">
                                            <a:latin typeface="Cambria Math" panose="02040503050406030204" pitchFamily="18" charset="0"/>
                                          </a:rPr>
                                          <m:t>𝐹</m:t>
                                        </m:r>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h</m:t>
                                            </m:r>
                                          </m:e>
                                        </m:d>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𝐹</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𝑥</m:t>
                                        </m:r>
                                        <m:r>
                                          <a:rPr lang="en-US" altLang="ko-KR" sz="1400" b="0" i="1" smtClean="0">
                                            <a:latin typeface="Cambria Math" panose="02040503050406030204" pitchFamily="18" charset="0"/>
                                          </a:rPr>
                                          <m:t>)</m:t>
                                        </m:r>
                                      </m:num>
                                      <m:den>
                                        <m:r>
                                          <a:rPr lang="en-US" altLang="ko-KR" sz="1400" b="0" i="1" smtClean="0">
                                            <a:latin typeface="Cambria Math" panose="02040503050406030204" pitchFamily="18" charset="0"/>
                                          </a:rPr>
                                          <m:t>h</m:t>
                                        </m:r>
                                      </m:den>
                                    </m:f>
                                  </m:e>
                                </m:func>
                              </m:oMath>
                            </m:oMathPara>
                          </a14:m>
                          <a:endParaRPr lang="ko-KR" altLang="en-US" sz="1400" i="1" dirty="0"/>
                        </a:p>
                      </a:txBody>
                      <a:tcPr/>
                    </a:tc>
                    <a:extLst>
                      <a:ext uri="{0D108BD9-81ED-4DB2-BD59-A6C34878D82A}">
                        <a16:rowId xmlns:a16="http://schemas.microsoft.com/office/drawing/2014/main" val="1349850590"/>
                      </a:ext>
                    </a:extLst>
                  </a:tr>
                  <a:tr h="64151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altLang="ko-KR" sz="1400" smtClean="0">
                                    <a:latin typeface="Cambria Math" panose="02040503050406030204" pitchFamily="18" charset="0"/>
                                  </a:rPr>
                                  <m:t>=</m:t>
                                </m:r>
                                <m:func>
                                  <m:funcPr>
                                    <m:ctrlPr>
                                      <a:rPr lang="en-US" altLang="ko-KR" sz="1400" i="1" smtClean="0">
                                        <a:latin typeface="Cambria Math" panose="02040503050406030204" pitchFamily="18" charset="0"/>
                                      </a:rPr>
                                    </m:ctrlPr>
                                  </m:funcPr>
                                  <m:fName>
                                    <m:limLow>
                                      <m:limLowPr>
                                        <m:ctrlPr>
                                          <a:rPr lang="en-US" altLang="ko-KR" sz="1400" i="1" smtClean="0">
                                            <a:latin typeface="Cambria Math" panose="02040503050406030204" pitchFamily="18" charset="0"/>
                                          </a:rPr>
                                        </m:ctrlPr>
                                      </m:limLowPr>
                                      <m:e>
                                        <m:r>
                                          <a:rPr lang="en-US" altLang="ko-KR" sz="1400" smtClean="0">
                                            <a:latin typeface="Cambria Math" panose="02040503050406030204" pitchFamily="18" charset="0"/>
                                          </a:rPr>
                                          <m:t>𝑙𝑖𝑚</m:t>
                                        </m:r>
                                      </m:e>
                                      <m:lim>
                                        <m:r>
                                          <a:rPr lang="en-US" altLang="ko-KR" sz="1400" smtClean="0">
                                            <a:latin typeface="Cambria Math" panose="02040503050406030204" pitchFamily="18" charset="0"/>
                                          </a:rPr>
                                          <m:t>h</m:t>
                                        </m:r>
                                        <m:r>
                                          <a:rPr lang="en-US" altLang="ko-KR" sz="1400" smtClean="0">
                                            <a:latin typeface="Cambria Math" panose="02040503050406030204" pitchFamily="18" charset="0"/>
                                          </a:rPr>
                                          <m:t>→0</m:t>
                                        </m:r>
                                      </m:lim>
                                    </m:limLow>
                                  </m:fName>
                                  <m:e>
                                    <m:f>
                                      <m:fPr>
                                        <m:ctrlPr>
                                          <a:rPr lang="en-US" altLang="ko-KR" sz="1400" i="1" smtClean="0">
                                            <a:latin typeface="Cambria Math" panose="02040503050406030204" pitchFamily="18" charset="0"/>
                                          </a:rPr>
                                        </m:ctrlPr>
                                      </m:fPr>
                                      <m:num>
                                        <m:r>
                                          <a:rPr lang="en-US" altLang="ko-KR" sz="1400" b="0" i="1" smtClean="0">
                                            <a:latin typeface="Cambria Math" panose="02040503050406030204" pitchFamily="18" charset="0"/>
                                          </a:rPr>
                                          <m:t>𝑓</m:t>
                                        </m:r>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h</m:t>
                                            </m:r>
                                          </m:e>
                                        </m:d>
                                        <m:r>
                                          <a:rPr lang="en-US" altLang="ko-KR" sz="1400" b="0" i="1" smtClean="0">
                                            <a:latin typeface="Cambria Math" panose="02040503050406030204" pitchFamily="18" charset="0"/>
                                          </a:rPr>
                                          <m:t>𝑔</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𝑥</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h</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𝑓</m:t>
                                        </m:r>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r>
                                          <a:rPr lang="en-US" altLang="ko-KR" sz="1400" b="0" i="1" smtClean="0">
                                            <a:latin typeface="Cambria Math" panose="02040503050406030204" pitchFamily="18" charset="0"/>
                                          </a:rPr>
                                          <m:t>𝑔</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𝑥</m:t>
                                        </m:r>
                                        <m:r>
                                          <a:rPr lang="en-US" altLang="ko-KR" sz="1400" b="0" i="1" smtClean="0">
                                            <a:latin typeface="Cambria Math" panose="02040503050406030204" pitchFamily="18" charset="0"/>
                                          </a:rPr>
                                          <m:t>)</m:t>
                                        </m:r>
                                      </m:num>
                                      <m:den>
                                        <m:r>
                                          <a:rPr lang="en-US" altLang="ko-KR" sz="1400" b="0" i="1" smtClean="0">
                                            <a:latin typeface="Cambria Math" panose="02040503050406030204" pitchFamily="18" charset="0"/>
                                          </a:rPr>
                                          <m:t>h</m:t>
                                        </m:r>
                                      </m:den>
                                    </m:f>
                                  </m:e>
                                </m:func>
                              </m:oMath>
                            </m:oMathPara>
                          </a14:m>
                          <a:endParaRPr lang="ko-KR" altLang="en-US" sz="1400" dirty="0"/>
                        </a:p>
                      </a:txBody>
                      <a:tcPr/>
                    </a:tc>
                    <a:extLst>
                      <a:ext uri="{0D108BD9-81ED-4DB2-BD59-A6C34878D82A}">
                        <a16:rowId xmlns:a16="http://schemas.microsoft.com/office/drawing/2014/main" val="450883624"/>
                      </a:ext>
                    </a:extLst>
                  </a:tr>
                  <a:tr h="6112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nchor="ctr"/>
                    </a:tc>
                    <a:extLst>
                      <a:ext uri="{0D108BD9-81ED-4DB2-BD59-A6C34878D82A}">
                        <a16:rowId xmlns:a16="http://schemas.microsoft.com/office/drawing/2014/main" val="549591821"/>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tc>
                    <a:extLst>
                      <a:ext uri="{0D108BD9-81ED-4DB2-BD59-A6C34878D82A}">
                        <a16:rowId xmlns:a16="http://schemas.microsoft.com/office/drawing/2014/main" val="2571924127"/>
                      </a:ext>
                    </a:extLst>
                  </a:tr>
                  <a:tr h="549223">
                    <a:tc>
                      <a:txBody>
                        <a:bodyPr/>
                        <a:lstStyle/>
                        <a:p>
                          <a:pPr algn="l" latinLnBrk="1"/>
                          <a:endParaRPr lang="ko-KR" altLang="en-US" sz="1400" i="1" dirty="0"/>
                        </a:p>
                      </a:txBody>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tc>
                    <a:extLst>
                      <a:ext uri="{0D108BD9-81ED-4DB2-BD59-A6C34878D82A}">
                        <a16:rowId xmlns:a16="http://schemas.microsoft.com/office/drawing/2014/main" val="2333410646"/>
                      </a:ext>
                    </a:extLst>
                  </a:tr>
                </a:tbl>
              </a:graphicData>
            </a:graphic>
          </p:graphicFrame>
        </mc:Choice>
        <mc:Fallback xmlns="">
          <p:graphicFrame>
            <p:nvGraphicFramePr>
              <p:cNvPr id="10" name="표 9"/>
              <p:cNvGraphicFramePr>
                <a:graphicFrameLocks noGrp="1"/>
              </p:cNvGraphicFramePr>
              <p:nvPr>
                <p:extLst>
                  <p:ext uri="{D42A27DB-BD31-4B8C-83A1-F6EECF244321}">
                    <p14:modId xmlns:p14="http://schemas.microsoft.com/office/powerpoint/2010/main" val="2845927827"/>
                  </p:ext>
                </p:extLst>
              </p:nvPr>
            </p:nvGraphicFramePr>
            <p:xfrm>
              <a:off x="930342" y="2531450"/>
              <a:ext cx="6019098" cy="3541915"/>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41513">
                    <a:tc>
                      <a:txBody>
                        <a:bodyPr/>
                        <a:lstStyle/>
                        <a:p>
                          <a:endParaRPr lang="ko-KR"/>
                        </a:p>
                      </a:txBody>
                      <a:tcPr>
                        <a:blipFill>
                          <a:blip r:embed="rId3"/>
                          <a:stretch>
                            <a:fillRect b="-454286"/>
                          </a:stretch>
                        </a:blipFill>
                      </a:tcPr>
                    </a:tc>
                    <a:extLst>
                      <a:ext uri="{0D108BD9-81ED-4DB2-BD59-A6C34878D82A}">
                        <a16:rowId xmlns:a16="http://schemas.microsoft.com/office/drawing/2014/main" val="1349850590"/>
                      </a:ext>
                    </a:extLst>
                  </a:tr>
                  <a:tr h="641513">
                    <a:tc>
                      <a:txBody>
                        <a:bodyPr/>
                        <a:lstStyle/>
                        <a:p>
                          <a:endParaRPr lang="ko-KR"/>
                        </a:p>
                      </a:txBody>
                      <a:tcPr>
                        <a:blipFill>
                          <a:blip r:embed="rId3"/>
                          <a:stretch>
                            <a:fillRect t="-99057" b="-350000"/>
                          </a:stretch>
                        </a:blipFill>
                      </a:tcPr>
                    </a:tc>
                    <a:extLst>
                      <a:ext uri="{0D108BD9-81ED-4DB2-BD59-A6C34878D82A}">
                        <a16:rowId xmlns:a16="http://schemas.microsoft.com/office/drawing/2014/main" val="450883624"/>
                      </a:ext>
                    </a:extLst>
                  </a:tr>
                  <a:tr h="6112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nchor="ctr"/>
                    </a:tc>
                    <a:extLst>
                      <a:ext uri="{0D108BD9-81ED-4DB2-BD59-A6C34878D82A}">
                        <a16:rowId xmlns:a16="http://schemas.microsoft.com/office/drawing/2014/main" val="549591821"/>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tc>
                    <a:extLst>
                      <a:ext uri="{0D108BD9-81ED-4DB2-BD59-A6C34878D82A}">
                        <a16:rowId xmlns:a16="http://schemas.microsoft.com/office/drawing/2014/main" val="2571924127"/>
                      </a:ext>
                    </a:extLst>
                  </a:tr>
                  <a:tr h="549223">
                    <a:tc>
                      <a:txBody>
                        <a:bodyPr/>
                        <a:lstStyle/>
                        <a:p>
                          <a:pPr algn="l" latinLnBrk="1"/>
                          <a:endParaRPr lang="ko-KR" altLang="en-US" sz="1400" i="1" dirty="0"/>
                        </a:p>
                      </a:txBody>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tc>
                    <a:extLst>
                      <a:ext uri="{0D108BD9-81ED-4DB2-BD59-A6C34878D82A}">
                        <a16:rowId xmlns:a16="http://schemas.microsoft.com/office/drawing/2014/main" val="2333410646"/>
                      </a:ext>
                    </a:extLst>
                  </a:tr>
                </a:tbl>
              </a:graphicData>
            </a:graphic>
          </p:graphicFrame>
        </mc:Fallback>
      </mc:AlternateContent>
      <mc:AlternateContent xmlns:mc="http://schemas.openxmlformats.org/markup-compatibility/2006" xmlns:a14="http://schemas.microsoft.com/office/drawing/2010/main">
        <mc:Choice Requires="a14">
          <p:sp>
            <p:nvSpPr>
              <p:cNvPr id="12" name="TextBox 11"/>
              <p:cNvSpPr txBox="1"/>
              <p:nvPr/>
            </p:nvSpPr>
            <p:spPr>
              <a:xfrm>
                <a:off x="918755" y="1454128"/>
                <a:ext cx="6587701" cy="307777"/>
              </a:xfrm>
              <a:prstGeom prst="rect">
                <a:avLst/>
              </a:prstGeom>
              <a:noFill/>
            </p:spPr>
            <p:txBody>
              <a:bodyPr wrap="none" lIns="0" tIns="0" rIns="0" bIns="0" rtlCol="0">
                <a:spAutoFit/>
              </a:bodyPr>
              <a:lstStyle/>
              <a:p>
                <a:r>
                  <a:rPr lang="ko-KR" altLang="en-US" sz="2000" dirty="0"/>
                  <a:t>⑦</a:t>
                </a:r>
                <a14:m>
                  <m:oMath xmlns:m="http://schemas.openxmlformats.org/officeDocument/2006/math">
                    <m:sSup>
                      <m:sSupPr>
                        <m:ctrlPr>
                          <a:rPr lang="en-US" altLang="ko-KR" sz="2000" i="1">
                            <a:latin typeface="Cambria Math" panose="02040503050406030204" pitchFamily="18" charset="0"/>
                          </a:rPr>
                        </m:ctrlPr>
                      </m:sSupPr>
                      <m:e>
                        <m:r>
                          <a:rPr lang="en-US" altLang="ko-KR" sz="2000" b="0" i="1" smtClean="0">
                            <a:latin typeface="Cambria Math" panose="02040503050406030204" pitchFamily="18" charset="0"/>
                          </a:rPr>
                          <m:t>𝐹</m:t>
                        </m:r>
                      </m:e>
                      <m:sup>
                        <m:r>
                          <a:rPr lang="en-US" altLang="ko-KR" sz="2000" i="1">
                            <a:latin typeface="Cambria Math" panose="02040503050406030204" pitchFamily="18" charset="0"/>
                          </a:rPr>
                          <m:t>′</m:t>
                        </m:r>
                      </m:sup>
                    </m:sSup>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r>
                      <a:rPr lang="en-US" altLang="ko-KR" sz="2000" i="1" smtClean="0">
                        <a:latin typeface="Cambria Math" panose="02040503050406030204" pitchFamily="18" charset="0"/>
                      </a:rPr>
                      <m:t>𝑓</m:t>
                    </m:r>
                    <m:d>
                      <m:dPr>
                        <m:ctrlPr>
                          <a:rPr lang="en-US" altLang="ko-KR" sz="2000" b="0" i="1" smtClean="0">
                            <a:latin typeface="Cambria Math" panose="02040503050406030204" pitchFamily="18" charset="0"/>
                          </a:rPr>
                        </m:ctrlPr>
                      </m:dPr>
                      <m:e>
                        <m:r>
                          <a:rPr lang="en-US" altLang="ko-KR" sz="2000" b="0" i="1" smtClean="0">
                            <a:latin typeface="Cambria Math" panose="02040503050406030204" pitchFamily="18" charset="0"/>
                          </a:rPr>
                          <m:t>𝑥</m:t>
                        </m:r>
                      </m:e>
                    </m:d>
                    <m:sSup>
                      <m:sSupPr>
                        <m:ctrlPr>
                          <a:rPr lang="en-US" altLang="ko-KR" sz="2000" b="0" i="1" smtClean="0">
                            <a:latin typeface="Cambria Math" panose="02040503050406030204" pitchFamily="18" charset="0"/>
                          </a:rPr>
                        </m:ctrlPr>
                      </m:sSupPr>
                      <m:e>
                        <m:r>
                          <a:rPr lang="en-US" altLang="ko-KR" sz="2000" b="0" i="1" smtClean="0">
                            <a:latin typeface="Cambria Math" panose="02040503050406030204" pitchFamily="18" charset="0"/>
                          </a:rPr>
                          <m:t>𝑔</m:t>
                        </m:r>
                      </m:e>
                      <m:sup>
                        <m:r>
                          <a:rPr lang="en-US" altLang="ko-KR" sz="2000" b="0" i="1" smtClean="0">
                            <a:latin typeface="Cambria Math" panose="02040503050406030204" pitchFamily="18" charset="0"/>
                          </a:rPr>
                          <m:t>′</m:t>
                        </m:r>
                      </m:sup>
                    </m:sSup>
                    <m:d>
                      <m:dPr>
                        <m:ctrlPr>
                          <a:rPr lang="en-US" altLang="ko-KR" sz="2000" b="0" i="1" smtClean="0">
                            <a:latin typeface="Cambria Math" panose="02040503050406030204" pitchFamily="18" charset="0"/>
                          </a:rPr>
                        </m:ctrlPr>
                      </m:dPr>
                      <m:e>
                        <m:r>
                          <a:rPr lang="en-US" altLang="ko-KR" sz="2000" b="0" i="1" smtClean="0">
                            <a:latin typeface="Cambria Math" panose="02040503050406030204" pitchFamily="18" charset="0"/>
                          </a:rPr>
                          <m:t>𝑥</m:t>
                        </m:r>
                      </m:e>
                    </m:d>
                    <m:r>
                      <a:rPr lang="en-US" altLang="ko-KR" sz="2000" b="0" i="1" smtClean="0">
                        <a:latin typeface="Cambria Math" panose="02040503050406030204" pitchFamily="18" charset="0"/>
                      </a:rPr>
                      <m:t>+</m:t>
                    </m:r>
                    <m:sSup>
                      <m:sSupPr>
                        <m:ctrlPr>
                          <a:rPr lang="en-US" altLang="ko-KR" sz="2000" i="1">
                            <a:latin typeface="Cambria Math" panose="02040503050406030204" pitchFamily="18" charset="0"/>
                          </a:rPr>
                        </m:ctrlPr>
                      </m:sSupPr>
                      <m:e>
                        <m:r>
                          <a:rPr lang="en-US" altLang="ko-KR" sz="2000" b="0" i="1" smtClean="0">
                            <a:latin typeface="Cambria Math" panose="02040503050406030204" pitchFamily="18" charset="0"/>
                          </a:rPr>
                          <m:t>𝑓</m:t>
                        </m:r>
                      </m:e>
                      <m:sup>
                        <m:r>
                          <a:rPr lang="en-US" altLang="ko-KR" sz="2000" i="1">
                            <a:latin typeface="Cambria Math" panose="02040503050406030204" pitchFamily="18" charset="0"/>
                          </a:rPr>
                          <m:t>′</m:t>
                        </m:r>
                      </m:sup>
                    </m:sSup>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b="0" i="1" smtClean="0">
                        <a:latin typeface="Cambria Math" panose="02040503050406030204" pitchFamily="18" charset="0"/>
                      </a:rPr>
                      <m:t>𝑔</m:t>
                    </m:r>
                    <m:d>
                      <m:dPr>
                        <m:ctrlPr>
                          <a:rPr lang="en-US" altLang="ko-KR" sz="2000" b="0" i="1" smtClean="0">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ea typeface="Cambria Math" panose="02040503050406030204" pitchFamily="18" charset="0"/>
                      </a:rPr>
                      <m:t>,  </m:t>
                    </m:r>
                    <m:r>
                      <a:rPr lang="en-US" altLang="ko-KR" sz="2000" i="1">
                        <a:latin typeface="Cambria Math" panose="02040503050406030204" pitchFamily="18" charset="0"/>
                      </a:rPr>
                      <m:t>𝑔𝑖𝑣𝑒𝑛</m:t>
                    </m:r>
                    <m:r>
                      <a:rPr lang="en-US" altLang="ko-KR" sz="2000" i="1">
                        <a:latin typeface="Cambria Math" panose="02040503050406030204" pitchFamily="18" charset="0"/>
                      </a:rPr>
                      <m:t> </m:t>
                    </m:r>
                    <m:r>
                      <a:rPr lang="en-US" altLang="ko-KR" sz="2000" b="0" i="1" smtClean="0">
                        <a:latin typeface="Cambria Math" panose="02040503050406030204" pitchFamily="18" charset="0"/>
                      </a:rPr>
                      <m:t>𝐹</m:t>
                    </m:r>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r>
                      <a:rPr lang="en-US" altLang="ko-KR" sz="2000" i="1" smtClean="0">
                        <a:latin typeface="Cambria Math" panose="02040503050406030204" pitchFamily="18" charset="0"/>
                      </a:rPr>
                      <m:t>𝑓</m:t>
                    </m:r>
                    <m:d>
                      <m:dPr>
                        <m:ctrlPr>
                          <a:rPr lang="en-US" altLang="ko-KR" sz="2000" b="0" i="1" smtClean="0">
                            <a:latin typeface="Cambria Math" panose="02040503050406030204" pitchFamily="18" charset="0"/>
                          </a:rPr>
                        </m:ctrlPr>
                      </m:dPr>
                      <m:e>
                        <m:r>
                          <a:rPr lang="en-US" altLang="ko-KR" sz="2000" b="0" i="1" smtClean="0">
                            <a:latin typeface="Cambria Math" panose="02040503050406030204" pitchFamily="18" charset="0"/>
                          </a:rPr>
                          <m:t>𝑥</m:t>
                        </m:r>
                      </m:e>
                    </m:d>
                    <m:r>
                      <a:rPr lang="en-US" altLang="ko-KR" sz="2000" b="0" i="1" smtClean="0">
                        <a:latin typeface="Cambria Math" panose="02040503050406030204" pitchFamily="18" charset="0"/>
                      </a:rPr>
                      <m:t>𝑔</m:t>
                    </m:r>
                    <m:r>
                      <a:rPr lang="en-US" altLang="ko-KR" sz="2000" b="0" i="1" smtClean="0">
                        <a:latin typeface="Cambria Math" panose="02040503050406030204" pitchFamily="18" charset="0"/>
                      </a:rPr>
                      <m:t>(</m:t>
                    </m:r>
                    <m:r>
                      <a:rPr lang="en-US" altLang="ko-KR" sz="2000" b="0" i="1" smtClean="0">
                        <a:latin typeface="Cambria Math" panose="02040503050406030204" pitchFamily="18" charset="0"/>
                      </a:rPr>
                      <m:t>𝑥</m:t>
                    </m:r>
                    <m:r>
                      <a:rPr lang="en-US" altLang="ko-KR" sz="2000" b="0" i="1" smtClean="0">
                        <a:latin typeface="Cambria Math" panose="02040503050406030204" pitchFamily="18" charset="0"/>
                      </a:rPr>
                      <m:t>)</m:t>
                    </m:r>
                  </m:oMath>
                </a14:m>
                <a:endParaRPr lang="ko-KR" altLang="en-US" sz="2000" i="1" dirty="0"/>
              </a:p>
            </p:txBody>
          </p:sp>
        </mc:Choice>
        <mc:Fallback xmlns="">
          <p:sp>
            <p:nvSpPr>
              <p:cNvPr id="12" name="TextBox 11"/>
              <p:cNvSpPr txBox="1">
                <a:spLocks noRot="1" noChangeAspect="1" noMove="1" noResize="1" noEditPoints="1" noAdjustHandles="1" noChangeArrowheads="1" noChangeShapeType="1" noTextEdit="1"/>
              </p:cNvSpPr>
              <p:nvPr/>
            </p:nvSpPr>
            <p:spPr>
              <a:xfrm>
                <a:off x="918755" y="1454128"/>
                <a:ext cx="6587701" cy="307777"/>
              </a:xfrm>
              <a:prstGeom prst="rect">
                <a:avLst/>
              </a:prstGeom>
              <a:blipFill>
                <a:blip r:embed="rId4"/>
                <a:stretch>
                  <a:fillRect l="-2407" t="-30000" b="-46000"/>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355090911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mc:AlternateContent xmlns:mc="http://schemas.openxmlformats.org/markup-compatibility/2006" xmlns:a14="http://schemas.microsoft.com/office/drawing/2010/main">
        <mc:Choice Requires="a14">
          <p:graphicFrame>
            <p:nvGraphicFramePr>
              <p:cNvPr id="10" name="표 9"/>
              <p:cNvGraphicFramePr>
                <a:graphicFrameLocks noGrp="1"/>
              </p:cNvGraphicFramePr>
              <p:nvPr>
                <p:extLst>
                  <p:ext uri="{D42A27DB-BD31-4B8C-83A1-F6EECF244321}">
                    <p14:modId xmlns:p14="http://schemas.microsoft.com/office/powerpoint/2010/main" val="2570301075"/>
                  </p:ext>
                </p:extLst>
              </p:nvPr>
            </p:nvGraphicFramePr>
            <p:xfrm>
              <a:off x="930342" y="2531450"/>
              <a:ext cx="6019098" cy="3541915"/>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41513">
                    <a:tc>
                      <a:txBody>
                        <a:bodyPr/>
                        <a:lstStyle/>
                        <a:p>
                          <a:pPr algn="l" latinLnBrk="1"/>
                          <a14:m>
                            <m:oMathPara xmlns:m="http://schemas.openxmlformats.org/officeDocument/2006/math">
                              <m:oMathParaPr>
                                <m:jc m:val="left"/>
                              </m:oMathParaPr>
                              <m:oMath xmlns:m="http://schemas.openxmlformats.org/officeDocument/2006/math">
                                <m:sSup>
                                  <m:sSupPr>
                                    <m:ctrlPr>
                                      <a:rPr lang="en-US" altLang="ko-KR" sz="1400" i="1" smtClean="0">
                                        <a:latin typeface="Cambria Math" panose="02040503050406030204" pitchFamily="18" charset="0"/>
                                      </a:rPr>
                                    </m:ctrlPr>
                                  </m:sSupPr>
                                  <m:e>
                                    <m:r>
                                      <a:rPr lang="en-US" altLang="ko-KR" sz="1400" b="0" i="1" smtClean="0">
                                        <a:latin typeface="Cambria Math" panose="02040503050406030204" pitchFamily="18" charset="0"/>
                                      </a:rPr>
                                      <m:t>𝐹</m:t>
                                    </m:r>
                                  </m:e>
                                  <m:sup>
                                    <m:r>
                                      <a:rPr lang="en-US" altLang="ko-KR" sz="1400" i="1">
                                        <a:latin typeface="Cambria Math" panose="02040503050406030204" pitchFamily="18" charset="0"/>
                                      </a:rPr>
                                      <m:t>′</m:t>
                                    </m:r>
                                  </m:sup>
                                </m:sSup>
                                <m:d>
                                  <m:dPr>
                                    <m:ctrlPr>
                                      <a:rPr lang="en-US" altLang="ko-KR" sz="1400" i="1">
                                        <a:latin typeface="Cambria Math" panose="02040503050406030204" pitchFamily="18" charset="0"/>
                                      </a:rPr>
                                    </m:ctrlPr>
                                  </m:dPr>
                                  <m:e>
                                    <m:r>
                                      <a:rPr lang="en-US" altLang="ko-KR" sz="1400" i="1">
                                        <a:latin typeface="Cambria Math" panose="02040503050406030204" pitchFamily="18" charset="0"/>
                                      </a:rPr>
                                      <m:t>𝑥</m:t>
                                    </m:r>
                                  </m:e>
                                </m:d>
                                <m:r>
                                  <a:rPr lang="en-US" altLang="ko-KR" sz="1400" smtClean="0">
                                    <a:latin typeface="Cambria Math" panose="02040503050406030204" pitchFamily="18" charset="0"/>
                                  </a:rPr>
                                  <m:t>=</m:t>
                                </m:r>
                                <m:func>
                                  <m:funcPr>
                                    <m:ctrlPr>
                                      <a:rPr lang="en-US" altLang="ko-KR" sz="1400" i="1" smtClean="0">
                                        <a:latin typeface="Cambria Math" panose="02040503050406030204" pitchFamily="18" charset="0"/>
                                      </a:rPr>
                                    </m:ctrlPr>
                                  </m:funcPr>
                                  <m:fName>
                                    <m:limLow>
                                      <m:limLowPr>
                                        <m:ctrlPr>
                                          <a:rPr lang="en-US" altLang="ko-KR" sz="1400" i="1" smtClean="0">
                                            <a:latin typeface="Cambria Math" panose="02040503050406030204" pitchFamily="18" charset="0"/>
                                          </a:rPr>
                                        </m:ctrlPr>
                                      </m:limLowPr>
                                      <m:e>
                                        <m:r>
                                          <a:rPr lang="en-US" altLang="ko-KR" sz="1400" smtClean="0">
                                            <a:latin typeface="Cambria Math" panose="02040503050406030204" pitchFamily="18" charset="0"/>
                                          </a:rPr>
                                          <m:t>𝑙𝑖𝑚</m:t>
                                        </m:r>
                                      </m:e>
                                      <m:lim>
                                        <m:r>
                                          <a:rPr lang="en-US" altLang="ko-KR" sz="1400" smtClean="0">
                                            <a:latin typeface="Cambria Math" panose="02040503050406030204" pitchFamily="18" charset="0"/>
                                          </a:rPr>
                                          <m:t>h</m:t>
                                        </m:r>
                                        <m:r>
                                          <a:rPr lang="en-US" altLang="ko-KR" sz="1400" smtClean="0">
                                            <a:latin typeface="Cambria Math" panose="02040503050406030204" pitchFamily="18" charset="0"/>
                                          </a:rPr>
                                          <m:t>→0</m:t>
                                        </m:r>
                                      </m:lim>
                                    </m:limLow>
                                  </m:fName>
                                  <m:e>
                                    <m:f>
                                      <m:fPr>
                                        <m:ctrlPr>
                                          <a:rPr lang="en-US" altLang="ko-KR" sz="1400" i="1" smtClean="0">
                                            <a:latin typeface="Cambria Math" panose="02040503050406030204" pitchFamily="18" charset="0"/>
                                          </a:rPr>
                                        </m:ctrlPr>
                                      </m:fPr>
                                      <m:num>
                                        <m:r>
                                          <a:rPr lang="en-US" altLang="ko-KR" sz="1400" b="0" i="1" smtClean="0">
                                            <a:latin typeface="Cambria Math" panose="02040503050406030204" pitchFamily="18" charset="0"/>
                                          </a:rPr>
                                          <m:t>𝐹</m:t>
                                        </m:r>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h</m:t>
                                            </m:r>
                                          </m:e>
                                        </m:d>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𝐹</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𝑥</m:t>
                                        </m:r>
                                        <m:r>
                                          <a:rPr lang="en-US" altLang="ko-KR" sz="1400" b="0" i="1" smtClean="0">
                                            <a:latin typeface="Cambria Math" panose="02040503050406030204" pitchFamily="18" charset="0"/>
                                          </a:rPr>
                                          <m:t>)</m:t>
                                        </m:r>
                                      </m:num>
                                      <m:den>
                                        <m:r>
                                          <a:rPr lang="en-US" altLang="ko-KR" sz="1400" b="0" i="1" smtClean="0">
                                            <a:latin typeface="Cambria Math" panose="02040503050406030204" pitchFamily="18" charset="0"/>
                                          </a:rPr>
                                          <m:t>h</m:t>
                                        </m:r>
                                      </m:den>
                                    </m:f>
                                  </m:e>
                                </m:func>
                              </m:oMath>
                            </m:oMathPara>
                          </a14:m>
                          <a:endParaRPr lang="ko-KR" altLang="en-US" sz="1400" i="1" dirty="0"/>
                        </a:p>
                      </a:txBody>
                      <a:tcPr/>
                    </a:tc>
                    <a:extLst>
                      <a:ext uri="{0D108BD9-81ED-4DB2-BD59-A6C34878D82A}">
                        <a16:rowId xmlns:a16="http://schemas.microsoft.com/office/drawing/2014/main" val="1349850590"/>
                      </a:ext>
                    </a:extLst>
                  </a:tr>
                  <a:tr h="64151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altLang="ko-KR" sz="1400" smtClean="0">
                                    <a:latin typeface="Cambria Math" panose="02040503050406030204" pitchFamily="18" charset="0"/>
                                  </a:rPr>
                                  <m:t>=</m:t>
                                </m:r>
                                <m:func>
                                  <m:funcPr>
                                    <m:ctrlPr>
                                      <a:rPr lang="en-US" altLang="ko-KR" sz="1400" i="1" smtClean="0">
                                        <a:latin typeface="Cambria Math" panose="02040503050406030204" pitchFamily="18" charset="0"/>
                                      </a:rPr>
                                    </m:ctrlPr>
                                  </m:funcPr>
                                  <m:fName>
                                    <m:limLow>
                                      <m:limLowPr>
                                        <m:ctrlPr>
                                          <a:rPr lang="en-US" altLang="ko-KR" sz="1400" i="1" smtClean="0">
                                            <a:latin typeface="Cambria Math" panose="02040503050406030204" pitchFamily="18" charset="0"/>
                                          </a:rPr>
                                        </m:ctrlPr>
                                      </m:limLowPr>
                                      <m:e>
                                        <m:r>
                                          <a:rPr lang="en-US" altLang="ko-KR" sz="1400" smtClean="0">
                                            <a:latin typeface="Cambria Math" panose="02040503050406030204" pitchFamily="18" charset="0"/>
                                          </a:rPr>
                                          <m:t>𝑙𝑖𝑚</m:t>
                                        </m:r>
                                      </m:e>
                                      <m:lim>
                                        <m:r>
                                          <a:rPr lang="en-US" altLang="ko-KR" sz="1400" smtClean="0">
                                            <a:latin typeface="Cambria Math" panose="02040503050406030204" pitchFamily="18" charset="0"/>
                                          </a:rPr>
                                          <m:t>h</m:t>
                                        </m:r>
                                        <m:r>
                                          <a:rPr lang="en-US" altLang="ko-KR" sz="1400" smtClean="0">
                                            <a:latin typeface="Cambria Math" panose="02040503050406030204" pitchFamily="18" charset="0"/>
                                          </a:rPr>
                                          <m:t>→0</m:t>
                                        </m:r>
                                      </m:lim>
                                    </m:limLow>
                                  </m:fName>
                                  <m:e>
                                    <m:f>
                                      <m:fPr>
                                        <m:ctrlPr>
                                          <a:rPr lang="en-US" altLang="ko-KR" sz="1400" i="1" smtClean="0">
                                            <a:latin typeface="Cambria Math" panose="02040503050406030204" pitchFamily="18" charset="0"/>
                                          </a:rPr>
                                        </m:ctrlPr>
                                      </m:fPr>
                                      <m:num>
                                        <m:r>
                                          <a:rPr lang="en-US" altLang="ko-KR" sz="1400" b="0" i="1" smtClean="0">
                                            <a:latin typeface="Cambria Math" panose="02040503050406030204" pitchFamily="18" charset="0"/>
                                          </a:rPr>
                                          <m:t>𝑓</m:t>
                                        </m:r>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h</m:t>
                                            </m:r>
                                          </m:e>
                                        </m:d>
                                        <m:r>
                                          <a:rPr lang="en-US" altLang="ko-KR" sz="1400" b="0" i="1" smtClean="0">
                                            <a:latin typeface="Cambria Math" panose="02040503050406030204" pitchFamily="18" charset="0"/>
                                          </a:rPr>
                                          <m:t>𝑔</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𝑥</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h</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𝑓</m:t>
                                        </m:r>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r>
                                          <a:rPr lang="en-US" altLang="ko-KR" sz="1400" b="0" i="1" smtClean="0">
                                            <a:latin typeface="Cambria Math" panose="02040503050406030204" pitchFamily="18" charset="0"/>
                                          </a:rPr>
                                          <m:t>𝑔</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𝑥</m:t>
                                        </m:r>
                                        <m:r>
                                          <a:rPr lang="en-US" altLang="ko-KR" sz="1400" b="0" i="1" smtClean="0">
                                            <a:latin typeface="Cambria Math" panose="02040503050406030204" pitchFamily="18" charset="0"/>
                                          </a:rPr>
                                          <m:t>)</m:t>
                                        </m:r>
                                      </m:num>
                                      <m:den>
                                        <m:r>
                                          <a:rPr lang="en-US" altLang="ko-KR" sz="1400" b="0" i="1" smtClean="0">
                                            <a:latin typeface="Cambria Math" panose="02040503050406030204" pitchFamily="18" charset="0"/>
                                          </a:rPr>
                                          <m:t>h</m:t>
                                        </m:r>
                                      </m:den>
                                    </m:f>
                                  </m:e>
                                </m:func>
                              </m:oMath>
                            </m:oMathPara>
                          </a14:m>
                          <a:endParaRPr lang="ko-KR" altLang="en-US" sz="1400" dirty="0"/>
                        </a:p>
                      </a:txBody>
                      <a:tcPr/>
                    </a:tc>
                    <a:extLst>
                      <a:ext uri="{0D108BD9-81ED-4DB2-BD59-A6C34878D82A}">
                        <a16:rowId xmlns:a16="http://schemas.microsoft.com/office/drawing/2014/main" val="450883624"/>
                      </a:ext>
                    </a:extLst>
                  </a:tr>
                  <a:tr h="6112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altLang="ko-KR" sz="1400" smtClean="0">
                                    <a:latin typeface="Cambria Math" panose="02040503050406030204" pitchFamily="18" charset="0"/>
                                  </a:rPr>
                                  <m:t>=</m:t>
                                </m:r>
                                <m:func>
                                  <m:funcPr>
                                    <m:ctrlPr>
                                      <a:rPr lang="en-US" altLang="ko-KR" sz="1400" i="1" smtClean="0">
                                        <a:latin typeface="Cambria Math" panose="02040503050406030204" pitchFamily="18" charset="0"/>
                                      </a:rPr>
                                    </m:ctrlPr>
                                  </m:funcPr>
                                  <m:fName>
                                    <m:limLow>
                                      <m:limLowPr>
                                        <m:ctrlPr>
                                          <a:rPr lang="en-US" altLang="ko-KR" sz="1400" i="1" smtClean="0">
                                            <a:latin typeface="Cambria Math" panose="02040503050406030204" pitchFamily="18" charset="0"/>
                                          </a:rPr>
                                        </m:ctrlPr>
                                      </m:limLowPr>
                                      <m:e>
                                        <m:r>
                                          <a:rPr lang="en-US" altLang="ko-KR" sz="1400" smtClean="0">
                                            <a:latin typeface="Cambria Math" panose="02040503050406030204" pitchFamily="18" charset="0"/>
                                          </a:rPr>
                                          <m:t>𝑙𝑖𝑚</m:t>
                                        </m:r>
                                      </m:e>
                                      <m:lim>
                                        <m:r>
                                          <a:rPr lang="en-US" altLang="ko-KR" sz="1400" smtClean="0">
                                            <a:latin typeface="Cambria Math" panose="02040503050406030204" pitchFamily="18" charset="0"/>
                                          </a:rPr>
                                          <m:t>h</m:t>
                                        </m:r>
                                        <m:r>
                                          <a:rPr lang="en-US" altLang="ko-KR" sz="1400" smtClean="0">
                                            <a:latin typeface="Cambria Math" panose="02040503050406030204" pitchFamily="18" charset="0"/>
                                          </a:rPr>
                                          <m:t>→0</m:t>
                                        </m:r>
                                      </m:lim>
                                    </m:limLow>
                                  </m:fName>
                                  <m:e>
                                    <m:f>
                                      <m:fPr>
                                        <m:ctrlPr>
                                          <a:rPr lang="en-US" altLang="ko-KR" sz="1400" i="1" smtClean="0">
                                            <a:latin typeface="Cambria Math" panose="02040503050406030204" pitchFamily="18" charset="0"/>
                                          </a:rPr>
                                        </m:ctrlPr>
                                      </m:fPr>
                                      <m:num>
                                        <m:r>
                                          <a:rPr lang="en-US" altLang="ko-KR" sz="1400" b="0" i="1" smtClean="0">
                                            <a:latin typeface="Cambria Math" panose="02040503050406030204" pitchFamily="18" charset="0"/>
                                          </a:rPr>
                                          <m:t>𝑓</m:t>
                                        </m:r>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h</m:t>
                                            </m:r>
                                          </m:e>
                                        </m:d>
                                        <m:r>
                                          <a:rPr lang="en-US" altLang="ko-KR" sz="1400" b="0" i="1" smtClean="0">
                                            <a:latin typeface="Cambria Math" panose="02040503050406030204" pitchFamily="18" charset="0"/>
                                          </a:rPr>
                                          <m:t>𝑔</m:t>
                                        </m:r>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h</m:t>
                                            </m:r>
                                          </m:e>
                                        </m:d>
                                        <m:r>
                                          <a:rPr lang="en-US" altLang="ko-KR" sz="1400" b="0" i="1" smtClean="0">
                                            <a:solidFill>
                                              <a:srgbClr val="C00000"/>
                                            </a:solidFill>
                                            <a:latin typeface="Cambria Math" panose="02040503050406030204" pitchFamily="18" charset="0"/>
                                          </a:rPr>
                                          <m:t>−</m:t>
                                        </m:r>
                                        <m:r>
                                          <a:rPr lang="en-US" altLang="ko-KR" sz="1400" b="0" i="1" smtClean="0">
                                            <a:solidFill>
                                              <a:srgbClr val="C00000"/>
                                            </a:solidFill>
                                            <a:latin typeface="Cambria Math" panose="02040503050406030204" pitchFamily="18" charset="0"/>
                                          </a:rPr>
                                          <m:t>𝑓</m:t>
                                        </m:r>
                                        <m:d>
                                          <m:dPr>
                                            <m:ctrlPr>
                                              <a:rPr lang="en-US" altLang="ko-KR" sz="1400" b="0" i="1" smtClean="0">
                                                <a:solidFill>
                                                  <a:srgbClr val="C00000"/>
                                                </a:solidFill>
                                                <a:latin typeface="Cambria Math" panose="02040503050406030204" pitchFamily="18" charset="0"/>
                                              </a:rPr>
                                            </m:ctrlPr>
                                          </m:dPr>
                                          <m:e>
                                            <m:r>
                                              <a:rPr lang="en-US" altLang="ko-KR" sz="1400" b="0" i="1" smtClean="0">
                                                <a:solidFill>
                                                  <a:srgbClr val="C00000"/>
                                                </a:solidFill>
                                                <a:latin typeface="Cambria Math" panose="02040503050406030204" pitchFamily="18" charset="0"/>
                                              </a:rPr>
                                              <m:t>𝑥</m:t>
                                            </m:r>
                                          </m:e>
                                        </m:d>
                                        <m:r>
                                          <a:rPr lang="en-US" altLang="ko-KR" sz="1400" b="0" i="1" smtClean="0">
                                            <a:solidFill>
                                              <a:srgbClr val="C00000"/>
                                            </a:solidFill>
                                            <a:latin typeface="Cambria Math" panose="02040503050406030204" pitchFamily="18" charset="0"/>
                                          </a:rPr>
                                          <m:t>𝑔</m:t>
                                        </m:r>
                                        <m:d>
                                          <m:dPr>
                                            <m:ctrlPr>
                                              <a:rPr lang="en-US" altLang="ko-KR" sz="1400" b="0" i="1" smtClean="0">
                                                <a:solidFill>
                                                  <a:srgbClr val="C00000"/>
                                                </a:solidFill>
                                                <a:latin typeface="Cambria Math" panose="02040503050406030204" pitchFamily="18" charset="0"/>
                                              </a:rPr>
                                            </m:ctrlPr>
                                          </m:dPr>
                                          <m:e>
                                            <m:r>
                                              <a:rPr lang="en-US" altLang="ko-KR" sz="1400" b="0" i="1" smtClean="0">
                                                <a:solidFill>
                                                  <a:srgbClr val="C00000"/>
                                                </a:solidFill>
                                                <a:latin typeface="Cambria Math" panose="02040503050406030204" pitchFamily="18" charset="0"/>
                                              </a:rPr>
                                              <m:t>𝑥</m:t>
                                            </m:r>
                                            <m:r>
                                              <a:rPr lang="en-US" altLang="ko-KR" sz="1400" b="0" i="1" smtClean="0">
                                                <a:solidFill>
                                                  <a:srgbClr val="C00000"/>
                                                </a:solidFill>
                                                <a:latin typeface="Cambria Math" panose="02040503050406030204" pitchFamily="18" charset="0"/>
                                              </a:rPr>
                                              <m:t>+</m:t>
                                            </m:r>
                                            <m:r>
                                              <a:rPr lang="en-US" altLang="ko-KR" sz="1400" b="0" i="1" smtClean="0">
                                                <a:solidFill>
                                                  <a:srgbClr val="C00000"/>
                                                </a:solidFill>
                                                <a:latin typeface="Cambria Math" panose="02040503050406030204" pitchFamily="18" charset="0"/>
                                              </a:rPr>
                                              <m:t>h</m:t>
                                            </m:r>
                                          </m:e>
                                        </m:d>
                                        <m:r>
                                          <a:rPr lang="en-US" altLang="ko-KR" sz="1400" b="0" i="1" smtClean="0">
                                            <a:solidFill>
                                              <a:srgbClr val="C00000"/>
                                            </a:solidFill>
                                            <a:latin typeface="Cambria Math" panose="02040503050406030204" pitchFamily="18" charset="0"/>
                                          </a:rPr>
                                          <m:t>+</m:t>
                                        </m:r>
                                        <m:r>
                                          <a:rPr lang="en-US" altLang="ko-KR" sz="1400" b="0" i="1" smtClean="0">
                                            <a:solidFill>
                                              <a:srgbClr val="C00000"/>
                                            </a:solidFill>
                                            <a:latin typeface="Cambria Math" panose="02040503050406030204" pitchFamily="18" charset="0"/>
                                          </a:rPr>
                                          <m:t>𝑓</m:t>
                                        </m:r>
                                        <m:d>
                                          <m:dPr>
                                            <m:ctrlPr>
                                              <a:rPr lang="en-US" altLang="ko-KR" sz="1400" b="0" i="1" smtClean="0">
                                                <a:solidFill>
                                                  <a:srgbClr val="C00000"/>
                                                </a:solidFill>
                                                <a:latin typeface="Cambria Math" panose="02040503050406030204" pitchFamily="18" charset="0"/>
                                              </a:rPr>
                                            </m:ctrlPr>
                                          </m:dPr>
                                          <m:e>
                                            <m:r>
                                              <a:rPr lang="en-US" altLang="ko-KR" sz="1400" b="0" i="1" smtClean="0">
                                                <a:solidFill>
                                                  <a:srgbClr val="C00000"/>
                                                </a:solidFill>
                                                <a:latin typeface="Cambria Math" panose="02040503050406030204" pitchFamily="18" charset="0"/>
                                              </a:rPr>
                                              <m:t>𝑥</m:t>
                                            </m:r>
                                          </m:e>
                                        </m:d>
                                        <m:r>
                                          <a:rPr lang="en-US" altLang="ko-KR" sz="1400" b="0" i="1" smtClean="0">
                                            <a:solidFill>
                                              <a:srgbClr val="C00000"/>
                                            </a:solidFill>
                                            <a:latin typeface="Cambria Math" panose="02040503050406030204" pitchFamily="18" charset="0"/>
                                          </a:rPr>
                                          <m:t>𝑔</m:t>
                                        </m:r>
                                        <m:r>
                                          <a:rPr lang="en-US" altLang="ko-KR" sz="1400" b="0" i="1" smtClean="0">
                                            <a:solidFill>
                                              <a:srgbClr val="C00000"/>
                                            </a:solidFill>
                                            <a:latin typeface="Cambria Math" panose="02040503050406030204" pitchFamily="18" charset="0"/>
                                          </a:rPr>
                                          <m:t>(</m:t>
                                        </m:r>
                                        <m:r>
                                          <a:rPr lang="en-US" altLang="ko-KR" sz="1400" b="0" i="1" smtClean="0">
                                            <a:solidFill>
                                              <a:srgbClr val="C00000"/>
                                            </a:solidFill>
                                            <a:latin typeface="Cambria Math" panose="02040503050406030204" pitchFamily="18" charset="0"/>
                                          </a:rPr>
                                          <m:t>𝑥</m:t>
                                        </m:r>
                                        <m:r>
                                          <a:rPr lang="en-US" altLang="ko-KR" sz="1400" b="0" i="1" smtClean="0">
                                            <a:solidFill>
                                              <a:srgbClr val="C00000"/>
                                            </a:solidFill>
                                            <a:latin typeface="Cambria Math" panose="02040503050406030204" pitchFamily="18" charset="0"/>
                                          </a:rPr>
                                          <m:t>+</m:t>
                                        </m:r>
                                        <m:r>
                                          <a:rPr lang="en-US" altLang="ko-KR" sz="1400" b="0" i="1" smtClean="0">
                                            <a:solidFill>
                                              <a:srgbClr val="C00000"/>
                                            </a:solidFill>
                                            <a:latin typeface="Cambria Math" panose="02040503050406030204" pitchFamily="18" charset="0"/>
                                          </a:rPr>
                                          <m:t>h</m:t>
                                        </m:r>
                                        <m:r>
                                          <a:rPr lang="en-US" altLang="ko-KR" sz="1400" b="0" i="1" smtClean="0">
                                            <a:solidFill>
                                              <a:srgbClr val="C00000"/>
                                            </a:solidFill>
                                            <a:latin typeface="Cambria Math" panose="02040503050406030204" pitchFamily="18" charset="0"/>
                                          </a:rPr>
                                          <m:t>)−</m:t>
                                        </m:r>
                                        <m:r>
                                          <a:rPr lang="en-US" altLang="ko-KR" sz="1400" b="0" i="1" smtClean="0">
                                            <a:latin typeface="Cambria Math" panose="02040503050406030204" pitchFamily="18" charset="0"/>
                                          </a:rPr>
                                          <m:t>𝑓</m:t>
                                        </m:r>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r>
                                          <a:rPr lang="en-US" altLang="ko-KR" sz="1400" b="0" i="1" smtClean="0">
                                            <a:latin typeface="Cambria Math" panose="02040503050406030204" pitchFamily="18" charset="0"/>
                                          </a:rPr>
                                          <m:t>𝑔</m:t>
                                        </m:r>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num>
                                      <m:den>
                                        <m:r>
                                          <a:rPr lang="en-US" altLang="ko-KR" sz="1400" b="0" i="1" smtClean="0">
                                            <a:latin typeface="Cambria Math" panose="02040503050406030204" pitchFamily="18" charset="0"/>
                                          </a:rPr>
                                          <m:t>h</m:t>
                                        </m:r>
                                      </m:den>
                                    </m:f>
                                  </m:e>
                                </m:func>
                              </m:oMath>
                            </m:oMathPara>
                          </a14:m>
                          <a:endParaRPr lang="ko-KR" altLang="en-US" sz="1400" dirty="0"/>
                        </a:p>
                      </a:txBody>
                      <a:tcPr anchor="ctr"/>
                    </a:tc>
                    <a:extLst>
                      <a:ext uri="{0D108BD9-81ED-4DB2-BD59-A6C34878D82A}">
                        <a16:rowId xmlns:a16="http://schemas.microsoft.com/office/drawing/2014/main" val="549591821"/>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tc>
                    <a:extLst>
                      <a:ext uri="{0D108BD9-81ED-4DB2-BD59-A6C34878D82A}">
                        <a16:rowId xmlns:a16="http://schemas.microsoft.com/office/drawing/2014/main" val="2571924127"/>
                      </a:ext>
                    </a:extLst>
                  </a:tr>
                  <a:tr h="549223">
                    <a:tc>
                      <a:txBody>
                        <a:bodyPr/>
                        <a:lstStyle/>
                        <a:p>
                          <a:pPr algn="l" latinLnBrk="1"/>
                          <a:endParaRPr lang="ko-KR" altLang="en-US" sz="1400" i="1" dirty="0"/>
                        </a:p>
                      </a:txBody>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tc>
                    <a:extLst>
                      <a:ext uri="{0D108BD9-81ED-4DB2-BD59-A6C34878D82A}">
                        <a16:rowId xmlns:a16="http://schemas.microsoft.com/office/drawing/2014/main" val="2333410646"/>
                      </a:ext>
                    </a:extLst>
                  </a:tr>
                </a:tbl>
              </a:graphicData>
            </a:graphic>
          </p:graphicFrame>
        </mc:Choice>
        <mc:Fallback xmlns="">
          <p:graphicFrame>
            <p:nvGraphicFramePr>
              <p:cNvPr id="10" name="표 9"/>
              <p:cNvGraphicFramePr>
                <a:graphicFrameLocks noGrp="1"/>
              </p:cNvGraphicFramePr>
              <p:nvPr>
                <p:extLst>
                  <p:ext uri="{D42A27DB-BD31-4B8C-83A1-F6EECF244321}">
                    <p14:modId xmlns:p14="http://schemas.microsoft.com/office/powerpoint/2010/main" val="2570301075"/>
                  </p:ext>
                </p:extLst>
              </p:nvPr>
            </p:nvGraphicFramePr>
            <p:xfrm>
              <a:off x="930342" y="2531450"/>
              <a:ext cx="6019098" cy="3541915"/>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41513">
                    <a:tc>
                      <a:txBody>
                        <a:bodyPr/>
                        <a:lstStyle/>
                        <a:p>
                          <a:endParaRPr lang="ko-KR"/>
                        </a:p>
                      </a:txBody>
                      <a:tcPr>
                        <a:blipFill>
                          <a:blip r:embed="rId3"/>
                          <a:stretch>
                            <a:fillRect b="-454286"/>
                          </a:stretch>
                        </a:blipFill>
                      </a:tcPr>
                    </a:tc>
                    <a:extLst>
                      <a:ext uri="{0D108BD9-81ED-4DB2-BD59-A6C34878D82A}">
                        <a16:rowId xmlns:a16="http://schemas.microsoft.com/office/drawing/2014/main" val="1349850590"/>
                      </a:ext>
                    </a:extLst>
                  </a:tr>
                  <a:tr h="641513">
                    <a:tc>
                      <a:txBody>
                        <a:bodyPr/>
                        <a:lstStyle/>
                        <a:p>
                          <a:endParaRPr lang="ko-KR"/>
                        </a:p>
                      </a:txBody>
                      <a:tcPr>
                        <a:blipFill>
                          <a:blip r:embed="rId3"/>
                          <a:stretch>
                            <a:fillRect t="-99057" b="-350000"/>
                          </a:stretch>
                        </a:blipFill>
                      </a:tcPr>
                    </a:tc>
                    <a:extLst>
                      <a:ext uri="{0D108BD9-81ED-4DB2-BD59-A6C34878D82A}">
                        <a16:rowId xmlns:a16="http://schemas.microsoft.com/office/drawing/2014/main" val="450883624"/>
                      </a:ext>
                    </a:extLst>
                  </a:tr>
                  <a:tr h="611220">
                    <a:tc>
                      <a:txBody>
                        <a:bodyPr/>
                        <a:lstStyle/>
                        <a:p>
                          <a:endParaRPr lang="ko-KR"/>
                        </a:p>
                      </a:txBody>
                      <a:tcPr anchor="ctr">
                        <a:blipFill>
                          <a:blip r:embed="rId3"/>
                          <a:stretch>
                            <a:fillRect t="-211000" b="-271000"/>
                          </a:stretch>
                        </a:blipFill>
                      </a:tcPr>
                    </a:tc>
                    <a:extLst>
                      <a:ext uri="{0D108BD9-81ED-4DB2-BD59-A6C34878D82A}">
                        <a16:rowId xmlns:a16="http://schemas.microsoft.com/office/drawing/2014/main" val="549591821"/>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tc>
                    <a:extLst>
                      <a:ext uri="{0D108BD9-81ED-4DB2-BD59-A6C34878D82A}">
                        <a16:rowId xmlns:a16="http://schemas.microsoft.com/office/drawing/2014/main" val="2571924127"/>
                      </a:ext>
                    </a:extLst>
                  </a:tr>
                  <a:tr h="549223">
                    <a:tc>
                      <a:txBody>
                        <a:bodyPr/>
                        <a:lstStyle/>
                        <a:p>
                          <a:pPr algn="l" latinLnBrk="1"/>
                          <a:endParaRPr lang="ko-KR" altLang="en-US" sz="1400" i="1" dirty="0"/>
                        </a:p>
                      </a:txBody>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tc>
                    <a:extLst>
                      <a:ext uri="{0D108BD9-81ED-4DB2-BD59-A6C34878D82A}">
                        <a16:rowId xmlns:a16="http://schemas.microsoft.com/office/drawing/2014/main" val="2333410646"/>
                      </a:ext>
                    </a:extLst>
                  </a:tr>
                </a:tbl>
              </a:graphicData>
            </a:graphic>
          </p:graphicFrame>
        </mc:Fallback>
      </mc:AlternateContent>
      <mc:AlternateContent xmlns:mc="http://schemas.openxmlformats.org/markup-compatibility/2006" xmlns:a14="http://schemas.microsoft.com/office/drawing/2010/main">
        <mc:Choice Requires="a14">
          <p:sp>
            <p:nvSpPr>
              <p:cNvPr id="12" name="TextBox 11"/>
              <p:cNvSpPr txBox="1"/>
              <p:nvPr/>
            </p:nvSpPr>
            <p:spPr>
              <a:xfrm>
                <a:off x="918755" y="1454128"/>
                <a:ext cx="6587701" cy="307777"/>
              </a:xfrm>
              <a:prstGeom prst="rect">
                <a:avLst/>
              </a:prstGeom>
              <a:noFill/>
            </p:spPr>
            <p:txBody>
              <a:bodyPr wrap="none" lIns="0" tIns="0" rIns="0" bIns="0" rtlCol="0">
                <a:spAutoFit/>
              </a:bodyPr>
              <a:lstStyle/>
              <a:p>
                <a:r>
                  <a:rPr lang="ko-KR" altLang="en-US" sz="2000" dirty="0"/>
                  <a:t>⑦</a:t>
                </a:r>
                <a14:m>
                  <m:oMath xmlns:m="http://schemas.openxmlformats.org/officeDocument/2006/math">
                    <m:sSup>
                      <m:sSupPr>
                        <m:ctrlPr>
                          <a:rPr lang="en-US" altLang="ko-KR" sz="2000" i="1">
                            <a:latin typeface="Cambria Math" panose="02040503050406030204" pitchFamily="18" charset="0"/>
                          </a:rPr>
                        </m:ctrlPr>
                      </m:sSupPr>
                      <m:e>
                        <m:r>
                          <a:rPr lang="en-US" altLang="ko-KR" sz="2000" b="0" i="1" smtClean="0">
                            <a:latin typeface="Cambria Math" panose="02040503050406030204" pitchFamily="18" charset="0"/>
                          </a:rPr>
                          <m:t>𝐹</m:t>
                        </m:r>
                      </m:e>
                      <m:sup>
                        <m:r>
                          <a:rPr lang="en-US" altLang="ko-KR" sz="2000" i="1">
                            <a:latin typeface="Cambria Math" panose="02040503050406030204" pitchFamily="18" charset="0"/>
                          </a:rPr>
                          <m:t>′</m:t>
                        </m:r>
                      </m:sup>
                    </m:sSup>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r>
                      <a:rPr lang="en-US" altLang="ko-KR" sz="2000" i="1" smtClean="0">
                        <a:latin typeface="Cambria Math" panose="02040503050406030204" pitchFamily="18" charset="0"/>
                      </a:rPr>
                      <m:t>𝑓</m:t>
                    </m:r>
                    <m:d>
                      <m:dPr>
                        <m:ctrlPr>
                          <a:rPr lang="en-US" altLang="ko-KR" sz="2000" b="0" i="1" smtClean="0">
                            <a:latin typeface="Cambria Math" panose="02040503050406030204" pitchFamily="18" charset="0"/>
                          </a:rPr>
                        </m:ctrlPr>
                      </m:dPr>
                      <m:e>
                        <m:r>
                          <a:rPr lang="en-US" altLang="ko-KR" sz="2000" b="0" i="1" smtClean="0">
                            <a:latin typeface="Cambria Math" panose="02040503050406030204" pitchFamily="18" charset="0"/>
                          </a:rPr>
                          <m:t>𝑥</m:t>
                        </m:r>
                      </m:e>
                    </m:d>
                    <m:sSup>
                      <m:sSupPr>
                        <m:ctrlPr>
                          <a:rPr lang="en-US" altLang="ko-KR" sz="2000" b="0" i="1" smtClean="0">
                            <a:latin typeface="Cambria Math" panose="02040503050406030204" pitchFamily="18" charset="0"/>
                          </a:rPr>
                        </m:ctrlPr>
                      </m:sSupPr>
                      <m:e>
                        <m:r>
                          <a:rPr lang="en-US" altLang="ko-KR" sz="2000" b="0" i="1" smtClean="0">
                            <a:latin typeface="Cambria Math" panose="02040503050406030204" pitchFamily="18" charset="0"/>
                          </a:rPr>
                          <m:t>𝑔</m:t>
                        </m:r>
                      </m:e>
                      <m:sup>
                        <m:r>
                          <a:rPr lang="en-US" altLang="ko-KR" sz="2000" b="0" i="1" smtClean="0">
                            <a:latin typeface="Cambria Math" panose="02040503050406030204" pitchFamily="18" charset="0"/>
                          </a:rPr>
                          <m:t>′</m:t>
                        </m:r>
                      </m:sup>
                    </m:sSup>
                    <m:d>
                      <m:dPr>
                        <m:ctrlPr>
                          <a:rPr lang="en-US" altLang="ko-KR" sz="2000" b="0" i="1" smtClean="0">
                            <a:latin typeface="Cambria Math" panose="02040503050406030204" pitchFamily="18" charset="0"/>
                          </a:rPr>
                        </m:ctrlPr>
                      </m:dPr>
                      <m:e>
                        <m:r>
                          <a:rPr lang="en-US" altLang="ko-KR" sz="2000" b="0" i="1" smtClean="0">
                            <a:latin typeface="Cambria Math" panose="02040503050406030204" pitchFamily="18" charset="0"/>
                          </a:rPr>
                          <m:t>𝑥</m:t>
                        </m:r>
                      </m:e>
                    </m:d>
                    <m:r>
                      <a:rPr lang="en-US" altLang="ko-KR" sz="2000" b="0" i="1" smtClean="0">
                        <a:latin typeface="Cambria Math" panose="02040503050406030204" pitchFamily="18" charset="0"/>
                      </a:rPr>
                      <m:t>+</m:t>
                    </m:r>
                    <m:sSup>
                      <m:sSupPr>
                        <m:ctrlPr>
                          <a:rPr lang="en-US" altLang="ko-KR" sz="2000" i="1">
                            <a:latin typeface="Cambria Math" panose="02040503050406030204" pitchFamily="18" charset="0"/>
                          </a:rPr>
                        </m:ctrlPr>
                      </m:sSupPr>
                      <m:e>
                        <m:r>
                          <a:rPr lang="en-US" altLang="ko-KR" sz="2000" b="0" i="1" smtClean="0">
                            <a:latin typeface="Cambria Math" panose="02040503050406030204" pitchFamily="18" charset="0"/>
                          </a:rPr>
                          <m:t>𝑓</m:t>
                        </m:r>
                      </m:e>
                      <m:sup>
                        <m:r>
                          <a:rPr lang="en-US" altLang="ko-KR" sz="2000" i="1">
                            <a:latin typeface="Cambria Math" panose="02040503050406030204" pitchFamily="18" charset="0"/>
                          </a:rPr>
                          <m:t>′</m:t>
                        </m:r>
                      </m:sup>
                    </m:sSup>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b="0" i="1" smtClean="0">
                        <a:latin typeface="Cambria Math" panose="02040503050406030204" pitchFamily="18" charset="0"/>
                      </a:rPr>
                      <m:t>𝑔</m:t>
                    </m:r>
                    <m:d>
                      <m:dPr>
                        <m:ctrlPr>
                          <a:rPr lang="en-US" altLang="ko-KR" sz="2000" b="0" i="1" smtClean="0">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ea typeface="Cambria Math" panose="02040503050406030204" pitchFamily="18" charset="0"/>
                      </a:rPr>
                      <m:t>,  </m:t>
                    </m:r>
                    <m:r>
                      <a:rPr lang="en-US" altLang="ko-KR" sz="2000" i="1">
                        <a:latin typeface="Cambria Math" panose="02040503050406030204" pitchFamily="18" charset="0"/>
                      </a:rPr>
                      <m:t>𝑔𝑖𝑣𝑒𝑛</m:t>
                    </m:r>
                    <m:r>
                      <a:rPr lang="en-US" altLang="ko-KR" sz="2000" i="1">
                        <a:latin typeface="Cambria Math" panose="02040503050406030204" pitchFamily="18" charset="0"/>
                      </a:rPr>
                      <m:t> </m:t>
                    </m:r>
                    <m:r>
                      <a:rPr lang="en-US" altLang="ko-KR" sz="2000" b="0" i="1" smtClean="0">
                        <a:latin typeface="Cambria Math" panose="02040503050406030204" pitchFamily="18" charset="0"/>
                      </a:rPr>
                      <m:t>𝐹</m:t>
                    </m:r>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r>
                      <a:rPr lang="en-US" altLang="ko-KR" sz="2000" i="1" smtClean="0">
                        <a:latin typeface="Cambria Math" panose="02040503050406030204" pitchFamily="18" charset="0"/>
                      </a:rPr>
                      <m:t>𝑓</m:t>
                    </m:r>
                    <m:d>
                      <m:dPr>
                        <m:ctrlPr>
                          <a:rPr lang="en-US" altLang="ko-KR" sz="2000" b="0" i="1" smtClean="0">
                            <a:latin typeface="Cambria Math" panose="02040503050406030204" pitchFamily="18" charset="0"/>
                          </a:rPr>
                        </m:ctrlPr>
                      </m:dPr>
                      <m:e>
                        <m:r>
                          <a:rPr lang="en-US" altLang="ko-KR" sz="2000" b="0" i="1" smtClean="0">
                            <a:latin typeface="Cambria Math" panose="02040503050406030204" pitchFamily="18" charset="0"/>
                          </a:rPr>
                          <m:t>𝑥</m:t>
                        </m:r>
                      </m:e>
                    </m:d>
                    <m:r>
                      <a:rPr lang="en-US" altLang="ko-KR" sz="2000" b="0" i="1" smtClean="0">
                        <a:latin typeface="Cambria Math" panose="02040503050406030204" pitchFamily="18" charset="0"/>
                      </a:rPr>
                      <m:t>𝑔</m:t>
                    </m:r>
                    <m:r>
                      <a:rPr lang="en-US" altLang="ko-KR" sz="2000" b="0" i="1" smtClean="0">
                        <a:latin typeface="Cambria Math" panose="02040503050406030204" pitchFamily="18" charset="0"/>
                      </a:rPr>
                      <m:t>(</m:t>
                    </m:r>
                    <m:r>
                      <a:rPr lang="en-US" altLang="ko-KR" sz="2000" b="0" i="1" smtClean="0">
                        <a:latin typeface="Cambria Math" panose="02040503050406030204" pitchFamily="18" charset="0"/>
                      </a:rPr>
                      <m:t>𝑥</m:t>
                    </m:r>
                    <m:r>
                      <a:rPr lang="en-US" altLang="ko-KR" sz="2000" b="0" i="1" smtClean="0">
                        <a:latin typeface="Cambria Math" panose="02040503050406030204" pitchFamily="18" charset="0"/>
                      </a:rPr>
                      <m:t>)</m:t>
                    </m:r>
                  </m:oMath>
                </a14:m>
                <a:endParaRPr lang="ko-KR" altLang="en-US" sz="2000" i="1" dirty="0"/>
              </a:p>
            </p:txBody>
          </p:sp>
        </mc:Choice>
        <mc:Fallback xmlns="">
          <p:sp>
            <p:nvSpPr>
              <p:cNvPr id="12" name="TextBox 11"/>
              <p:cNvSpPr txBox="1">
                <a:spLocks noRot="1" noChangeAspect="1" noMove="1" noResize="1" noEditPoints="1" noAdjustHandles="1" noChangeArrowheads="1" noChangeShapeType="1" noTextEdit="1"/>
              </p:cNvSpPr>
              <p:nvPr/>
            </p:nvSpPr>
            <p:spPr>
              <a:xfrm>
                <a:off x="918755" y="1454128"/>
                <a:ext cx="6587701" cy="307777"/>
              </a:xfrm>
              <a:prstGeom prst="rect">
                <a:avLst/>
              </a:prstGeom>
              <a:blipFill>
                <a:blip r:embed="rId4"/>
                <a:stretch>
                  <a:fillRect l="-2407" t="-30000" b="-46000"/>
                </a:stretch>
              </a:blipFill>
            </p:spPr>
            <p:txBody>
              <a:bodyPr/>
              <a:lstStyle/>
              <a:p>
                <a:r>
                  <a:rPr lang="ko-KR" altLang="en-US">
                    <a:noFill/>
                  </a:rPr>
                  <a:t> </a:t>
                </a:r>
              </a:p>
            </p:txBody>
          </p:sp>
        </mc:Fallback>
      </mc:AlternateContent>
      <p:sp>
        <p:nvSpPr>
          <p:cNvPr id="14" name="원호 13">
            <a:extLst>
              <a:ext uri="{FF2B5EF4-FFF2-40B4-BE49-F238E27FC236}">
                <a16:creationId xmlns:a16="http://schemas.microsoft.com/office/drawing/2014/main" id="{720BE5F8-FF28-D338-132B-12A968F95379}"/>
              </a:ext>
            </a:extLst>
          </p:cNvPr>
          <p:cNvSpPr/>
          <p:nvPr/>
        </p:nvSpPr>
        <p:spPr>
          <a:xfrm>
            <a:off x="4326784" y="3438200"/>
            <a:ext cx="864341" cy="864207"/>
          </a:xfrm>
          <a:prstGeom prst="arc">
            <a:avLst>
              <a:gd name="adj1" fmla="val 11108524"/>
              <a:gd name="adj2" fmla="val 15586512"/>
            </a:avLst>
          </a:prstGeom>
          <a:ln w="9525">
            <a:solidFill>
              <a:srgbClr val="C00000"/>
            </a:solidFill>
            <a:headEnd type="triangl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mc:AlternateContent xmlns:mc="http://schemas.openxmlformats.org/markup-compatibility/2006" xmlns:a14="http://schemas.microsoft.com/office/drawing/2010/main">
        <mc:Choice Requires="a14">
          <p:sp>
            <p:nvSpPr>
              <p:cNvPr id="3" name="직사각형 2"/>
              <p:cNvSpPr/>
              <p:nvPr/>
            </p:nvSpPr>
            <p:spPr>
              <a:xfrm>
                <a:off x="4241059" y="3170401"/>
                <a:ext cx="2441566" cy="276999"/>
              </a:xfrm>
              <a:prstGeom prst="rect">
                <a:avLst/>
              </a:prstGeom>
            </p:spPr>
            <p:txBody>
              <a:bodyPr wrap="none">
                <a:spAutoFit/>
              </a:bodyPr>
              <a:lstStyle/>
              <a:p>
                <a:r>
                  <a:rPr lang="en-US" altLang="ko-KR" sz="1200" dirty="0">
                    <a:solidFill>
                      <a:schemeClr val="tx1"/>
                    </a:solidFill>
                    <a:latin typeface="Arial Narrow" panose="020B0606020202030204" pitchFamily="34" charset="0"/>
                    <a:cs typeface="Times New Roman" panose="02020603050405020304" pitchFamily="18" charset="0"/>
                  </a:rPr>
                  <a:t>Substituting and adding </a:t>
                </a:r>
                <a14:m>
                  <m:oMath xmlns:m="http://schemas.openxmlformats.org/officeDocument/2006/math">
                    <m:r>
                      <a:rPr lang="en-US" altLang="ko-KR" sz="1200" i="1">
                        <a:solidFill>
                          <a:schemeClr val="tx1"/>
                        </a:solidFill>
                        <a:latin typeface="Cambria Math" panose="02040503050406030204" pitchFamily="18" charset="0"/>
                      </a:rPr>
                      <m:t>𝑓</m:t>
                    </m:r>
                    <m:d>
                      <m:dPr>
                        <m:ctrlPr>
                          <a:rPr lang="en-US" altLang="ko-KR" sz="1200" i="1">
                            <a:solidFill>
                              <a:schemeClr val="tx1"/>
                            </a:solidFill>
                            <a:latin typeface="Cambria Math" panose="02040503050406030204" pitchFamily="18" charset="0"/>
                          </a:rPr>
                        </m:ctrlPr>
                      </m:dPr>
                      <m:e>
                        <m:r>
                          <a:rPr lang="en-US" altLang="ko-KR" sz="1200" i="1">
                            <a:solidFill>
                              <a:schemeClr val="tx1"/>
                            </a:solidFill>
                            <a:latin typeface="Cambria Math" panose="02040503050406030204" pitchFamily="18" charset="0"/>
                          </a:rPr>
                          <m:t>𝑥</m:t>
                        </m:r>
                      </m:e>
                    </m:d>
                    <m:r>
                      <a:rPr lang="en-US" altLang="ko-KR" sz="1200" i="1">
                        <a:solidFill>
                          <a:schemeClr val="tx1"/>
                        </a:solidFill>
                        <a:latin typeface="Cambria Math" panose="02040503050406030204" pitchFamily="18" charset="0"/>
                      </a:rPr>
                      <m:t>𝑔</m:t>
                    </m:r>
                    <m:d>
                      <m:dPr>
                        <m:ctrlPr>
                          <a:rPr lang="en-US" altLang="ko-KR" sz="1200" i="1">
                            <a:solidFill>
                              <a:schemeClr val="tx1"/>
                            </a:solidFill>
                            <a:latin typeface="Cambria Math" panose="02040503050406030204" pitchFamily="18" charset="0"/>
                          </a:rPr>
                        </m:ctrlPr>
                      </m:dPr>
                      <m:e>
                        <m:r>
                          <a:rPr lang="en-US" altLang="ko-KR" sz="1200" i="1">
                            <a:solidFill>
                              <a:schemeClr val="tx1"/>
                            </a:solidFill>
                            <a:latin typeface="Cambria Math" panose="02040503050406030204" pitchFamily="18" charset="0"/>
                          </a:rPr>
                          <m:t>𝑥</m:t>
                        </m:r>
                        <m:r>
                          <a:rPr lang="en-US" altLang="ko-KR" sz="1200" i="1">
                            <a:solidFill>
                              <a:schemeClr val="tx1"/>
                            </a:solidFill>
                            <a:latin typeface="Cambria Math" panose="02040503050406030204" pitchFamily="18" charset="0"/>
                          </a:rPr>
                          <m:t>+</m:t>
                        </m:r>
                        <m:r>
                          <a:rPr lang="en-US" altLang="ko-KR" sz="1200" i="1">
                            <a:solidFill>
                              <a:schemeClr val="tx1"/>
                            </a:solidFill>
                            <a:latin typeface="Cambria Math" panose="02040503050406030204" pitchFamily="18" charset="0"/>
                          </a:rPr>
                          <m:t>h</m:t>
                        </m:r>
                      </m:e>
                    </m:d>
                  </m:oMath>
                </a14:m>
                <a:r>
                  <a:rPr lang="en-US" altLang="ko-KR" sz="1200" dirty="0">
                    <a:solidFill>
                      <a:schemeClr val="tx1"/>
                    </a:solidFill>
                    <a:latin typeface="Arial Narrow" panose="020B0606020202030204" pitchFamily="34" charset="0"/>
                    <a:cs typeface="Times New Roman" panose="02020603050405020304" pitchFamily="18" charset="0"/>
                  </a:rPr>
                  <a:t> </a:t>
                </a:r>
                <a:endParaRPr lang="ko-KR" altLang="en-US" sz="1200" dirty="0">
                  <a:solidFill>
                    <a:schemeClr val="tx1"/>
                  </a:solidFill>
                </a:endParaRPr>
              </a:p>
            </p:txBody>
          </p:sp>
        </mc:Choice>
        <mc:Fallback xmlns="">
          <p:sp>
            <p:nvSpPr>
              <p:cNvPr id="3" name="직사각형 2"/>
              <p:cNvSpPr>
                <a:spLocks noRot="1" noChangeAspect="1" noMove="1" noResize="1" noEditPoints="1" noAdjustHandles="1" noChangeArrowheads="1" noChangeShapeType="1" noTextEdit="1"/>
              </p:cNvSpPr>
              <p:nvPr/>
            </p:nvSpPr>
            <p:spPr>
              <a:xfrm>
                <a:off x="4241059" y="3170401"/>
                <a:ext cx="2441566" cy="276999"/>
              </a:xfrm>
              <a:prstGeom prst="rect">
                <a:avLst/>
              </a:prstGeom>
              <a:blipFill>
                <a:blip r:embed="rId5"/>
                <a:stretch>
                  <a:fillRect l="-250" t="-2174" b="-13043"/>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39998155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mc:AlternateContent xmlns:mc="http://schemas.openxmlformats.org/markup-compatibility/2006" xmlns:a14="http://schemas.microsoft.com/office/drawing/2010/main">
        <mc:Choice Requires="a14">
          <p:graphicFrame>
            <p:nvGraphicFramePr>
              <p:cNvPr id="10" name="표 9"/>
              <p:cNvGraphicFramePr>
                <a:graphicFrameLocks noGrp="1"/>
              </p:cNvGraphicFramePr>
              <p:nvPr>
                <p:extLst>
                  <p:ext uri="{D42A27DB-BD31-4B8C-83A1-F6EECF244321}">
                    <p14:modId xmlns:p14="http://schemas.microsoft.com/office/powerpoint/2010/main" val="2138281469"/>
                  </p:ext>
                </p:extLst>
              </p:nvPr>
            </p:nvGraphicFramePr>
            <p:xfrm>
              <a:off x="930342" y="2531450"/>
              <a:ext cx="6019098" cy="3541915"/>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41513">
                    <a:tc>
                      <a:txBody>
                        <a:bodyPr/>
                        <a:lstStyle/>
                        <a:p>
                          <a:pPr algn="l" latinLnBrk="1"/>
                          <a14:m>
                            <m:oMathPara xmlns:m="http://schemas.openxmlformats.org/officeDocument/2006/math">
                              <m:oMathParaPr>
                                <m:jc m:val="left"/>
                              </m:oMathParaPr>
                              <m:oMath xmlns:m="http://schemas.openxmlformats.org/officeDocument/2006/math">
                                <m:sSup>
                                  <m:sSupPr>
                                    <m:ctrlPr>
                                      <a:rPr lang="en-US" altLang="ko-KR" sz="1400" i="1" smtClean="0">
                                        <a:latin typeface="Cambria Math" panose="02040503050406030204" pitchFamily="18" charset="0"/>
                                      </a:rPr>
                                    </m:ctrlPr>
                                  </m:sSupPr>
                                  <m:e>
                                    <m:r>
                                      <a:rPr lang="en-US" altLang="ko-KR" sz="1400" b="0" i="1" smtClean="0">
                                        <a:latin typeface="Cambria Math" panose="02040503050406030204" pitchFamily="18" charset="0"/>
                                      </a:rPr>
                                      <m:t>𝐹</m:t>
                                    </m:r>
                                  </m:e>
                                  <m:sup>
                                    <m:r>
                                      <a:rPr lang="en-US" altLang="ko-KR" sz="1400" i="1">
                                        <a:latin typeface="Cambria Math" panose="02040503050406030204" pitchFamily="18" charset="0"/>
                                      </a:rPr>
                                      <m:t>′</m:t>
                                    </m:r>
                                  </m:sup>
                                </m:sSup>
                                <m:d>
                                  <m:dPr>
                                    <m:ctrlPr>
                                      <a:rPr lang="en-US" altLang="ko-KR" sz="1400" i="1">
                                        <a:latin typeface="Cambria Math" panose="02040503050406030204" pitchFamily="18" charset="0"/>
                                      </a:rPr>
                                    </m:ctrlPr>
                                  </m:dPr>
                                  <m:e>
                                    <m:r>
                                      <a:rPr lang="en-US" altLang="ko-KR" sz="1400" i="1">
                                        <a:latin typeface="Cambria Math" panose="02040503050406030204" pitchFamily="18" charset="0"/>
                                      </a:rPr>
                                      <m:t>𝑥</m:t>
                                    </m:r>
                                  </m:e>
                                </m:d>
                                <m:r>
                                  <a:rPr lang="en-US" altLang="ko-KR" sz="1400" smtClean="0">
                                    <a:latin typeface="Cambria Math" panose="02040503050406030204" pitchFamily="18" charset="0"/>
                                  </a:rPr>
                                  <m:t>=</m:t>
                                </m:r>
                                <m:func>
                                  <m:funcPr>
                                    <m:ctrlPr>
                                      <a:rPr lang="en-US" altLang="ko-KR" sz="1400" i="1" smtClean="0">
                                        <a:latin typeface="Cambria Math" panose="02040503050406030204" pitchFamily="18" charset="0"/>
                                      </a:rPr>
                                    </m:ctrlPr>
                                  </m:funcPr>
                                  <m:fName>
                                    <m:limLow>
                                      <m:limLowPr>
                                        <m:ctrlPr>
                                          <a:rPr lang="en-US" altLang="ko-KR" sz="1400" i="1" smtClean="0">
                                            <a:latin typeface="Cambria Math" panose="02040503050406030204" pitchFamily="18" charset="0"/>
                                          </a:rPr>
                                        </m:ctrlPr>
                                      </m:limLowPr>
                                      <m:e>
                                        <m:r>
                                          <a:rPr lang="en-US" altLang="ko-KR" sz="1400" smtClean="0">
                                            <a:latin typeface="Cambria Math" panose="02040503050406030204" pitchFamily="18" charset="0"/>
                                          </a:rPr>
                                          <m:t>𝑙𝑖𝑚</m:t>
                                        </m:r>
                                      </m:e>
                                      <m:lim>
                                        <m:r>
                                          <a:rPr lang="en-US" altLang="ko-KR" sz="1400" smtClean="0">
                                            <a:latin typeface="Cambria Math" panose="02040503050406030204" pitchFamily="18" charset="0"/>
                                          </a:rPr>
                                          <m:t>h</m:t>
                                        </m:r>
                                        <m:r>
                                          <a:rPr lang="en-US" altLang="ko-KR" sz="1400" smtClean="0">
                                            <a:latin typeface="Cambria Math" panose="02040503050406030204" pitchFamily="18" charset="0"/>
                                          </a:rPr>
                                          <m:t>→0</m:t>
                                        </m:r>
                                      </m:lim>
                                    </m:limLow>
                                  </m:fName>
                                  <m:e>
                                    <m:f>
                                      <m:fPr>
                                        <m:ctrlPr>
                                          <a:rPr lang="en-US" altLang="ko-KR" sz="1400" i="1" smtClean="0">
                                            <a:latin typeface="Cambria Math" panose="02040503050406030204" pitchFamily="18" charset="0"/>
                                          </a:rPr>
                                        </m:ctrlPr>
                                      </m:fPr>
                                      <m:num>
                                        <m:r>
                                          <a:rPr lang="en-US" altLang="ko-KR" sz="1400" b="0" i="1" smtClean="0">
                                            <a:latin typeface="Cambria Math" panose="02040503050406030204" pitchFamily="18" charset="0"/>
                                          </a:rPr>
                                          <m:t>𝐹</m:t>
                                        </m:r>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h</m:t>
                                            </m:r>
                                          </m:e>
                                        </m:d>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𝐹</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𝑥</m:t>
                                        </m:r>
                                        <m:r>
                                          <a:rPr lang="en-US" altLang="ko-KR" sz="1400" b="0" i="1" smtClean="0">
                                            <a:latin typeface="Cambria Math" panose="02040503050406030204" pitchFamily="18" charset="0"/>
                                          </a:rPr>
                                          <m:t>)</m:t>
                                        </m:r>
                                      </m:num>
                                      <m:den>
                                        <m:r>
                                          <a:rPr lang="en-US" altLang="ko-KR" sz="1400" b="0" i="1" smtClean="0">
                                            <a:latin typeface="Cambria Math" panose="02040503050406030204" pitchFamily="18" charset="0"/>
                                          </a:rPr>
                                          <m:t>h</m:t>
                                        </m:r>
                                      </m:den>
                                    </m:f>
                                  </m:e>
                                </m:func>
                              </m:oMath>
                            </m:oMathPara>
                          </a14:m>
                          <a:endParaRPr lang="ko-KR" altLang="en-US" sz="1400" i="1" dirty="0"/>
                        </a:p>
                      </a:txBody>
                      <a:tcPr/>
                    </a:tc>
                    <a:extLst>
                      <a:ext uri="{0D108BD9-81ED-4DB2-BD59-A6C34878D82A}">
                        <a16:rowId xmlns:a16="http://schemas.microsoft.com/office/drawing/2014/main" val="1349850590"/>
                      </a:ext>
                    </a:extLst>
                  </a:tr>
                  <a:tr h="64151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altLang="ko-KR" sz="1400" smtClean="0">
                                    <a:latin typeface="Cambria Math" panose="02040503050406030204" pitchFamily="18" charset="0"/>
                                  </a:rPr>
                                  <m:t>=</m:t>
                                </m:r>
                                <m:func>
                                  <m:funcPr>
                                    <m:ctrlPr>
                                      <a:rPr lang="en-US" altLang="ko-KR" sz="1400" i="1" smtClean="0">
                                        <a:latin typeface="Cambria Math" panose="02040503050406030204" pitchFamily="18" charset="0"/>
                                      </a:rPr>
                                    </m:ctrlPr>
                                  </m:funcPr>
                                  <m:fName>
                                    <m:limLow>
                                      <m:limLowPr>
                                        <m:ctrlPr>
                                          <a:rPr lang="en-US" altLang="ko-KR" sz="1400" i="1" smtClean="0">
                                            <a:latin typeface="Cambria Math" panose="02040503050406030204" pitchFamily="18" charset="0"/>
                                          </a:rPr>
                                        </m:ctrlPr>
                                      </m:limLowPr>
                                      <m:e>
                                        <m:r>
                                          <a:rPr lang="en-US" altLang="ko-KR" sz="1400" smtClean="0">
                                            <a:latin typeface="Cambria Math" panose="02040503050406030204" pitchFamily="18" charset="0"/>
                                          </a:rPr>
                                          <m:t>𝑙𝑖𝑚</m:t>
                                        </m:r>
                                      </m:e>
                                      <m:lim>
                                        <m:r>
                                          <a:rPr lang="en-US" altLang="ko-KR" sz="1400" smtClean="0">
                                            <a:latin typeface="Cambria Math" panose="02040503050406030204" pitchFamily="18" charset="0"/>
                                          </a:rPr>
                                          <m:t>h</m:t>
                                        </m:r>
                                        <m:r>
                                          <a:rPr lang="en-US" altLang="ko-KR" sz="1400" smtClean="0">
                                            <a:latin typeface="Cambria Math" panose="02040503050406030204" pitchFamily="18" charset="0"/>
                                          </a:rPr>
                                          <m:t>→0</m:t>
                                        </m:r>
                                      </m:lim>
                                    </m:limLow>
                                  </m:fName>
                                  <m:e>
                                    <m:f>
                                      <m:fPr>
                                        <m:ctrlPr>
                                          <a:rPr lang="en-US" altLang="ko-KR" sz="1400" i="1" smtClean="0">
                                            <a:latin typeface="Cambria Math" panose="02040503050406030204" pitchFamily="18" charset="0"/>
                                          </a:rPr>
                                        </m:ctrlPr>
                                      </m:fPr>
                                      <m:num>
                                        <m:r>
                                          <a:rPr lang="en-US" altLang="ko-KR" sz="1400" b="0" i="1" smtClean="0">
                                            <a:latin typeface="Cambria Math" panose="02040503050406030204" pitchFamily="18" charset="0"/>
                                          </a:rPr>
                                          <m:t>𝑓</m:t>
                                        </m:r>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h</m:t>
                                            </m:r>
                                          </m:e>
                                        </m:d>
                                        <m:r>
                                          <a:rPr lang="en-US" altLang="ko-KR" sz="1400" b="0" i="1" smtClean="0">
                                            <a:latin typeface="Cambria Math" panose="02040503050406030204" pitchFamily="18" charset="0"/>
                                          </a:rPr>
                                          <m:t>𝑔</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𝑥</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h</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𝑓</m:t>
                                        </m:r>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r>
                                          <a:rPr lang="en-US" altLang="ko-KR" sz="1400" b="0" i="1" smtClean="0">
                                            <a:latin typeface="Cambria Math" panose="02040503050406030204" pitchFamily="18" charset="0"/>
                                          </a:rPr>
                                          <m:t>𝑔</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𝑥</m:t>
                                        </m:r>
                                        <m:r>
                                          <a:rPr lang="en-US" altLang="ko-KR" sz="1400" b="0" i="1" smtClean="0">
                                            <a:latin typeface="Cambria Math" panose="02040503050406030204" pitchFamily="18" charset="0"/>
                                          </a:rPr>
                                          <m:t>)</m:t>
                                        </m:r>
                                      </m:num>
                                      <m:den>
                                        <m:r>
                                          <a:rPr lang="en-US" altLang="ko-KR" sz="1400" b="0" i="1" smtClean="0">
                                            <a:latin typeface="Cambria Math" panose="02040503050406030204" pitchFamily="18" charset="0"/>
                                          </a:rPr>
                                          <m:t>h</m:t>
                                        </m:r>
                                      </m:den>
                                    </m:f>
                                  </m:e>
                                </m:func>
                              </m:oMath>
                            </m:oMathPara>
                          </a14:m>
                          <a:endParaRPr lang="ko-KR" altLang="en-US" sz="1400" dirty="0"/>
                        </a:p>
                      </a:txBody>
                      <a:tcPr/>
                    </a:tc>
                    <a:extLst>
                      <a:ext uri="{0D108BD9-81ED-4DB2-BD59-A6C34878D82A}">
                        <a16:rowId xmlns:a16="http://schemas.microsoft.com/office/drawing/2014/main" val="450883624"/>
                      </a:ext>
                    </a:extLst>
                  </a:tr>
                  <a:tr h="6112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altLang="ko-KR" sz="1400" smtClean="0">
                                    <a:latin typeface="Cambria Math" panose="02040503050406030204" pitchFamily="18" charset="0"/>
                                  </a:rPr>
                                  <m:t>=</m:t>
                                </m:r>
                                <m:func>
                                  <m:funcPr>
                                    <m:ctrlPr>
                                      <a:rPr lang="en-US" altLang="ko-KR" sz="1400" i="1" smtClean="0">
                                        <a:latin typeface="Cambria Math" panose="02040503050406030204" pitchFamily="18" charset="0"/>
                                      </a:rPr>
                                    </m:ctrlPr>
                                  </m:funcPr>
                                  <m:fName>
                                    <m:limLow>
                                      <m:limLowPr>
                                        <m:ctrlPr>
                                          <a:rPr lang="en-US" altLang="ko-KR" sz="1400" i="1" smtClean="0">
                                            <a:latin typeface="Cambria Math" panose="02040503050406030204" pitchFamily="18" charset="0"/>
                                          </a:rPr>
                                        </m:ctrlPr>
                                      </m:limLowPr>
                                      <m:e>
                                        <m:r>
                                          <a:rPr lang="en-US" altLang="ko-KR" sz="1400" smtClean="0">
                                            <a:latin typeface="Cambria Math" panose="02040503050406030204" pitchFamily="18" charset="0"/>
                                          </a:rPr>
                                          <m:t>𝑙𝑖𝑚</m:t>
                                        </m:r>
                                      </m:e>
                                      <m:lim>
                                        <m:r>
                                          <a:rPr lang="en-US" altLang="ko-KR" sz="1400" smtClean="0">
                                            <a:latin typeface="Cambria Math" panose="02040503050406030204" pitchFamily="18" charset="0"/>
                                          </a:rPr>
                                          <m:t>h</m:t>
                                        </m:r>
                                        <m:r>
                                          <a:rPr lang="en-US" altLang="ko-KR" sz="1400" smtClean="0">
                                            <a:latin typeface="Cambria Math" panose="02040503050406030204" pitchFamily="18" charset="0"/>
                                          </a:rPr>
                                          <m:t>→0</m:t>
                                        </m:r>
                                      </m:lim>
                                    </m:limLow>
                                  </m:fName>
                                  <m:e>
                                    <m:f>
                                      <m:fPr>
                                        <m:ctrlPr>
                                          <a:rPr lang="en-US" altLang="ko-KR" sz="1400" i="1" smtClean="0">
                                            <a:latin typeface="Cambria Math" panose="02040503050406030204" pitchFamily="18" charset="0"/>
                                          </a:rPr>
                                        </m:ctrlPr>
                                      </m:fPr>
                                      <m:num>
                                        <m:r>
                                          <a:rPr lang="en-US" altLang="ko-KR" sz="1400" b="0" i="1" smtClean="0">
                                            <a:latin typeface="Cambria Math" panose="02040503050406030204" pitchFamily="18" charset="0"/>
                                          </a:rPr>
                                          <m:t>𝑓</m:t>
                                        </m:r>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h</m:t>
                                            </m:r>
                                          </m:e>
                                        </m:d>
                                        <m:r>
                                          <a:rPr lang="en-US" altLang="ko-KR" sz="1400" b="0" i="1" smtClean="0">
                                            <a:latin typeface="Cambria Math" panose="02040503050406030204" pitchFamily="18" charset="0"/>
                                          </a:rPr>
                                          <m:t>𝑔</m:t>
                                        </m:r>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h</m:t>
                                            </m:r>
                                          </m:e>
                                        </m:d>
                                        <m:r>
                                          <a:rPr lang="en-US" altLang="ko-KR" sz="1400" b="0" i="1" smtClean="0">
                                            <a:solidFill>
                                              <a:srgbClr val="C00000"/>
                                            </a:solidFill>
                                            <a:latin typeface="Cambria Math" panose="02040503050406030204" pitchFamily="18" charset="0"/>
                                          </a:rPr>
                                          <m:t>−</m:t>
                                        </m:r>
                                        <m:r>
                                          <a:rPr lang="en-US" altLang="ko-KR" sz="1400" b="0" i="1" smtClean="0">
                                            <a:solidFill>
                                              <a:srgbClr val="C00000"/>
                                            </a:solidFill>
                                            <a:latin typeface="Cambria Math" panose="02040503050406030204" pitchFamily="18" charset="0"/>
                                          </a:rPr>
                                          <m:t>𝑓</m:t>
                                        </m:r>
                                        <m:d>
                                          <m:dPr>
                                            <m:ctrlPr>
                                              <a:rPr lang="en-US" altLang="ko-KR" sz="1400" b="0" i="1" smtClean="0">
                                                <a:solidFill>
                                                  <a:srgbClr val="C00000"/>
                                                </a:solidFill>
                                                <a:latin typeface="Cambria Math" panose="02040503050406030204" pitchFamily="18" charset="0"/>
                                              </a:rPr>
                                            </m:ctrlPr>
                                          </m:dPr>
                                          <m:e>
                                            <m:r>
                                              <a:rPr lang="en-US" altLang="ko-KR" sz="1400" b="0" i="1" smtClean="0">
                                                <a:solidFill>
                                                  <a:srgbClr val="C00000"/>
                                                </a:solidFill>
                                                <a:latin typeface="Cambria Math" panose="02040503050406030204" pitchFamily="18" charset="0"/>
                                              </a:rPr>
                                              <m:t>𝑥</m:t>
                                            </m:r>
                                          </m:e>
                                        </m:d>
                                        <m:r>
                                          <a:rPr lang="en-US" altLang="ko-KR" sz="1400" b="0" i="1" smtClean="0">
                                            <a:solidFill>
                                              <a:srgbClr val="C00000"/>
                                            </a:solidFill>
                                            <a:latin typeface="Cambria Math" panose="02040503050406030204" pitchFamily="18" charset="0"/>
                                          </a:rPr>
                                          <m:t>𝑔</m:t>
                                        </m:r>
                                        <m:d>
                                          <m:dPr>
                                            <m:ctrlPr>
                                              <a:rPr lang="en-US" altLang="ko-KR" sz="1400" b="0" i="1" smtClean="0">
                                                <a:solidFill>
                                                  <a:srgbClr val="C00000"/>
                                                </a:solidFill>
                                                <a:latin typeface="Cambria Math" panose="02040503050406030204" pitchFamily="18" charset="0"/>
                                              </a:rPr>
                                            </m:ctrlPr>
                                          </m:dPr>
                                          <m:e>
                                            <m:r>
                                              <a:rPr lang="en-US" altLang="ko-KR" sz="1400" b="0" i="1" smtClean="0">
                                                <a:solidFill>
                                                  <a:srgbClr val="C00000"/>
                                                </a:solidFill>
                                                <a:latin typeface="Cambria Math" panose="02040503050406030204" pitchFamily="18" charset="0"/>
                                              </a:rPr>
                                              <m:t>𝑥</m:t>
                                            </m:r>
                                            <m:r>
                                              <a:rPr lang="en-US" altLang="ko-KR" sz="1400" b="0" i="1" smtClean="0">
                                                <a:solidFill>
                                                  <a:srgbClr val="C00000"/>
                                                </a:solidFill>
                                                <a:latin typeface="Cambria Math" panose="02040503050406030204" pitchFamily="18" charset="0"/>
                                              </a:rPr>
                                              <m:t>+</m:t>
                                            </m:r>
                                            <m:r>
                                              <a:rPr lang="en-US" altLang="ko-KR" sz="1400" b="0" i="1" smtClean="0">
                                                <a:solidFill>
                                                  <a:srgbClr val="C00000"/>
                                                </a:solidFill>
                                                <a:latin typeface="Cambria Math" panose="02040503050406030204" pitchFamily="18" charset="0"/>
                                              </a:rPr>
                                              <m:t>h</m:t>
                                            </m:r>
                                          </m:e>
                                        </m:d>
                                        <m:r>
                                          <a:rPr lang="en-US" altLang="ko-KR" sz="1400" b="0" i="1" smtClean="0">
                                            <a:solidFill>
                                              <a:srgbClr val="C00000"/>
                                            </a:solidFill>
                                            <a:latin typeface="Cambria Math" panose="02040503050406030204" pitchFamily="18" charset="0"/>
                                          </a:rPr>
                                          <m:t>+</m:t>
                                        </m:r>
                                        <m:r>
                                          <a:rPr lang="en-US" altLang="ko-KR" sz="1400" b="0" i="1" smtClean="0">
                                            <a:solidFill>
                                              <a:srgbClr val="C00000"/>
                                            </a:solidFill>
                                            <a:latin typeface="Cambria Math" panose="02040503050406030204" pitchFamily="18" charset="0"/>
                                          </a:rPr>
                                          <m:t>𝑓</m:t>
                                        </m:r>
                                        <m:d>
                                          <m:dPr>
                                            <m:ctrlPr>
                                              <a:rPr lang="en-US" altLang="ko-KR" sz="1400" b="0" i="1" smtClean="0">
                                                <a:solidFill>
                                                  <a:srgbClr val="C00000"/>
                                                </a:solidFill>
                                                <a:latin typeface="Cambria Math" panose="02040503050406030204" pitchFamily="18" charset="0"/>
                                              </a:rPr>
                                            </m:ctrlPr>
                                          </m:dPr>
                                          <m:e>
                                            <m:r>
                                              <a:rPr lang="en-US" altLang="ko-KR" sz="1400" b="0" i="1" smtClean="0">
                                                <a:solidFill>
                                                  <a:srgbClr val="C00000"/>
                                                </a:solidFill>
                                                <a:latin typeface="Cambria Math" panose="02040503050406030204" pitchFamily="18" charset="0"/>
                                              </a:rPr>
                                              <m:t>𝑥</m:t>
                                            </m:r>
                                          </m:e>
                                        </m:d>
                                        <m:r>
                                          <a:rPr lang="en-US" altLang="ko-KR" sz="1400" b="0" i="1" smtClean="0">
                                            <a:solidFill>
                                              <a:srgbClr val="C00000"/>
                                            </a:solidFill>
                                            <a:latin typeface="Cambria Math" panose="02040503050406030204" pitchFamily="18" charset="0"/>
                                          </a:rPr>
                                          <m:t>𝑔</m:t>
                                        </m:r>
                                        <m:r>
                                          <a:rPr lang="en-US" altLang="ko-KR" sz="1400" b="0" i="1" smtClean="0">
                                            <a:solidFill>
                                              <a:srgbClr val="C00000"/>
                                            </a:solidFill>
                                            <a:latin typeface="Cambria Math" panose="02040503050406030204" pitchFamily="18" charset="0"/>
                                          </a:rPr>
                                          <m:t>(</m:t>
                                        </m:r>
                                        <m:r>
                                          <a:rPr lang="en-US" altLang="ko-KR" sz="1400" b="0" i="1" smtClean="0">
                                            <a:solidFill>
                                              <a:srgbClr val="C00000"/>
                                            </a:solidFill>
                                            <a:latin typeface="Cambria Math" panose="02040503050406030204" pitchFamily="18" charset="0"/>
                                          </a:rPr>
                                          <m:t>𝑥</m:t>
                                        </m:r>
                                        <m:r>
                                          <a:rPr lang="en-US" altLang="ko-KR" sz="1400" b="0" i="1" smtClean="0">
                                            <a:solidFill>
                                              <a:srgbClr val="C00000"/>
                                            </a:solidFill>
                                            <a:latin typeface="Cambria Math" panose="02040503050406030204" pitchFamily="18" charset="0"/>
                                          </a:rPr>
                                          <m:t>+</m:t>
                                        </m:r>
                                        <m:r>
                                          <a:rPr lang="en-US" altLang="ko-KR" sz="1400" b="0" i="1" smtClean="0">
                                            <a:solidFill>
                                              <a:srgbClr val="C00000"/>
                                            </a:solidFill>
                                            <a:latin typeface="Cambria Math" panose="02040503050406030204" pitchFamily="18" charset="0"/>
                                          </a:rPr>
                                          <m:t>h</m:t>
                                        </m:r>
                                        <m:r>
                                          <a:rPr lang="en-US" altLang="ko-KR" sz="1400" b="0" i="1" smtClean="0">
                                            <a:solidFill>
                                              <a:srgbClr val="C00000"/>
                                            </a:solidFill>
                                            <a:latin typeface="Cambria Math" panose="02040503050406030204" pitchFamily="18" charset="0"/>
                                          </a:rPr>
                                          <m:t>)−</m:t>
                                        </m:r>
                                        <m:r>
                                          <a:rPr lang="en-US" altLang="ko-KR" sz="1400" b="0" i="1" smtClean="0">
                                            <a:latin typeface="Cambria Math" panose="02040503050406030204" pitchFamily="18" charset="0"/>
                                          </a:rPr>
                                          <m:t>𝑓</m:t>
                                        </m:r>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r>
                                          <a:rPr lang="en-US" altLang="ko-KR" sz="1400" b="0" i="1" smtClean="0">
                                            <a:latin typeface="Cambria Math" panose="02040503050406030204" pitchFamily="18" charset="0"/>
                                          </a:rPr>
                                          <m:t>𝑔</m:t>
                                        </m:r>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num>
                                      <m:den>
                                        <m:r>
                                          <a:rPr lang="en-US" altLang="ko-KR" sz="1400" b="0" i="1" smtClean="0">
                                            <a:latin typeface="Cambria Math" panose="02040503050406030204" pitchFamily="18" charset="0"/>
                                          </a:rPr>
                                          <m:t>h</m:t>
                                        </m:r>
                                      </m:den>
                                    </m:f>
                                  </m:e>
                                </m:func>
                              </m:oMath>
                            </m:oMathPara>
                          </a14:m>
                          <a:endParaRPr lang="ko-KR" altLang="en-US" sz="1400" dirty="0"/>
                        </a:p>
                      </a:txBody>
                      <a:tcPr anchor="ctr"/>
                    </a:tc>
                    <a:extLst>
                      <a:ext uri="{0D108BD9-81ED-4DB2-BD59-A6C34878D82A}">
                        <a16:rowId xmlns:a16="http://schemas.microsoft.com/office/drawing/2014/main" val="549591821"/>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altLang="ko-KR" sz="1400" smtClean="0">
                                    <a:latin typeface="Cambria Math" panose="02040503050406030204" pitchFamily="18" charset="0"/>
                                  </a:rPr>
                                  <m:t>=</m:t>
                                </m:r>
                                <m:func>
                                  <m:funcPr>
                                    <m:ctrlPr>
                                      <a:rPr lang="en-US" altLang="ko-KR" sz="1400" i="1" smtClean="0">
                                        <a:latin typeface="Cambria Math" panose="02040503050406030204" pitchFamily="18" charset="0"/>
                                      </a:rPr>
                                    </m:ctrlPr>
                                  </m:funcPr>
                                  <m:fName>
                                    <m:limLow>
                                      <m:limLowPr>
                                        <m:ctrlPr>
                                          <a:rPr lang="en-US" altLang="ko-KR" sz="1400" i="1" smtClean="0">
                                            <a:latin typeface="Cambria Math" panose="02040503050406030204" pitchFamily="18" charset="0"/>
                                          </a:rPr>
                                        </m:ctrlPr>
                                      </m:limLowPr>
                                      <m:e>
                                        <m:r>
                                          <a:rPr lang="en-US" altLang="ko-KR" sz="1400" smtClean="0">
                                            <a:latin typeface="Cambria Math" panose="02040503050406030204" pitchFamily="18" charset="0"/>
                                          </a:rPr>
                                          <m:t>𝑙𝑖𝑚</m:t>
                                        </m:r>
                                      </m:e>
                                      <m:lim>
                                        <m:r>
                                          <a:rPr lang="en-US" altLang="ko-KR" sz="1400" smtClean="0">
                                            <a:latin typeface="Cambria Math" panose="02040503050406030204" pitchFamily="18" charset="0"/>
                                          </a:rPr>
                                          <m:t>h</m:t>
                                        </m:r>
                                        <m:r>
                                          <a:rPr lang="en-US" altLang="ko-KR" sz="1400" smtClean="0">
                                            <a:latin typeface="Cambria Math" panose="02040503050406030204" pitchFamily="18" charset="0"/>
                                          </a:rPr>
                                          <m:t>→0</m:t>
                                        </m:r>
                                      </m:lim>
                                    </m:limLow>
                                  </m:fName>
                                  <m:e>
                                    <m:f>
                                      <m:fPr>
                                        <m:ctrlPr>
                                          <a:rPr lang="en-US" altLang="ko-KR" sz="1400" i="1" smtClean="0">
                                            <a:solidFill>
                                              <a:schemeClr val="tx1"/>
                                            </a:solidFill>
                                            <a:latin typeface="Cambria Math" panose="02040503050406030204" pitchFamily="18" charset="0"/>
                                          </a:rPr>
                                        </m:ctrlPr>
                                      </m:fPr>
                                      <m:num>
                                        <m:r>
                                          <a:rPr lang="en-US" altLang="ko-KR" sz="1400" b="0" i="1" smtClean="0">
                                            <a:solidFill>
                                              <a:schemeClr val="tx1"/>
                                            </a:solidFill>
                                            <a:latin typeface="Cambria Math" panose="02040503050406030204" pitchFamily="18" charset="0"/>
                                          </a:rPr>
                                          <m:t>𝑓</m:t>
                                        </m:r>
                                        <m:d>
                                          <m:dPr>
                                            <m:ctrlPr>
                                              <a:rPr lang="en-US" altLang="ko-KR" sz="1400" b="0" i="1" smtClean="0">
                                                <a:solidFill>
                                                  <a:schemeClr val="tx1"/>
                                                </a:solidFill>
                                                <a:latin typeface="Cambria Math" panose="02040503050406030204" pitchFamily="18" charset="0"/>
                                              </a:rPr>
                                            </m:ctrlPr>
                                          </m:dPr>
                                          <m:e>
                                            <m:r>
                                              <a:rPr lang="en-US" altLang="ko-KR" sz="1400" b="0" i="1" smtClean="0">
                                                <a:solidFill>
                                                  <a:schemeClr val="tx1"/>
                                                </a:solidFill>
                                                <a:latin typeface="Cambria Math" panose="02040503050406030204" pitchFamily="18" charset="0"/>
                                              </a:rPr>
                                              <m:t>𝑥</m:t>
                                            </m:r>
                                          </m:e>
                                        </m:d>
                                        <m:d>
                                          <m:dPr>
                                            <m:ctrlPr>
                                              <a:rPr lang="en-US" altLang="ko-KR" sz="1400" b="0" i="1" smtClean="0">
                                                <a:solidFill>
                                                  <a:schemeClr val="tx1"/>
                                                </a:solidFill>
                                                <a:latin typeface="Cambria Math" panose="02040503050406030204" pitchFamily="18" charset="0"/>
                                              </a:rPr>
                                            </m:ctrlPr>
                                          </m:dPr>
                                          <m:e>
                                            <m:r>
                                              <a:rPr lang="en-US" altLang="ko-KR" sz="1400" b="0" i="1" smtClean="0">
                                                <a:solidFill>
                                                  <a:schemeClr val="tx1"/>
                                                </a:solidFill>
                                                <a:latin typeface="Cambria Math" panose="02040503050406030204" pitchFamily="18" charset="0"/>
                                              </a:rPr>
                                              <m:t>𝑔</m:t>
                                            </m:r>
                                            <m:d>
                                              <m:dPr>
                                                <m:ctrlPr>
                                                  <a:rPr lang="en-US" altLang="ko-KR" sz="1400" b="0" i="1" smtClean="0">
                                                    <a:solidFill>
                                                      <a:schemeClr val="tx1"/>
                                                    </a:solidFill>
                                                    <a:latin typeface="Cambria Math" panose="02040503050406030204" pitchFamily="18" charset="0"/>
                                                  </a:rPr>
                                                </m:ctrlPr>
                                              </m:dPr>
                                              <m:e>
                                                <m:r>
                                                  <a:rPr lang="en-US" altLang="ko-KR" sz="1400" b="0" i="1" smtClean="0">
                                                    <a:solidFill>
                                                      <a:schemeClr val="tx1"/>
                                                    </a:solidFill>
                                                    <a:latin typeface="Cambria Math" panose="02040503050406030204" pitchFamily="18" charset="0"/>
                                                  </a:rPr>
                                                  <m:t>𝑥</m:t>
                                                </m:r>
                                                <m:r>
                                                  <a:rPr lang="en-US" altLang="ko-KR" sz="1400" b="0" i="1" smtClean="0">
                                                    <a:solidFill>
                                                      <a:schemeClr val="tx1"/>
                                                    </a:solidFill>
                                                    <a:latin typeface="Cambria Math" panose="02040503050406030204" pitchFamily="18" charset="0"/>
                                                  </a:rPr>
                                                  <m:t>+</m:t>
                                                </m:r>
                                                <m:r>
                                                  <a:rPr lang="en-US" altLang="ko-KR" sz="1400" b="0" i="1" smtClean="0">
                                                    <a:solidFill>
                                                      <a:schemeClr val="tx1"/>
                                                    </a:solidFill>
                                                    <a:latin typeface="Cambria Math" panose="02040503050406030204" pitchFamily="18" charset="0"/>
                                                  </a:rPr>
                                                  <m:t>h</m:t>
                                                </m:r>
                                              </m:e>
                                            </m:d>
                                            <m:r>
                                              <a:rPr lang="en-US" altLang="ko-KR" sz="1400" b="0" i="1" smtClean="0">
                                                <a:solidFill>
                                                  <a:schemeClr val="tx1"/>
                                                </a:solidFill>
                                                <a:latin typeface="Cambria Math" panose="02040503050406030204" pitchFamily="18" charset="0"/>
                                              </a:rPr>
                                              <m:t> −</m:t>
                                            </m:r>
                                            <m:r>
                                              <a:rPr lang="en-US" altLang="ko-KR" sz="1400" b="0" i="1" smtClean="0">
                                                <a:solidFill>
                                                  <a:schemeClr val="tx1"/>
                                                </a:solidFill>
                                                <a:latin typeface="Cambria Math" panose="02040503050406030204" pitchFamily="18" charset="0"/>
                                              </a:rPr>
                                              <m:t>𝑔</m:t>
                                            </m:r>
                                            <m:d>
                                              <m:dPr>
                                                <m:ctrlPr>
                                                  <a:rPr lang="en-US" altLang="ko-KR" sz="1400" b="0" i="1" smtClean="0">
                                                    <a:solidFill>
                                                      <a:schemeClr val="tx1"/>
                                                    </a:solidFill>
                                                    <a:latin typeface="Cambria Math" panose="02040503050406030204" pitchFamily="18" charset="0"/>
                                                  </a:rPr>
                                                </m:ctrlPr>
                                              </m:dPr>
                                              <m:e>
                                                <m:r>
                                                  <a:rPr lang="en-US" altLang="ko-KR" sz="1400" b="0" i="1" smtClean="0">
                                                    <a:solidFill>
                                                      <a:schemeClr val="tx1"/>
                                                    </a:solidFill>
                                                    <a:latin typeface="Cambria Math" panose="02040503050406030204" pitchFamily="18" charset="0"/>
                                                  </a:rPr>
                                                  <m:t>𝑥</m:t>
                                                </m:r>
                                              </m:e>
                                            </m:d>
                                          </m:e>
                                        </m:d>
                                        <m:r>
                                          <a:rPr lang="en-US" altLang="ko-KR" sz="1400" b="0" i="1" smtClean="0">
                                            <a:solidFill>
                                              <a:schemeClr val="tx1"/>
                                            </a:solidFill>
                                            <a:latin typeface="Cambria Math" panose="02040503050406030204" pitchFamily="18" charset="0"/>
                                          </a:rPr>
                                          <m:t>+</m:t>
                                        </m:r>
                                        <m:r>
                                          <a:rPr lang="en-US" altLang="ko-KR" sz="1400" b="0" i="1" smtClean="0">
                                            <a:solidFill>
                                              <a:schemeClr val="tx1"/>
                                            </a:solidFill>
                                            <a:latin typeface="Cambria Math" panose="02040503050406030204" pitchFamily="18" charset="0"/>
                                          </a:rPr>
                                          <m:t>𝑔</m:t>
                                        </m:r>
                                        <m:d>
                                          <m:dPr>
                                            <m:ctrlPr>
                                              <a:rPr lang="en-US" altLang="ko-KR" sz="1400" b="0" i="1" smtClean="0">
                                                <a:solidFill>
                                                  <a:schemeClr val="tx1"/>
                                                </a:solidFill>
                                                <a:latin typeface="Cambria Math" panose="02040503050406030204" pitchFamily="18" charset="0"/>
                                              </a:rPr>
                                            </m:ctrlPr>
                                          </m:dPr>
                                          <m:e>
                                            <m:r>
                                              <a:rPr lang="en-US" altLang="ko-KR" sz="1400" b="0" i="1" smtClean="0">
                                                <a:solidFill>
                                                  <a:schemeClr val="tx1"/>
                                                </a:solidFill>
                                                <a:latin typeface="Cambria Math" panose="02040503050406030204" pitchFamily="18" charset="0"/>
                                              </a:rPr>
                                              <m:t>𝑥</m:t>
                                            </m:r>
                                            <m:r>
                                              <a:rPr lang="en-US" altLang="ko-KR" sz="1400" b="0" i="1" smtClean="0">
                                                <a:solidFill>
                                                  <a:schemeClr val="tx1"/>
                                                </a:solidFill>
                                                <a:latin typeface="Cambria Math" panose="02040503050406030204" pitchFamily="18" charset="0"/>
                                              </a:rPr>
                                              <m:t>+</m:t>
                                            </m:r>
                                            <m:r>
                                              <a:rPr lang="en-US" altLang="ko-KR" sz="1400" b="0" i="1" smtClean="0">
                                                <a:solidFill>
                                                  <a:schemeClr val="tx1"/>
                                                </a:solidFill>
                                                <a:latin typeface="Cambria Math" panose="02040503050406030204" pitchFamily="18" charset="0"/>
                                              </a:rPr>
                                              <m:t>h</m:t>
                                            </m:r>
                                          </m:e>
                                        </m:d>
                                        <m:d>
                                          <m:dPr>
                                            <m:ctrlPr>
                                              <a:rPr lang="en-US" altLang="ko-KR" sz="1400" b="0" i="1" smtClean="0">
                                                <a:solidFill>
                                                  <a:schemeClr val="tx1"/>
                                                </a:solidFill>
                                                <a:latin typeface="Cambria Math" panose="02040503050406030204" pitchFamily="18" charset="0"/>
                                              </a:rPr>
                                            </m:ctrlPr>
                                          </m:dPr>
                                          <m:e>
                                            <m:r>
                                              <a:rPr lang="en-US" altLang="ko-KR" sz="1400" b="0" i="1" smtClean="0">
                                                <a:solidFill>
                                                  <a:schemeClr val="tx1"/>
                                                </a:solidFill>
                                                <a:latin typeface="Cambria Math" panose="02040503050406030204" pitchFamily="18" charset="0"/>
                                              </a:rPr>
                                              <m:t>𝑓</m:t>
                                            </m:r>
                                            <m:d>
                                              <m:dPr>
                                                <m:ctrlPr>
                                                  <a:rPr lang="en-US" altLang="ko-KR" sz="1400" b="0" i="1" smtClean="0">
                                                    <a:solidFill>
                                                      <a:schemeClr val="tx1"/>
                                                    </a:solidFill>
                                                    <a:latin typeface="Cambria Math" panose="02040503050406030204" pitchFamily="18" charset="0"/>
                                                  </a:rPr>
                                                </m:ctrlPr>
                                              </m:dPr>
                                              <m:e>
                                                <m:r>
                                                  <a:rPr lang="en-US" altLang="ko-KR" sz="1400" b="0" i="1" smtClean="0">
                                                    <a:solidFill>
                                                      <a:schemeClr val="tx1"/>
                                                    </a:solidFill>
                                                    <a:latin typeface="Cambria Math" panose="02040503050406030204" pitchFamily="18" charset="0"/>
                                                  </a:rPr>
                                                  <m:t>𝑥</m:t>
                                                </m:r>
                                                <m:r>
                                                  <a:rPr lang="en-US" altLang="ko-KR" sz="1400" b="0" i="1" smtClean="0">
                                                    <a:solidFill>
                                                      <a:schemeClr val="tx1"/>
                                                    </a:solidFill>
                                                    <a:latin typeface="Cambria Math" panose="02040503050406030204" pitchFamily="18" charset="0"/>
                                                  </a:rPr>
                                                  <m:t>+</m:t>
                                                </m:r>
                                                <m:r>
                                                  <a:rPr lang="en-US" altLang="ko-KR" sz="1400" b="0" i="1" smtClean="0">
                                                    <a:solidFill>
                                                      <a:schemeClr val="tx1"/>
                                                    </a:solidFill>
                                                    <a:latin typeface="Cambria Math" panose="02040503050406030204" pitchFamily="18" charset="0"/>
                                                  </a:rPr>
                                                  <m:t>h</m:t>
                                                </m:r>
                                              </m:e>
                                            </m:d>
                                            <m:r>
                                              <a:rPr lang="en-US" altLang="ko-KR" sz="1400" b="0" i="1" smtClean="0">
                                                <a:solidFill>
                                                  <a:schemeClr val="tx1"/>
                                                </a:solidFill>
                                                <a:latin typeface="Cambria Math" panose="02040503050406030204" pitchFamily="18" charset="0"/>
                                              </a:rPr>
                                              <m:t>−</m:t>
                                            </m:r>
                                            <m:r>
                                              <a:rPr lang="en-US" altLang="ko-KR" sz="1400" b="0" i="1" smtClean="0">
                                                <a:solidFill>
                                                  <a:schemeClr val="tx1"/>
                                                </a:solidFill>
                                                <a:latin typeface="Cambria Math" panose="02040503050406030204" pitchFamily="18" charset="0"/>
                                              </a:rPr>
                                              <m:t>𝑓</m:t>
                                            </m:r>
                                            <m:d>
                                              <m:dPr>
                                                <m:ctrlPr>
                                                  <a:rPr lang="en-US" altLang="ko-KR" sz="1400" b="0" i="1" smtClean="0">
                                                    <a:solidFill>
                                                      <a:schemeClr val="tx1"/>
                                                    </a:solidFill>
                                                    <a:latin typeface="Cambria Math" panose="02040503050406030204" pitchFamily="18" charset="0"/>
                                                  </a:rPr>
                                                </m:ctrlPr>
                                              </m:dPr>
                                              <m:e>
                                                <m:r>
                                                  <a:rPr lang="en-US" altLang="ko-KR" sz="1400" b="0" i="1" smtClean="0">
                                                    <a:solidFill>
                                                      <a:schemeClr val="tx1"/>
                                                    </a:solidFill>
                                                    <a:latin typeface="Cambria Math" panose="02040503050406030204" pitchFamily="18" charset="0"/>
                                                  </a:rPr>
                                                  <m:t>𝑥</m:t>
                                                </m:r>
                                              </m:e>
                                            </m:d>
                                          </m:e>
                                        </m:d>
                                      </m:num>
                                      <m:den>
                                        <m:r>
                                          <a:rPr lang="en-US" altLang="ko-KR" sz="1400" b="0" i="1" smtClean="0">
                                            <a:solidFill>
                                              <a:schemeClr val="tx1"/>
                                            </a:solidFill>
                                            <a:latin typeface="Cambria Math" panose="02040503050406030204" pitchFamily="18" charset="0"/>
                                          </a:rPr>
                                          <m:t>h</m:t>
                                        </m:r>
                                      </m:den>
                                    </m:f>
                                  </m:e>
                                </m:func>
                              </m:oMath>
                            </m:oMathPara>
                          </a14:m>
                          <a:endParaRPr lang="ko-KR" altLang="en-US" sz="1400" dirty="0"/>
                        </a:p>
                      </a:txBody>
                      <a:tcPr/>
                    </a:tc>
                    <a:extLst>
                      <a:ext uri="{0D108BD9-81ED-4DB2-BD59-A6C34878D82A}">
                        <a16:rowId xmlns:a16="http://schemas.microsoft.com/office/drawing/2014/main" val="2571924127"/>
                      </a:ext>
                    </a:extLst>
                  </a:tr>
                  <a:tr h="549223">
                    <a:tc>
                      <a:txBody>
                        <a:bodyPr/>
                        <a:lstStyle/>
                        <a:p>
                          <a:pPr algn="l" latinLnBrk="1"/>
                          <a:endParaRPr lang="ko-KR" altLang="en-US" sz="1400" i="1" dirty="0"/>
                        </a:p>
                      </a:txBody>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tc>
                    <a:extLst>
                      <a:ext uri="{0D108BD9-81ED-4DB2-BD59-A6C34878D82A}">
                        <a16:rowId xmlns:a16="http://schemas.microsoft.com/office/drawing/2014/main" val="2333410646"/>
                      </a:ext>
                    </a:extLst>
                  </a:tr>
                </a:tbl>
              </a:graphicData>
            </a:graphic>
          </p:graphicFrame>
        </mc:Choice>
        <mc:Fallback xmlns="">
          <p:graphicFrame>
            <p:nvGraphicFramePr>
              <p:cNvPr id="10" name="표 9"/>
              <p:cNvGraphicFramePr>
                <a:graphicFrameLocks noGrp="1"/>
              </p:cNvGraphicFramePr>
              <p:nvPr>
                <p:extLst>
                  <p:ext uri="{D42A27DB-BD31-4B8C-83A1-F6EECF244321}">
                    <p14:modId xmlns:p14="http://schemas.microsoft.com/office/powerpoint/2010/main" val="2138281469"/>
                  </p:ext>
                </p:extLst>
              </p:nvPr>
            </p:nvGraphicFramePr>
            <p:xfrm>
              <a:off x="930342" y="2531450"/>
              <a:ext cx="6019098" cy="3541915"/>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41513">
                    <a:tc>
                      <a:txBody>
                        <a:bodyPr/>
                        <a:lstStyle/>
                        <a:p>
                          <a:endParaRPr lang="ko-KR"/>
                        </a:p>
                      </a:txBody>
                      <a:tcPr>
                        <a:blipFill>
                          <a:blip r:embed="rId3"/>
                          <a:stretch>
                            <a:fillRect b="-454286"/>
                          </a:stretch>
                        </a:blipFill>
                      </a:tcPr>
                    </a:tc>
                    <a:extLst>
                      <a:ext uri="{0D108BD9-81ED-4DB2-BD59-A6C34878D82A}">
                        <a16:rowId xmlns:a16="http://schemas.microsoft.com/office/drawing/2014/main" val="1349850590"/>
                      </a:ext>
                    </a:extLst>
                  </a:tr>
                  <a:tr h="641513">
                    <a:tc>
                      <a:txBody>
                        <a:bodyPr/>
                        <a:lstStyle/>
                        <a:p>
                          <a:endParaRPr lang="ko-KR"/>
                        </a:p>
                      </a:txBody>
                      <a:tcPr>
                        <a:blipFill>
                          <a:blip r:embed="rId3"/>
                          <a:stretch>
                            <a:fillRect t="-99057" b="-350000"/>
                          </a:stretch>
                        </a:blipFill>
                      </a:tcPr>
                    </a:tc>
                    <a:extLst>
                      <a:ext uri="{0D108BD9-81ED-4DB2-BD59-A6C34878D82A}">
                        <a16:rowId xmlns:a16="http://schemas.microsoft.com/office/drawing/2014/main" val="450883624"/>
                      </a:ext>
                    </a:extLst>
                  </a:tr>
                  <a:tr h="611220">
                    <a:tc>
                      <a:txBody>
                        <a:bodyPr/>
                        <a:lstStyle/>
                        <a:p>
                          <a:endParaRPr lang="ko-KR"/>
                        </a:p>
                      </a:txBody>
                      <a:tcPr anchor="ctr">
                        <a:blipFill>
                          <a:blip r:embed="rId3"/>
                          <a:stretch>
                            <a:fillRect t="-211000" b="-271000"/>
                          </a:stretch>
                        </a:blipFill>
                      </a:tcPr>
                    </a:tc>
                    <a:extLst>
                      <a:ext uri="{0D108BD9-81ED-4DB2-BD59-A6C34878D82A}">
                        <a16:rowId xmlns:a16="http://schemas.microsoft.com/office/drawing/2014/main" val="549591821"/>
                      </a:ext>
                    </a:extLst>
                  </a:tr>
                  <a:tr h="549223">
                    <a:tc>
                      <a:txBody>
                        <a:bodyPr/>
                        <a:lstStyle/>
                        <a:p>
                          <a:endParaRPr lang="ko-KR"/>
                        </a:p>
                      </a:txBody>
                      <a:tcPr>
                        <a:blipFill>
                          <a:blip r:embed="rId3"/>
                          <a:stretch>
                            <a:fillRect t="-341758" b="-197802"/>
                          </a:stretch>
                        </a:blipFill>
                      </a:tcPr>
                    </a:tc>
                    <a:extLst>
                      <a:ext uri="{0D108BD9-81ED-4DB2-BD59-A6C34878D82A}">
                        <a16:rowId xmlns:a16="http://schemas.microsoft.com/office/drawing/2014/main" val="2571924127"/>
                      </a:ext>
                    </a:extLst>
                  </a:tr>
                  <a:tr h="549223">
                    <a:tc>
                      <a:txBody>
                        <a:bodyPr/>
                        <a:lstStyle/>
                        <a:p>
                          <a:pPr algn="l" latinLnBrk="1"/>
                          <a:endParaRPr lang="ko-KR" altLang="en-US" sz="1400" i="1" dirty="0"/>
                        </a:p>
                      </a:txBody>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tc>
                    <a:extLst>
                      <a:ext uri="{0D108BD9-81ED-4DB2-BD59-A6C34878D82A}">
                        <a16:rowId xmlns:a16="http://schemas.microsoft.com/office/drawing/2014/main" val="2333410646"/>
                      </a:ext>
                    </a:extLst>
                  </a:tr>
                </a:tbl>
              </a:graphicData>
            </a:graphic>
          </p:graphicFrame>
        </mc:Fallback>
      </mc:AlternateContent>
      <mc:AlternateContent xmlns:mc="http://schemas.openxmlformats.org/markup-compatibility/2006" xmlns:a14="http://schemas.microsoft.com/office/drawing/2010/main">
        <mc:Choice Requires="a14">
          <p:sp>
            <p:nvSpPr>
              <p:cNvPr id="12" name="TextBox 11"/>
              <p:cNvSpPr txBox="1"/>
              <p:nvPr/>
            </p:nvSpPr>
            <p:spPr>
              <a:xfrm>
                <a:off x="918755" y="1454128"/>
                <a:ext cx="6587701" cy="307777"/>
              </a:xfrm>
              <a:prstGeom prst="rect">
                <a:avLst/>
              </a:prstGeom>
              <a:noFill/>
            </p:spPr>
            <p:txBody>
              <a:bodyPr wrap="none" lIns="0" tIns="0" rIns="0" bIns="0" rtlCol="0">
                <a:spAutoFit/>
              </a:bodyPr>
              <a:lstStyle/>
              <a:p>
                <a:r>
                  <a:rPr lang="ko-KR" altLang="en-US" sz="2000" dirty="0"/>
                  <a:t>⑦</a:t>
                </a:r>
                <a14:m>
                  <m:oMath xmlns:m="http://schemas.openxmlformats.org/officeDocument/2006/math">
                    <m:sSup>
                      <m:sSupPr>
                        <m:ctrlPr>
                          <a:rPr lang="en-US" altLang="ko-KR" sz="2000" i="1">
                            <a:latin typeface="Cambria Math" panose="02040503050406030204" pitchFamily="18" charset="0"/>
                          </a:rPr>
                        </m:ctrlPr>
                      </m:sSupPr>
                      <m:e>
                        <m:r>
                          <a:rPr lang="en-US" altLang="ko-KR" sz="2000" b="0" i="1" smtClean="0">
                            <a:latin typeface="Cambria Math" panose="02040503050406030204" pitchFamily="18" charset="0"/>
                          </a:rPr>
                          <m:t>𝐹</m:t>
                        </m:r>
                      </m:e>
                      <m:sup>
                        <m:r>
                          <a:rPr lang="en-US" altLang="ko-KR" sz="2000" i="1">
                            <a:latin typeface="Cambria Math" panose="02040503050406030204" pitchFamily="18" charset="0"/>
                          </a:rPr>
                          <m:t>′</m:t>
                        </m:r>
                      </m:sup>
                    </m:sSup>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r>
                      <a:rPr lang="en-US" altLang="ko-KR" sz="2000" i="1" smtClean="0">
                        <a:latin typeface="Cambria Math" panose="02040503050406030204" pitchFamily="18" charset="0"/>
                      </a:rPr>
                      <m:t>𝑓</m:t>
                    </m:r>
                    <m:d>
                      <m:dPr>
                        <m:ctrlPr>
                          <a:rPr lang="en-US" altLang="ko-KR" sz="2000" b="0" i="1" smtClean="0">
                            <a:latin typeface="Cambria Math" panose="02040503050406030204" pitchFamily="18" charset="0"/>
                          </a:rPr>
                        </m:ctrlPr>
                      </m:dPr>
                      <m:e>
                        <m:r>
                          <a:rPr lang="en-US" altLang="ko-KR" sz="2000" b="0" i="1" smtClean="0">
                            <a:latin typeface="Cambria Math" panose="02040503050406030204" pitchFamily="18" charset="0"/>
                          </a:rPr>
                          <m:t>𝑥</m:t>
                        </m:r>
                      </m:e>
                    </m:d>
                    <m:sSup>
                      <m:sSupPr>
                        <m:ctrlPr>
                          <a:rPr lang="en-US" altLang="ko-KR" sz="2000" b="0" i="1" smtClean="0">
                            <a:latin typeface="Cambria Math" panose="02040503050406030204" pitchFamily="18" charset="0"/>
                          </a:rPr>
                        </m:ctrlPr>
                      </m:sSupPr>
                      <m:e>
                        <m:r>
                          <a:rPr lang="en-US" altLang="ko-KR" sz="2000" b="0" i="1" smtClean="0">
                            <a:latin typeface="Cambria Math" panose="02040503050406030204" pitchFamily="18" charset="0"/>
                          </a:rPr>
                          <m:t>𝑔</m:t>
                        </m:r>
                      </m:e>
                      <m:sup>
                        <m:r>
                          <a:rPr lang="en-US" altLang="ko-KR" sz="2000" b="0" i="1" smtClean="0">
                            <a:latin typeface="Cambria Math" panose="02040503050406030204" pitchFamily="18" charset="0"/>
                          </a:rPr>
                          <m:t>′</m:t>
                        </m:r>
                      </m:sup>
                    </m:sSup>
                    <m:d>
                      <m:dPr>
                        <m:ctrlPr>
                          <a:rPr lang="en-US" altLang="ko-KR" sz="2000" b="0" i="1" smtClean="0">
                            <a:latin typeface="Cambria Math" panose="02040503050406030204" pitchFamily="18" charset="0"/>
                          </a:rPr>
                        </m:ctrlPr>
                      </m:dPr>
                      <m:e>
                        <m:r>
                          <a:rPr lang="en-US" altLang="ko-KR" sz="2000" b="0" i="1" smtClean="0">
                            <a:latin typeface="Cambria Math" panose="02040503050406030204" pitchFamily="18" charset="0"/>
                          </a:rPr>
                          <m:t>𝑥</m:t>
                        </m:r>
                      </m:e>
                    </m:d>
                    <m:r>
                      <a:rPr lang="en-US" altLang="ko-KR" sz="2000" b="0" i="1" smtClean="0">
                        <a:latin typeface="Cambria Math" panose="02040503050406030204" pitchFamily="18" charset="0"/>
                      </a:rPr>
                      <m:t>+</m:t>
                    </m:r>
                    <m:sSup>
                      <m:sSupPr>
                        <m:ctrlPr>
                          <a:rPr lang="en-US" altLang="ko-KR" sz="2000" i="1">
                            <a:latin typeface="Cambria Math" panose="02040503050406030204" pitchFamily="18" charset="0"/>
                          </a:rPr>
                        </m:ctrlPr>
                      </m:sSupPr>
                      <m:e>
                        <m:r>
                          <a:rPr lang="en-US" altLang="ko-KR" sz="2000" b="0" i="1" smtClean="0">
                            <a:latin typeface="Cambria Math" panose="02040503050406030204" pitchFamily="18" charset="0"/>
                          </a:rPr>
                          <m:t>𝑓</m:t>
                        </m:r>
                      </m:e>
                      <m:sup>
                        <m:r>
                          <a:rPr lang="en-US" altLang="ko-KR" sz="2000" i="1">
                            <a:latin typeface="Cambria Math" panose="02040503050406030204" pitchFamily="18" charset="0"/>
                          </a:rPr>
                          <m:t>′</m:t>
                        </m:r>
                      </m:sup>
                    </m:sSup>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b="0" i="1" smtClean="0">
                        <a:latin typeface="Cambria Math" panose="02040503050406030204" pitchFamily="18" charset="0"/>
                      </a:rPr>
                      <m:t>𝑔</m:t>
                    </m:r>
                    <m:d>
                      <m:dPr>
                        <m:ctrlPr>
                          <a:rPr lang="en-US" altLang="ko-KR" sz="2000" b="0" i="1" smtClean="0">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ea typeface="Cambria Math" panose="02040503050406030204" pitchFamily="18" charset="0"/>
                      </a:rPr>
                      <m:t>,  </m:t>
                    </m:r>
                    <m:r>
                      <a:rPr lang="en-US" altLang="ko-KR" sz="2000" i="1">
                        <a:latin typeface="Cambria Math" panose="02040503050406030204" pitchFamily="18" charset="0"/>
                      </a:rPr>
                      <m:t>𝑔𝑖𝑣𝑒𝑛</m:t>
                    </m:r>
                    <m:r>
                      <a:rPr lang="en-US" altLang="ko-KR" sz="2000" i="1">
                        <a:latin typeface="Cambria Math" panose="02040503050406030204" pitchFamily="18" charset="0"/>
                      </a:rPr>
                      <m:t> </m:t>
                    </m:r>
                    <m:r>
                      <a:rPr lang="en-US" altLang="ko-KR" sz="2000" b="0" i="1" smtClean="0">
                        <a:latin typeface="Cambria Math" panose="02040503050406030204" pitchFamily="18" charset="0"/>
                      </a:rPr>
                      <m:t>𝐹</m:t>
                    </m:r>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r>
                      <a:rPr lang="en-US" altLang="ko-KR" sz="2000" i="1" smtClean="0">
                        <a:latin typeface="Cambria Math" panose="02040503050406030204" pitchFamily="18" charset="0"/>
                      </a:rPr>
                      <m:t>𝑓</m:t>
                    </m:r>
                    <m:d>
                      <m:dPr>
                        <m:ctrlPr>
                          <a:rPr lang="en-US" altLang="ko-KR" sz="2000" b="0" i="1" smtClean="0">
                            <a:latin typeface="Cambria Math" panose="02040503050406030204" pitchFamily="18" charset="0"/>
                          </a:rPr>
                        </m:ctrlPr>
                      </m:dPr>
                      <m:e>
                        <m:r>
                          <a:rPr lang="en-US" altLang="ko-KR" sz="2000" b="0" i="1" smtClean="0">
                            <a:latin typeface="Cambria Math" panose="02040503050406030204" pitchFamily="18" charset="0"/>
                          </a:rPr>
                          <m:t>𝑥</m:t>
                        </m:r>
                      </m:e>
                    </m:d>
                    <m:r>
                      <a:rPr lang="en-US" altLang="ko-KR" sz="2000" b="0" i="1" smtClean="0">
                        <a:latin typeface="Cambria Math" panose="02040503050406030204" pitchFamily="18" charset="0"/>
                      </a:rPr>
                      <m:t>𝑔</m:t>
                    </m:r>
                    <m:r>
                      <a:rPr lang="en-US" altLang="ko-KR" sz="2000" b="0" i="1" smtClean="0">
                        <a:latin typeface="Cambria Math" panose="02040503050406030204" pitchFamily="18" charset="0"/>
                      </a:rPr>
                      <m:t>(</m:t>
                    </m:r>
                    <m:r>
                      <a:rPr lang="en-US" altLang="ko-KR" sz="2000" b="0" i="1" smtClean="0">
                        <a:latin typeface="Cambria Math" panose="02040503050406030204" pitchFamily="18" charset="0"/>
                      </a:rPr>
                      <m:t>𝑥</m:t>
                    </m:r>
                    <m:r>
                      <a:rPr lang="en-US" altLang="ko-KR" sz="2000" b="0" i="1" smtClean="0">
                        <a:latin typeface="Cambria Math" panose="02040503050406030204" pitchFamily="18" charset="0"/>
                      </a:rPr>
                      <m:t>)</m:t>
                    </m:r>
                  </m:oMath>
                </a14:m>
                <a:endParaRPr lang="ko-KR" altLang="en-US" sz="2000" i="1" dirty="0"/>
              </a:p>
            </p:txBody>
          </p:sp>
        </mc:Choice>
        <mc:Fallback xmlns="">
          <p:sp>
            <p:nvSpPr>
              <p:cNvPr id="12" name="TextBox 11"/>
              <p:cNvSpPr txBox="1">
                <a:spLocks noRot="1" noChangeAspect="1" noMove="1" noResize="1" noEditPoints="1" noAdjustHandles="1" noChangeArrowheads="1" noChangeShapeType="1" noTextEdit="1"/>
              </p:cNvSpPr>
              <p:nvPr/>
            </p:nvSpPr>
            <p:spPr>
              <a:xfrm>
                <a:off x="918755" y="1454128"/>
                <a:ext cx="6587701" cy="307777"/>
              </a:xfrm>
              <a:prstGeom prst="rect">
                <a:avLst/>
              </a:prstGeom>
              <a:blipFill>
                <a:blip r:embed="rId4"/>
                <a:stretch>
                  <a:fillRect l="-2407" t="-30000" b="-46000"/>
                </a:stretch>
              </a:blipFill>
            </p:spPr>
            <p:txBody>
              <a:bodyPr/>
              <a:lstStyle/>
              <a:p>
                <a:r>
                  <a:rPr lang="ko-KR" altLang="en-US">
                    <a:noFill/>
                  </a:rPr>
                  <a:t> </a:t>
                </a:r>
              </a:p>
            </p:txBody>
          </p:sp>
        </mc:Fallback>
      </mc:AlternateContent>
      <p:sp>
        <p:nvSpPr>
          <p:cNvPr id="14" name="원호 13">
            <a:extLst>
              <a:ext uri="{FF2B5EF4-FFF2-40B4-BE49-F238E27FC236}">
                <a16:creationId xmlns:a16="http://schemas.microsoft.com/office/drawing/2014/main" id="{720BE5F8-FF28-D338-132B-12A968F95379}"/>
              </a:ext>
            </a:extLst>
          </p:cNvPr>
          <p:cNvSpPr/>
          <p:nvPr/>
        </p:nvSpPr>
        <p:spPr>
          <a:xfrm>
            <a:off x="4326784" y="3438200"/>
            <a:ext cx="864341" cy="864207"/>
          </a:xfrm>
          <a:prstGeom prst="arc">
            <a:avLst>
              <a:gd name="adj1" fmla="val 11108524"/>
              <a:gd name="adj2" fmla="val 15586512"/>
            </a:avLst>
          </a:prstGeom>
          <a:ln w="9525">
            <a:solidFill>
              <a:srgbClr val="C00000"/>
            </a:solidFill>
            <a:headEnd type="triangl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mc:AlternateContent xmlns:mc="http://schemas.openxmlformats.org/markup-compatibility/2006" xmlns:a14="http://schemas.microsoft.com/office/drawing/2010/main">
        <mc:Choice Requires="a14">
          <p:sp>
            <p:nvSpPr>
              <p:cNvPr id="3" name="직사각형 2"/>
              <p:cNvSpPr/>
              <p:nvPr/>
            </p:nvSpPr>
            <p:spPr>
              <a:xfrm>
                <a:off x="4241059" y="3170401"/>
                <a:ext cx="2441566" cy="276999"/>
              </a:xfrm>
              <a:prstGeom prst="rect">
                <a:avLst/>
              </a:prstGeom>
            </p:spPr>
            <p:txBody>
              <a:bodyPr wrap="none">
                <a:spAutoFit/>
              </a:bodyPr>
              <a:lstStyle/>
              <a:p>
                <a:r>
                  <a:rPr lang="en-US" altLang="ko-KR" sz="1200" dirty="0">
                    <a:solidFill>
                      <a:schemeClr val="tx1"/>
                    </a:solidFill>
                    <a:latin typeface="Arial Narrow" panose="020B0606020202030204" pitchFamily="34" charset="0"/>
                    <a:cs typeface="Times New Roman" panose="02020603050405020304" pitchFamily="18" charset="0"/>
                  </a:rPr>
                  <a:t>Substituting and adding </a:t>
                </a:r>
                <a14:m>
                  <m:oMath xmlns:m="http://schemas.openxmlformats.org/officeDocument/2006/math">
                    <m:r>
                      <a:rPr lang="en-US" altLang="ko-KR" sz="1200" i="1">
                        <a:solidFill>
                          <a:schemeClr val="tx1"/>
                        </a:solidFill>
                        <a:latin typeface="Cambria Math" panose="02040503050406030204" pitchFamily="18" charset="0"/>
                      </a:rPr>
                      <m:t>𝑓</m:t>
                    </m:r>
                    <m:d>
                      <m:dPr>
                        <m:ctrlPr>
                          <a:rPr lang="en-US" altLang="ko-KR" sz="1200" i="1">
                            <a:solidFill>
                              <a:schemeClr val="tx1"/>
                            </a:solidFill>
                            <a:latin typeface="Cambria Math" panose="02040503050406030204" pitchFamily="18" charset="0"/>
                          </a:rPr>
                        </m:ctrlPr>
                      </m:dPr>
                      <m:e>
                        <m:r>
                          <a:rPr lang="en-US" altLang="ko-KR" sz="1200" i="1">
                            <a:solidFill>
                              <a:schemeClr val="tx1"/>
                            </a:solidFill>
                            <a:latin typeface="Cambria Math" panose="02040503050406030204" pitchFamily="18" charset="0"/>
                          </a:rPr>
                          <m:t>𝑥</m:t>
                        </m:r>
                      </m:e>
                    </m:d>
                    <m:r>
                      <a:rPr lang="en-US" altLang="ko-KR" sz="1200" i="1">
                        <a:solidFill>
                          <a:schemeClr val="tx1"/>
                        </a:solidFill>
                        <a:latin typeface="Cambria Math" panose="02040503050406030204" pitchFamily="18" charset="0"/>
                      </a:rPr>
                      <m:t>𝑔</m:t>
                    </m:r>
                    <m:d>
                      <m:dPr>
                        <m:ctrlPr>
                          <a:rPr lang="en-US" altLang="ko-KR" sz="1200" i="1">
                            <a:solidFill>
                              <a:schemeClr val="tx1"/>
                            </a:solidFill>
                            <a:latin typeface="Cambria Math" panose="02040503050406030204" pitchFamily="18" charset="0"/>
                          </a:rPr>
                        </m:ctrlPr>
                      </m:dPr>
                      <m:e>
                        <m:r>
                          <a:rPr lang="en-US" altLang="ko-KR" sz="1200" i="1">
                            <a:solidFill>
                              <a:schemeClr val="tx1"/>
                            </a:solidFill>
                            <a:latin typeface="Cambria Math" panose="02040503050406030204" pitchFamily="18" charset="0"/>
                          </a:rPr>
                          <m:t>𝑥</m:t>
                        </m:r>
                        <m:r>
                          <a:rPr lang="en-US" altLang="ko-KR" sz="1200" i="1">
                            <a:solidFill>
                              <a:schemeClr val="tx1"/>
                            </a:solidFill>
                            <a:latin typeface="Cambria Math" panose="02040503050406030204" pitchFamily="18" charset="0"/>
                          </a:rPr>
                          <m:t>+</m:t>
                        </m:r>
                        <m:r>
                          <a:rPr lang="en-US" altLang="ko-KR" sz="1200" i="1">
                            <a:solidFill>
                              <a:schemeClr val="tx1"/>
                            </a:solidFill>
                            <a:latin typeface="Cambria Math" panose="02040503050406030204" pitchFamily="18" charset="0"/>
                          </a:rPr>
                          <m:t>h</m:t>
                        </m:r>
                      </m:e>
                    </m:d>
                  </m:oMath>
                </a14:m>
                <a:r>
                  <a:rPr lang="en-US" altLang="ko-KR" sz="1200" dirty="0">
                    <a:solidFill>
                      <a:schemeClr val="tx1"/>
                    </a:solidFill>
                    <a:latin typeface="Arial Narrow" panose="020B0606020202030204" pitchFamily="34" charset="0"/>
                    <a:cs typeface="Times New Roman" panose="02020603050405020304" pitchFamily="18" charset="0"/>
                  </a:rPr>
                  <a:t> </a:t>
                </a:r>
                <a:endParaRPr lang="ko-KR" altLang="en-US" sz="1200" dirty="0">
                  <a:solidFill>
                    <a:schemeClr val="tx1"/>
                  </a:solidFill>
                </a:endParaRPr>
              </a:p>
            </p:txBody>
          </p:sp>
        </mc:Choice>
        <mc:Fallback xmlns="">
          <p:sp>
            <p:nvSpPr>
              <p:cNvPr id="3" name="직사각형 2"/>
              <p:cNvSpPr>
                <a:spLocks noRot="1" noChangeAspect="1" noMove="1" noResize="1" noEditPoints="1" noAdjustHandles="1" noChangeArrowheads="1" noChangeShapeType="1" noTextEdit="1"/>
              </p:cNvSpPr>
              <p:nvPr/>
            </p:nvSpPr>
            <p:spPr>
              <a:xfrm>
                <a:off x="4241059" y="3170401"/>
                <a:ext cx="2441566" cy="276999"/>
              </a:xfrm>
              <a:prstGeom prst="rect">
                <a:avLst/>
              </a:prstGeom>
              <a:blipFill>
                <a:blip r:embed="rId5"/>
                <a:stretch>
                  <a:fillRect l="-250" t="-2174" b="-13043"/>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73251654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mc:AlternateContent xmlns:mc="http://schemas.openxmlformats.org/markup-compatibility/2006" xmlns:a14="http://schemas.microsoft.com/office/drawing/2010/main">
        <mc:Choice Requires="a14">
          <p:graphicFrame>
            <p:nvGraphicFramePr>
              <p:cNvPr id="10" name="표 9"/>
              <p:cNvGraphicFramePr>
                <a:graphicFrameLocks noGrp="1"/>
              </p:cNvGraphicFramePr>
              <p:nvPr/>
            </p:nvGraphicFramePr>
            <p:xfrm>
              <a:off x="930342" y="2531450"/>
              <a:ext cx="6019098" cy="3635185"/>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41513">
                    <a:tc>
                      <a:txBody>
                        <a:bodyPr/>
                        <a:lstStyle/>
                        <a:p>
                          <a:pPr algn="l" latinLnBrk="1"/>
                          <a14:m>
                            <m:oMathPara xmlns:m="http://schemas.openxmlformats.org/officeDocument/2006/math">
                              <m:oMathParaPr>
                                <m:jc m:val="left"/>
                              </m:oMathParaPr>
                              <m:oMath xmlns:m="http://schemas.openxmlformats.org/officeDocument/2006/math">
                                <m:sSup>
                                  <m:sSupPr>
                                    <m:ctrlPr>
                                      <a:rPr lang="en-US" altLang="ko-KR" sz="1400" i="1" smtClean="0">
                                        <a:latin typeface="Cambria Math" panose="02040503050406030204" pitchFamily="18" charset="0"/>
                                      </a:rPr>
                                    </m:ctrlPr>
                                  </m:sSupPr>
                                  <m:e>
                                    <m:r>
                                      <a:rPr lang="en-US" altLang="ko-KR" sz="1400" b="0" i="1" smtClean="0">
                                        <a:latin typeface="Cambria Math" panose="02040503050406030204" pitchFamily="18" charset="0"/>
                                      </a:rPr>
                                      <m:t>𝐹</m:t>
                                    </m:r>
                                  </m:e>
                                  <m:sup>
                                    <m:r>
                                      <a:rPr lang="en-US" altLang="ko-KR" sz="1400" i="1">
                                        <a:latin typeface="Cambria Math" panose="02040503050406030204" pitchFamily="18" charset="0"/>
                                      </a:rPr>
                                      <m:t>′</m:t>
                                    </m:r>
                                  </m:sup>
                                </m:sSup>
                                <m:d>
                                  <m:dPr>
                                    <m:ctrlPr>
                                      <a:rPr lang="en-US" altLang="ko-KR" sz="1400" i="1">
                                        <a:latin typeface="Cambria Math" panose="02040503050406030204" pitchFamily="18" charset="0"/>
                                      </a:rPr>
                                    </m:ctrlPr>
                                  </m:dPr>
                                  <m:e>
                                    <m:r>
                                      <a:rPr lang="en-US" altLang="ko-KR" sz="1400" i="1">
                                        <a:latin typeface="Cambria Math" panose="02040503050406030204" pitchFamily="18" charset="0"/>
                                      </a:rPr>
                                      <m:t>𝑥</m:t>
                                    </m:r>
                                  </m:e>
                                </m:d>
                                <m:r>
                                  <a:rPr lang="en-US" altLang="ko-KR" sz="1400" smtClean="0">
                                    <a:latin typeface="Cambria Math" panose="02040503050406030204" pitchFamily="18" charset="0"/>
                                  </a:rPr>
                                  <m:t>=</m:t>
                                </m:r>
                                <m:func>
                                  <m:funcPr>
                                    <m:ctrlPr>
                                      <a:rPr lang="en-US" altLang="ko-KR" sz="1400" i="1" smtClean="0">
                                        <a:latin typeface="Cambria Math" panose="02040503050406030204" pitchFamily="18" charset="0"/>
                                      </a:rPr>
                                    </m:ctrlPr>
                                  </m:funcPr>
                                  <m:fName>
                                    <m:limLow>
                                      <m:limLowPr>
                                        <m:ctrlPr>
                                          <a:rPr lang="en-US" altLang="ko-KR" sz="1400" i="1" smtClean="0">
                                            <a:latin typeface="Cambria Math" panose="02040503050406030204" pitchFamily="18" charset="0"/>
                                          </a:rPr>
                                        </m:ctrlPr>
                                      </m:limLowPr>
                                      <m:e>
                                        <m:r>
                                          <a:rPr lang="en-US" altLang="ko-KR" sz="1400" smtClean="0">
                                            <a:latin typeface="Cambria Math" panose="02040503050406030204" pitchFamily="18" charset="0"/>
                                          </a:rPr>
                                          <m:t>𝑙𝑖𝑚</m:t>
                                        </m:r>
                                      </m:e>
                                      <m:lim>
                                        <m:r>
                                          <a:rPr lang="en-US" altLang="ko-KR" sz="1400" smtClean="0">
                                            <a:latin typeface="Cambria Math" panose="02040503050406030204" pitchFamily="18" charset="0"/>
                                          </a:rPr>
                                          <m:t>h</m:t>
                                        </m:r>
                                        <m:r>
                                          <a:rPr lang="en-US" altLang="ko-KR" sz="1400" smtClean="0">
                                            <a:latin typeface="Cambria Math" panose="02040503050406030204" pitchFamily="18" charset="0"/>
                                          </a:rPr>
                                          <m:t>→0</m:t>
                                        </m:r>
                                      </m:lim>
                                    </m:limLow>
                                  </m:fName>
                                  <m:e>
                                    <m:f>
                                      <m:fPr>
                                        <m:ctrlPr>
                                          <a:rPr lang="en-US" altLang="ko-KR" sz="1400" i="1" smtClean="0">
                                            <a:latin typeface="Cambria Math" panose="02040503050406030204" pitchFamily="18" charset="0"/>
                                          </a:rPr>
                                        </m:ctrlPr>
                                      </m:fPr>
                                      <m:num>
                                        <m:r>
                                          <a:rPr lang="en-US" altLang="ko-KR" sz="1400" b="0" i="1" smtClean="0">
                                            <a:latin typeface="Cambria Math" panose="02040503050406030204" pitchFamily="18" charset="0"/>
                                          </a:rPr>
                                          <m:t>𝐹</m:t>
                                        </m:r>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h</m:t>
                                            </m:r>
                                          </m:e>
                                        </m:d>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𝐹</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𝑥</m:t>
                                        </m:r>
                                        <m:r>
                                          <a:rPr lang="en-US" altLang="ko-KR" sz="1400" b="0" i="1" smtClean="0">
                                            <a:latin typeface="Cambria Math" panose="02040503050406030204" pitchFamily="18" charset="0"/>
                                          </a:rPr>
                                          <m:t>)</m:t>
                                        </m:r>
                                      </m:num>
                                      <m:den>
                                        <m:r>
                                          <a:rPr lang="en-US" altLang="ko-KR" sz="1400" b="0" i="1" smtClean="0">
                                            <a:latin typeface="Cambria Math" panose="02040503050406030204" pitchFamily="18" charset="0"/>
                                          </a:rPr>
                                          <m:t>h</m:t>
                                        </m:r>
                                      </m:den>
                                    </m:f>
                                  </m:e>
                                </m:func>
                              </m:oMath>
                            </m:oMathPara>
                          </a14:m>
                          <a:endParaRPr lang="ko-KR" altLang="en-US" sz="1400" i="1" dirty="0"/>
                        </a:p>
                      </a:txBody>
                      <a:tcPr/>
                    </a:tc>
                    <a:extLst>
                      <a:ext uri="{0D108BD9-81ED-4DB2-BD59-A6C34878D82A}">
                        <a16:rowId xmlns:a16="http://schemas.microsoft.com/office/drawing/2014/main" val="1349850590"/>
                      </a:ext>
                    </a:extLst>
                  </a:tr>
                  <a:tr h="64151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altLang="ko-KR" sz="1400" smtClean="0">
                                    <a:latin typeface="Cambria Math" panose="02040503050406030204" pitchFamily="18" charset="0"/>
                                  </a:rPr>
                                  <m:t>=</m:t>
                                </m:r>
                                <m:func>
                                  <m:funcPr>
                                    <m:ctrlPr>
                                      <a:rPr lang="en-US" altLang="ko-KR" sz="1400" i="1" smtClean="0">
                                        <a:latin typeface="Cambria Math" panose="02040503050406030204" pitchFamily="18" charset="0"/>
                                      </a:rPr>
                                    </m:ctrlPr>
                                  </m:funcPr>
                                  <m:fName>
                                    <m:limLow>
                                      <m:limLowPr>
                                        <m:ctrlPr>
                                          <a:rPr lang="en-US" altLang="ko-KR" sz="1400" i="1" smtClean="0">
                                            <a:latin typeface="Cambria Math" panose="02040503050406030204" pitchFamily="18" charset="0"/>
                                          </a:rPr>
                                        </m:ctrlPr>
                                      </m:limLowPr>
                                      <m:e>
                                        <m:r>
                                          <a:rPr lang="en-US" altLang="ko-KR" sz="1400" smtClean="0">
                                            <a:latin typeface="Cambria Math" panose="02040503050406030204" pitchFamily="18" charset="0"/>
                                          </a:rPr>
                                          <m:t>𝑙𝑖𝑚</m:t>
                                        </m:r>
                                      </m:e>
                                      <m:lim>
                                        <m:r>
                                          <a:rPr lang="en-US" altLang="ko-KR" sz="1400" smtClean="0">
                                            <a:latin typeface="Cambria Math" panose="02040503050406030204" pitchFamily="18" charset="0"/>
                                          </a:rPr>
                                          <m:t>h</m:t>
                                        </m:r>
                                        <m:r>
                                          <a:rPr lang="en-US" altLang="ko-KR" sz="1400" smtClean="0">
                                            <a:latin typeface="Cambria Math" panose="02040503050406030204" pitchFamily="18" charset="0"/>
                                          </a:rPr>
                                          <m:t>→0</m:t>
                                        </m:r>
                                      </m:lim>
                                    </m:limLow>
                                  </m:fName>
                                  <m:e>
                                    <m:f>
                                      <m:fPr>
                                        <m:ctrlPr>
                                          <a:rPr lang="en-US" altLang="ko-KR" sz="1400" i="1" smtClean="0">
                                            <a:latin typeface="Cambria Math" panose="02040503050406030204" pitchFamily="18" charset="0"/>
                                          </a:rPr>
                                        </m:ctrlPr>
                                      </m:fPr>
                                      <m:num>
                                        <m:r>
                                          <a:rPr lang="en-US" altLang="ko-KR" sz="1400" b="0" i="1" smtClean="0">
                                            <a:latin typeface="Cambria Math" panose="02040503050406030204" pitchFamily="18" charset="0"/>
                                          </a:rPr>
                                          <m:t>𝑓</m:t>
                                        </m:r>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h</m:t>
                                            </m:r>
                                          </m:e>
                                        </m:d>
                                        <m:r>
                                          <a:rPr lang="en-US" altLang="ko-KR" sz="1400" b="0" i="1" smtClean="0">
                                            <a:latin typeface="Cambria Math" panose="02040503050406030204" pitchFamily="18" charset="0"/>
                                          </a:rPr>
                                          <m:t>𝑔</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𝑥</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h</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𝑓</m:t>
                                        </m:r>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r>
                                          <a:rPr lang="en-US" altLang="ko-KR" sz="1400" b="0" i="1" smtClean="0">
                                            <a:latin typeface="Cambria Math" panose="02040503050406030204" pitchFamily="18" charset="0"/>
                                          </a:rPr>
                                          <m:t>𝑔</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𝑥</m:t>
                                        </m:r>
                                        <m:r>
                                          <a:rPr lang="en-US" altLang="ko-KR" sz="1400" b="0" i="1" smtClean="0">
                                            <a:latin typeface="Cambria Math" panose="02040503050406030204" pitchFamily="18" charset="0"/>
                                          </a:rPr>
                                          <m:t>)</m:t>
                                        </m:r>
                                      </m:num>
                                      <m:den>
                                        <m:r>
                                          <a:rPr lang="en-US" altLang="ko-KR" sz="1400" b="0" i="1" smtClean="0">
                                            <a:latin typeface="Cambria Math" panose="02040503050406030204" pitchFamily="18" charset="0"/>
                                          </a:rPr>
                                          <m:t>h</m:t>
                                        </m:r>
                                      </m:den>
                                    </m:f>
                                  </m:e>
                                </m:func>
                              </m:oMath>
                            </m:oMathPara>
                          </a14:m>
                          <a:endParaRPr lang="ko-KR" altLang="en-US" sz="1400" dirty="0"/>
                        </a:p>
                      </a:txBody>
                      <a:tcPr/>
                    </a:tc>
                    <a:extLst>
                      <a:ext uri="{0D108BD9-81ED-4DB2-BD59-A6C34878D82A}">
                        <a16:rowId xmlns:a16="http://schemas.microsoft.com/office/drawing/2014/main" val="450883624"/>
                      </a:ext>
                    </a:extLst>
                  </a:tr>
                  <a:tr h="6112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altLang="ko-KR" sz="1400" smtClean="0">
                                    <a:latin typeface="Cambria Math" panose="02040503050406030204" pitchFamily="18" charset="0"/>
                                  </a:rPr>
                                  <m:t>=</m:t>
                                </m:r>
                                <m:func>
                                  <m:funcPr>
                                    <m:ctrlPr>
                                      <a:rPr lang="en-US" altLang="ko-KR" sz="1400" i="1" smtClean="0">
                                        <a:latin typeface="Cambria Math" panose="02040503050406030204" pitchFamily="18" charset="0"/>
                                      </a:rPr>
                                    </m:ctrlPr>
                                  </m:funcPr>
                                  <m:fName>
                                    <m:limLow>
                                      <m:limLowPr>
                                        <m:ctrlPr>
                                          <a:rPr lang="en-US" altLang="ko-KR" sz="1400" i="1" smtClean="0">
                                            <a:latin typeface="Cambria Math" panose="02040503050406030204" pitchFamily="18" charset="0"/>
                                          </a:rPr>
                                        </m:ctrlPr>
                                      </m:limLowPr>
                                      <m:e>
                                        <m:r>
                                          <a:rPr lang="en-US" altLang="ko-KR" sz="1400" smtClean="0">
                                            <a:latin typeface="Cambria Math" panose="02040503050406030204" pitchFamily="18" charset="0"/>
                                          </a:rPr>
                                          <m:t>𝑙𝑖𝑚</m:t>
                                        </m:r>
                                      </m:e>
                                      <m:lim>
                                        <m:r>
                                          <a:rPr lang="en-US" altLang="ko-KR" sz="1400" smtClean="0">
                                            <a:latin typeface="Cambria Math" panose="02040503050406030204" pitchFamily="18" charset="0"/>
                                          </a:rPr>
                                          <m:t>h</m:t>
                                        </m:r>
                                        <m:r>
                                          <a:rPr lang="en-US" altLang="ko-KR" sz="1400" smtClean="0">
                                            <a:latin typeface="Cambria Math" panose="02040503050406030204" pitchFamily="18" charset="0"/>
                                          </a:rPr>
                                          <m:t>→0</m:t>
                                        </m:r>
                                      </m:lim>
                                    </m:limLow>
                                  </m:fName>
                                  <m:e>
                                    <m:f>
                                      <m:fPr>
                                        <m:ctrlPr>
                                          <a:rPr lang="en-US" altLang="ko-KR" sz="1400" i="1" smtClean="0">
                                            <a:latin typeface="Cambria Math" panose="02040503050406030204" pitchFamily="18" charset="0"/>
                                          </a:rPr>
                                        </m:ctrlPr>
                                      </m:fPr>
                                      <m:num>
                                        <m:r>
                                          <a:rPr lang="en-US" altLang="ko-KR" sz="1400" b="0" i="1" smtClean="0">
                                            <a:latin typeface="Cambria Math" panose="02040503050406030204" pitchFamily="18" charset="0"/>
                                          </a:rPr>
                                          <m:t>𝑓</m:t>
                                        </m:r>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h</m:t>
                                            </m:r>
                                          </m:e>
                                        </m:d>
                                        <m:r>
                                          <a:rPr lang="en-US" altLang="ko-KR" sz="1400" b="0" i="1" smtClean="0">
                                            <a:latin typeface="Cambria Math" panose="02040503050406030204" pitchFamily="18" charset="0"/>
                                          </a:rPr>
                                          <m:t>𝑔</m:t>
                                        </m:r>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h</m:t>
                                            </m:r>
                                          </m:e>
                                        </m:d>
                                        <m:r>
                                          <a:rPr lang="en-US" altLang="ko-KR" sz="1400" b="0" i="1" smtClean="0">
                                            <a:solidFill>
                                              <a:srgbClr val="C00000"/>
                                            </a:solidFill>
                                            <a:latin typeface="Cambria Math" panose="02040503050406030204" pitchFamily="18" charset="0"/>
                                          </a:rPr>
                                          <m:t>−</m:t>
                                        </m:r>
                                        <m:r>
                                          <a:rPr lang="en-US" altLang="ko-KR" sz="1400" b="0" i="1" smtClean="0">
                                            <a:solidFill>
                                              <a:srgbClr val="C00000"/>
                                            </a:solidFill>
                                            <a:latin typeface="Cambria Math" panose="02040503050406030204" pitchFamily="18" charset="0"/>
                                          </a:rPr>
                                          <m:t>𝑓</m:t>
                                        </m:r>
                                        <m:d>
                                          <m:dPr>
                                            <m:ctrlPr>
                                              <a:rPr lang="en-US" altLang="ko-KR" sz="1400" b="0" i="1" smtClean="0">
                                                <a:solidFill>
                                                  <a:srgbClr val="C00000"/>
                                                </a:solidFill>
                                                <a:latin typeface="Cambria Math" panose="02040503050406030204" pitchFamily="18" charset="0"/>
                                              </a:rPr>
                                            </m:ctrlPr>
                                          </m:dPr>
                                          <m:e>
                                            <m:r>
                                              <a:rPr lang="en-US" altLang="ko-KR" sz="1400" b="0" i="1" smtClean="0">
                                                <a:solidFill>
                                                  <a:srgbClr val="C00000"/>
                                                </a:solidFill>
                                                <a:latin typeface="Cambria Math" panose="02040503050406030204" pitchFamily="18" charset="0"/>
                                              </a:rPr>
                                              <m:t>𝑥</m:t>
                                            </m:r>
                                          </m:e>
                                        </m:d>
                                        <m:r>
                                          <a:rPr lang="en-US" altLang="ko-KR" sz="1400" b="0" i="1" smtClean="0">
                                            <a:solidFill>
                                              <a:srgbClr val="C00000"/>
                                            </a:solidFill>
                                            <a:latin typeface="Cambria Math" panose="02040503050406030204" pitchFamily="18" charset="0"/>
                                          </a:rPr>
                                          <m:t>𝑔</m:t>
                                        </m:r>
                                        <m:d>
                                          <m:dPr>
                                            <m:ctrlPr>
                                              <a:rPr lang="en-US" altLang="ko-KR" sz="1400" b="0" i="1" smtClean="0">
                                                <a:solidFill>
                                                  <a:srgbClr val="C00000"/>
                                                </a:solidFill>
                                                <a:latin typeface="Cambria Math" panose="02040503050406030204" pitchFamily="18" charset="0"/>
                                              </a:rPr>
                                            </m:ctrlPr>
                                          </m:dPr>
                                          <m:e>
                                            <m:r>
                                              <a:rPr lang="en-US" altLang="ko-KR" sz="1400" b="0" i="1" smtClean="0">
                                                <a:solidFill>
                                                  <a:srgbClr val="C00000"/>
                                                </a:solidFill>
                                                <a:latin typeface="Cambria Math" panose="02040503050406030204" pitchFamily="18" charset="0"/>
                                              </a:rPr>
                                              <m:t>𝑥</m:t>
                                            </m:r>
                                            <m:r>
                                              <a:rPr lang="en-US" altLang="ko-KR" sz="1400" b="0" i="1" smtClean="0">
                                                <a:solidFill>
                                                  <a:srgbClr val="C00000"/>
                                                </a:solidFill>
                                                <a:latin typeface="Cambria Math" panose="02040503050406030204" pitchFamily="18" charset="0"/>
                                              </a:rPr>
                                              <m:t>+</m:t>
                                            </m:r>
                                            <m:r>
                                              <a:rPr lang="en-US" altLang="ko-KR" sz="1400" b="0" i="1" smtClean="0">
                                                <a:solidFill>
                                                  <a:srgbClr val="C00000"/>
                                                </a:solidFill>
                                                <a:latin typeface="Cambria Math" panose="02040503050406030204" pitchFamily="18" charset="0"/>
                                              </a:rPr>
                                              <m:t>h</m:t>
                                            </m:r>
                                          </m:e>
                                        </m:d>
                                        <m:r>
                                          <a:rPr lang="en-US" altLang="ko-KR" sz="1400" b="0" i="1" smtClean="0">
                                            <a:solidFill>
                                              <a:srgbClr val="C00000"/>
                                            </a:solidFill>
                                            <a:latin typeface="Cambria Math" panose="02040503050406030204" pitchFamily="18" charset="0"/>
                                          </a:rPr>
                                          <m:t>+</m:t>
                                        </m:r>
                                        <m:r>
                                          <a:rPr lang="en-US" altLang="ko-KR" sz="1400" b="0" i="1" smtClean="0">
                                            <a:solidFill>
                                              <a:srgbClr val="C00000"/>
                                            </a:solidFill>
                                            <a:latin typeface="Cambria Math" panose="02040503050406030204" pitchFamily="18" charset="0"/>
                                          </a:rPr>
                                          <m:t>𝑓</m:t>
                                        </m:r>
                                        <m:d>
                                          <m:dPr>
                                            <m:ctrlPr>
                                              <a:rPr lang="en-US" altLang="ko-KR" sz="1400" b="0" i="1" smtClean="0">
                                                <a:solidFill>
                                                  <a:srgbClr val="C00000"/>
                                                </a:solidFill>
                                                <a:latin typeface="Cambria Math" panose="02040503050406030204" pitchFamily="18" charset="0"/>
                                              </a:rPr>
                                            </m:ctrlPr>
                                          </m:dPr>
                                          <m:e>
                                            <m:r>
                                              <a:rPr lang="en-US" altLang="ko-KR" sz="1400" b="0" i="1" smtClean="0">
                                                <a:solidFill>
                                                  <a:srgbClr val="C00000"/>
                                                </a:solidFill>
                                                <a:latin typeface="Cambria Math" panose="02040503050406030204" pitchFamily="18" charset="0"/>
                                              </a:rPr>
                                              <m:t>𝑥</m:t>
                                            </m:r>
                                          </m:e>
                                        </m:d>
                                        <m:r>
                                          <a:rPr lang="en-US" altLang="ko-KR" sz="1400" b="0" i="1" smtClean="0">
                                            <a:solidFill>
                                              <a:srgbClr val="C00000"/>
                                            </a:solidFill>
                                            <a:latin typeface="Cambria Math" panose="02040503050406030204" pitchFamily="18" charset="0"/>
                                          </a:rPr>
                                          <m:t>𝑔</m:t>
                                        </m:r>
                                        <m:r>
                                          <a:rPr lang="en-US" altLang="ko-KR" sz="1400" b="0" i="1" smtClean="0">
                                            <a:solidFill>
                                              <a:srgbClr val="C00000"/>
                                            </a:solidFill>
                                            <a:latin typeface="Cambria Math" panose="02040503050406030204" pitchFamily="18" charset="0"/>
                                          </a:rPr>
                                          <m:t>(</m:t>
                                        </m:r>
                                        <m:r>
                                          <a:rPr lang="en-US" altLang="ko-KR" sz="1400" b="0" i="1" smtClean="0">
                                            <a:solidFill>
                                              <a:srgbClr val="C00000"/>
                                            </a:solidFill>
                                            <a:latin typeface="Cambria Math" panose="02040503050406030204" pitchFamily="18" charset="0"/>
                                          </a:rPr>
                                          <m:t>𝑥</m:t>
                                        </m:r>
                                        <m:r>
                                          <a:rPr lang="en-US" altLang="ko-KR" sz="1400" b="0" i="1" smtClean="0">
                                            <a:solidFill>
                                              <a:srgbClr val="C00000"/>
                                            </a:solidFill>
                                            <a:latin typeface="Cambria Math" panose="02040503050406030204" pitchFamily="18" charset="0"/>
                                          </a:rPr>
                                          <m:t>+</m:t>
                                        </m:r>
                                        <m:r>
                                          <a:rPr lang="en-US" altLang="ko-KR" sz="1400" b="0" i="1" smtClean="0">
                                            <a:solidFill>
                                              <a:srgbClr val="C00000"/>
                                            </a:solidFill>
                                            <a:latin typeface="Cambria Math" panose="02040503050406030204" pitchFamily="18" charset="0"/>
                                          </a:rPr>
                                          <m:t>h</m:t>
                                        </m:r>
                                        <m:r>
                                          <a:rPr lang="en-US" altLang="ko-KR" sz="1400" b="0" i="1" smtClean="0">
                                            <a:solidFill>
                                              <a:srgbClr val="C00000"/>
                                            </a:solidFill>
                                            <a:latin typeface="Cambria Math" panose="02040503050406030204" pitchFamily="18" charset="0"/>
                                          </a:rPr>
                                          <m:t>)−</m:t>
                                        </m:r>
                                        <m:r>
                                          <a:rPr lang="en-US" altLang="ko-KR" sz="1400" b="0" i="1" smtClean="0">
                                            <a:latin typeface="Cambria Math" panose="02040503050406030204" pitchFamily="18" charset="0"/>
                                          </a:rPr>
                                          <m:t>𝑓</m:t>
                                        </m:r>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r>
                                          <a:rPr lang="en-US" altLang="ko-KR" sz="1400" b="0" i="1" smtClean="0">
                                            <a:latin typeface="Cambria Math" panose="02040503050406030204" pitchFamily="18" charset="0"/>
                                          </a:rPr>
                                          <m:t>𝑔</m:t>
                                        </m:r>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num>
                                      <m:den>
                                        <m:r>
                                          <a:rPr lang="en-US" altLang="ko-KR" sz="1400" b="0" i="1" smtClean="0">
                                            <a:latin typeface="Cambria Math" panose="02040503050406030204" pitchFamily="18" charset="0"/>
                                          </a:rPr>
                                          <m:t>h</m:t>
                                        </m:r>
                                      </m:den>
                                    </m:f>
                                  </m:e>
                                </m:func>
                              </m:oMath>
                            </m:oMathPara>
                          </a14:m>
                          <a:endParaRPr lang="ko-KR" altLang="en-US" sz="1400" dirty="0"/>
                        </a:p>
                      </a:txBody>
                      <a:tcPr anchor="ctr"/>
                    </a:tc>
                    <a:extLst>
                      <a:ext uri="{0D108BD9-81ED-4DB2-BD59-A6C34878D82A}">
                        <a16:rowId xmlns:a16="http://schemas.microsoft.com/office/drawing/2014/main" val="549591821"/>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altLang="ko-KR" sz="1400" smtClean="0">
                                    <a:latin typeface="Cambria Math" panose="02040503050406030204" pitchFamily="18" charset="0"/>
                                  </a:rPr>
                                  <m:t>=</m:t>
                                </m:r>
                                <m:func>
                                  <m:funcPr>
                                    <m:ctrlPr>
                                      <a:rPr lang="en-US" altLang="ko-KR" sz="1400" i="1" smtClean="0">
                                        <a:latin typeface="Cambria Math" panose="02040503050406030204" pitchFamily="18" charset="0"/>
                                      </a:rPr>
                                    </m:ctrlPr>
                                  </m:funcPr>
                                  <m:fName>
                                    <m:limLow>
                                      <m:limLowPr>
                                        <m:ctrlPr>
                                          <a:rPr lang="en-US" altLang="ko-KR" sz="1400" i="1" smtClean="0">
                                            <a:latin typeface="Cambria Math" panose="02040503050406030204" pitchFamily="18" charset="0"/>
                                          </a:rPr>
                                        </m:ctrlPr>
                                      </m:limLowPr>
                                      <m:e>
                                        <m:r>
                                          <a:rPr lang="en-US" altLang="ko-KR" sz="1400" smtClean="0">
                                            <a:latin typeface="Cambria Math" panose="02040503050406030204" pitchFamily="18" charset="0"/>
                                          </a:rPr>
                                          <m:t>𝑙𝑖𝑚</m:t>
                                        </m:r>
                                      </m:e>
                                      <m:lim>
                                        <m:r>
                                          <a:rPr lang="en-US" altLang="ko-KR" sz="1400" smtClean="0">
                                            <a:latin typeface="Cambria Math" panose="02040503050406030204" pitchFamily="18" charset="0"/>
                                          </a:rPr>
                                          <m:t>h</m:t>
                                        </m:r>
                                        <m:r>
                                          <a:rPr lang="en-US" altLang="ko-KR" sz="1400" smtClean="0">
                                            <a:latin typeface="Cambria Math" panose="02040503050406030204" pitchFamily="18" charset="0"/>
                                          </a:rPr>
                                          <m:t>→0</m:t>
                                        </m:r>
                                      </m:lim>
                                    </m:limLow>
                                  </m:fName>
                                  <m:e>
                                    <m:f>
                                      <m:fPr>
                                        <m:ctrlPr>
                                          <a:rPr lang="en-US" altLang="ko-KR" sz="1400" i="1" smtClean="0">
                                            <a:solidFill>
                                              <a:schemeClr val="tx1"/>
                                            </a:solidFill>
                                            <a:latin typeface="Cambria Math" panose="02040503050406030204" pitchFamily="18" charset="0"/>
                                          </a:rPr>
                                        </m:ctrlPr>
                                      </m:fPr>
                                      <m:num>
                                        <m:r>
                                          <a:rPr lang="en-US" altLang="ko-KR" sz="1400" b="0" i="1" smtClean="0">
                                            <a:solidFill>
                                              <a:schemeClr val="tx1"/>
                                            </a:solidFill>
                                            <a:latin typeface="Cambria Math" panose="02040503050406030204" pitchFamily="18" charset="0"/>
                                          </a:rPr>
                                          <m:t>𝑓</m:t>
                                        </m:r>
                                        <m:d>
                                          <m:dPr>
                                            <m:ctrlPr>
                                              <a:rPr lang="en-US" altLang="ko-KR" sz="1400" b="0" i="1" smtClean="0">
                                                <a:solidFill>
                                                  <a:schemeClr val="tx1"/>
                                                </a:solidFill>
                                                <a:latin typeface="Cambria Math" panose="02040503050406030204" pitchFamily="18" charset="0"/>
                                              </a:rPr>
                                            </m:ctrlPr>
                                          </m:dPr>
                                          <m:e>
                                            <m:r>
                                              <a:rPr lang="en-US" altLang="ko-KR" sz="1400" b="0" i="1" smtClean="0">
                                                <a:solidFill>
                                                  <a:schemeClr val="tx1"/>
                                                </a:solidFill>
                                                <a:latin typeface="Cambria Math" panose="02040503050406030204" pitchFamily="18" charset="0"/>
                                              </a:rPr>
                                              <m:t>𝑥</m:t>
                                            </m:r>
                                          </m:e>
                                        </m:d>
                                        <m:d>
                                          <m:dPr>
                                            <m:ctrlPr>
                                              <a:rPr lang="en-US" altLang="ko-KR" sz="1400" b="0" i="1" smtClean="0">
                                                <a:solidFill>
                                                  <a:schemeClr val="tx1"/>
                                                </a:solidFill>
                                                <a:latin typeface="Cambria Math" panose="02040503050406030204" pitchFamily="18" charset="0"/>
                                              </a:rPr>
                                            </m:ctrlPr>
                                          </m:dPr>
                                          <m:e>
                                            <m:r>
                                              <a:rPr lang="en-US" altLang="ko-KR" sz="1400" b="0" i="1" smtClean="0">
                                                <a:solidFill>
                                                  <a:schemeClr val="tx1"/>
                                                </a:solidFill>
                                                <a:latin typeface="Cambria Math" panose="02040503050406030204" pitchFamily="18" charset="0"/>
                                              </a:rPr>
                                              <m:t>𝑔</m:t>
                                            </m:r>
                                            <m:d>
                                              <m:dPr>
                                                <m:ctrlPr>
                                                  <a:rPr lang="en-US" altLang="ko-KR" sz="1400" b="0" i="1" smtClean="0">
                                                    <a:solidFill>
                                                      <a:schemeClr val="tx1"/>
                                                    </a:solidFill>
                                                    <a:latin typeface="Cambria Math" panose="02040503050406030204" pitchFamily="18" charset="0"/>
                                                  </a:rPr>
                                                </m:ctrlPr>
                                              </m:dPr>
                                              <m:e>
                                                <m:r>
                                                  <a:rPr lang="en-US" altLang="ko-KR" sz="1400" b="0" i="1" smtClean="0">
                                                    <a:solidFill>
                                                      <a:schemeClr val="tx1"/>
                                                    </a:solidFill>
                                                    <a:latin typeface="Cambria Math" panose="02040503050406030204" pitchFamily="18" charset="0"/>
                                                  </a:rPr>
                                                  <m:t>𝑥</m:t>
                                                </m:r>
                                                <m:r>
                                                  <a:rPr lang="en-US" altLang="ko-KR" sz="1400" b="0" i="1" smtClean="0">
                                                    <a:solidFill>
                                                      <a:schemeClr val="tx1"/>
                                                    </a:solidFill>
                                                    <a:latin typeface="Cambria Math" panose="02040503050406030204" pitchFamily="18" charset="0"/>
                                                  </a:rPr>
                                                  <m:t>+</m:t>
                                                </m:r>
                                                <m:r>
                                                  <a:rPr lang="en-US" altLang="ko-KR" sz="1400" b="0" i="1" smtClean="0">
                                                    <a:solidFill>
                                                      <a:schemeClr val="tx1"/>
                                                    </a:solidFill>
                                                    <a:latin typeface="Cambria Math" panose="02040503050406030204" pitchFamily="18" charset="0"/>
                                                  </a:rPr>
                                                  <m:t>h</m:t>
                                                </m:r>
                                              </m:e>
                                            </m:d>
                                            <m:r>
                                              <a:rPr lang="en-US" altLang="ko-KR" sz="1400" b="0" i="1" smtClean="0">
                                                <a:solidFill>
                                                  <a:schemeClr val="tx1"/>
                                                </a:solidFill>
                                                <a:latin typeface="Cambria Math" panose="02040503050406030204" pitchFamily="18" charset="0"/>
                                              </a:rPr>
                                              <m:t> −</m:t>
                                            </m:r>
                                            <m:r>
                                              <a:rPr lang="en-US" altLang="ko-KR" sz="1400" b="0" i="1" smtClean="0">
                                                <a:solidFill>
                                                  <a:schemeClr val="tx1"/>
                                                </a:solidFill>
                                                <a:latin typeface="Cambria Math" panose="02040503050406030204" pitchFamily="18" charset="0"/>
                                              </a:rPr>
                                              <m:t>𝑔</m:t>
                                            </m:r>
                                            <m:d>
                                              <m:dPr>
                                                <m:ctrlPr>
                                                  <a:rPr lang="en-US" altLang="ko-KR" sz="1400" b="0" i="1" smtClean="0">
                                                    <a:solidFill>
                                                      <a:schemeClr val="tx1"/>
                                                    </a:solidFill>
                                                    <a:latin typeface="Cambria Math" panose="02040503050406030204" pitchFamily="18" charset="0"/>
                                                  </a:rPr>
                                                </m:ctrlPr>
                                              </m:dPr>
                                              <m:e>
                                                <m:r>
                                                  <a:rPr lang="en-US" altLang="ko-KR" sz="1400" b="0" i="1" smtClean="0">
                                                    <a:solidFill>
                                                      <a:schemeClr val="tx1"/>
                                                    </a:solidFill>
                                                    <a:latin typeface="Cambria Math" panose="02040503050406030204" pitchFamily="18" charset="0"/>
                                                  </a:rPr>
                                                  <m:t>𝑥</m:t>
                                                </m:r>
                                              </m:e>
                                            </m:d>
                                          </m:e>
                                        </m:d>
                                        <m:r>
                                          <a:rPr lang="en-US" altLang="ko-KR" sz="1400" b="0" i="1" smtClean="0">
                                            <a:solidFill>
                                              <a:schemeClr val="tx1"/>
                                            </a:solidFill>
                                            <a:latin typeface="Cambria Math" panose="02040503050406030204" pitchFamily="18" charset="0"/>
                                          </a:rPr>
                                          <m:t>+</m:t>
                                        </m:r>
                                        <m:r>
                                          <a:rPr lang="en-US" altLang="ko-KR" sz="1400" b="0" i="1" smtClean="0">
                                            <a:solidFill>
                                              <a:schemeClr val="tx1"/>
                                            </a:solidFill>
                                            <a:latin typeface="Cambria Math" panose="02040503050406030204" pitchFamily="18" charset="0"/>
                                          </a:rPr>
                                          <m:t>𝑔</m:t>
                                        </m:r>
                                        <m:d>
                                          <m:dPr>
                                            <m:ctrlPr>
                                              <a:rPr lang="en-US" altLang="ko-KR" sz="1400" b="0" i="1" smtClean="0">
                                                <a:solidFill>
                                                  <a:schemeClr val="tx1"/>
                                                </a:solidFill>
                                                <a:latin typeface="Cambria Math" panose="02040503050406030204" pitchFamily="18" charset="0"/>
                                              </a:rPr>
                                            </m:ctrlPr>
                                          </m:dPr>
                                          <m:e>
                                            <m:r>
                                              <a:rPr lang="en-US" altLang="ko-KR" sz="1400" b="0" i="1" smtClean="0">
                                                <a:solidFill>
                                                  <a:schemeClr val="tx1"/>
                                                </a:solidFill>
                                                <a:latin typeface="Cambria Math" panose="02040503050406030204" pitchFamily="18" charset="0"/>
                                              </a:rPr>
                                              <m:t>𝑥</m:t>
                                            </m:r>
                                            <m:r>
                                              <a:rPr lang="en-US" altLang="ko-KR" sz="1400" b="0" i="1" smtClean="0">
                                                <a:solidFill>
                                                  <a:schemeClr val="tx1"/>
                                                </a:solidFill>
                                                <a:latin typeface="Cambria Math" panose="02040503050406030204" pitchFamily="18" charset="0"/>
                                              </a:rPr>
                                              <m:t>+</m:t>
                                            </m:r>
                                            <m:r>
                                              <a:rPr lang="en-US" altLang="ko-KR" sz="1400" b="0" i="1" smtClean="0">
                                                <a:solidFill>
                                                  <a:schemeClr val="tx1"/>
                                                </a:solidFill>
                                                <a:latin typeface="Cambria Math" panose="02040503050406030204" pitchFamily="18" charset="0"/>
                                              </a:rPr>
                                              <m:t>h</m:t>
                                            </m:r>
                                          </m:e>
                                        </m:d>
                                        <m:d>
                                          <m:dPr>
                                            <m:ctrlPr>
                                              <a:rPr lang="en-US" altLang="ko-KR" sz="1400" b="0" i="1" smtClean="0">
                                                <a:solidFill>
                                                  <a:schemeClr val="tx1"/>
                                                </a:solidFill>
                                                <a:latin typeface="Cambria Math" panose="02040503050406030204" pitchFamily="18" charset="0"/>
                                              </a:rPr>
                                            </m:ctrlPr>
                                          </m:dPr>
                                          <m:e>
                                            <m:r>
                                              <a:rPr lang="en-US" altLang="ko-KR" sz="1400" b="0" i="1" smtClean="0">
                                                <a:solidFill>
                                                  <a:schemeClr val="tx1"/>
                                                </a:solidFill>
                                                <a:latin typeface="Cambria Math" panose="02040503050406030204" pitchFamily="18" charset="0"/>
                                              </a:rPr>
                                              <m:t>𝑓</m:t>
                                            </m:r>
                                            <m:d>
                                              <m:dPr>
                                                <m:ctrlPr>
                                                  <a:rPr lang="en-US" altLang="ko-KR" sz="1400" b="0" i="1" smtClean="0">
                                                    <a:solidFill>
                                                      <a:schemeClr val="tx1"/>
                                                    </a:solidFill>
                                                    <a:latin typeface="Cambria Math" panose="02040503050406030204" pitchFamily="18" charset="0"/>
                                                  </a:rPr>
                                                </m:ctrlPr>
                                              </m:dPr>
                                              <m:e>
                                                <m:r>
                                                  <a:rPr lang="en-US" altLang="ko-KR" sz="1400" b="0" i="1" smtClean="0">
                                                    <a:solidFill>
                                                      <a:schemeClr val="tx1"/>
                                                    </a:solidFill>
                                                    <a:latin typeface="Cambria Math" panose="02040503050406030204" pitchFamily="18" charset="0"/>
                                                  </a:rPr>
                                                  <m:t>𝑥</m:t>
                                                </m:r>
                                                <m:r>
                                                  <a:rPr lang="en-US" altLang="ko-KR" sz="1400" b="0" i="1" smtClean="0">
                                                    <a:solidFill>
                                                      <a:schemeClr val="tx1"/>
                                                    </a:solidFill>
                                                    <a:latin typeface="Cambria Math" panose="02040503050406030204" pitchFamily="18" charset="0"/>
                                                  </a:rPr>
                                                  <m:t>+</m:t>
                                                </m:r>
                                                <m:r>
                                                  <a:rPr lang="en-US" altLang="ko-KR" sz="1400" b="0" i="1" smtClean="0">
                                                    <a:solidFill>
                                                      <a:schemeClr val="tx1"/>
                                                    </a:solidFill>
                                                    <a:latin typeface="Cambria Math" panose="02040503050406030204" pitchFamily="18" charset="0"/>
                                                  </a:rPr>
                                                  <m:t>h</m:t>
                                                </m:r>
                                              </m:e>
                                            </m:d>
                                            <m:r>
                                              <a:rPr lang="en-US" altLang="ko-KR" sz="1400" b="0" i="1" smtClean="0">
                                                <a:solidFill>
                                                  <a:schemeClr val="tx1"/>
                                                </a:solidFill>
                                                <a:latin typeface="Cambria Math" panose="02040503050406030204" pitchFamily="18" charset="0"/>
                                              </a:rPr>
                                              <m:t>−</m:t>
                                            </m:r>
                                            <m:r>
                                              <a:rPr lang="en-US" altLang="ko-KR" sz="1400" b="0" i="1" smtClean="0">
                                                <a:solidFill>
                                                  <a:schemeClr val="tx1"/>
                                                </a:solidFill>
                                                <a:latin typeface="Cambria Math" panose="02040503050406030204" pitchFamily="18" charset="0"/>
                                              </a:rPr>
                                              <m:t>𝑓</m:t>
                                            </m:r>
                                            <m:d>
                                              <m:dPr>
                                                <m:ctrlPr>
                                                  <a:rPr lang="en-US" altLang="ko-KR" sz="1400" b="0" i="1" smtClean="0">
                                                    <a:solidFill>
                                                      <a:schemeClr val="tx1"/>
                                                    </a:solidFill>
                                                    <a:latin typeface="Cambria Math" panose="02040503050406030204" pitchFamily="18" charset="0"/>
                                                  </a:rPr>
                                                </m:ctrlPr>
                                              </m:dPr>
                                              <m:e>
                                                <m:r>
                                                  <a:rPr lang="en-US" altLang="ko-KR" sz="1400" b="0" i="1" smtClean="0">
                                                    <a:solidFill>
                                                      <a:schemeClr val="tx1"/>
                                                    </a:solidFill>
                                                    <a:latin typeface="Cambria Math" panose="02040503050406030204" pitchFamily="18" charset="0"/>
                                                  </a:rPr>
                                                  <m:t>𝑥</m:t>
                                                </m:r>
                                              </m:e>
                                            </m:d>
                                          </m:e>
                                        </m:d>
                                      </m:num>
                                      <m:den>
                                        <m:r>
                                          <a:rPr lang="en-US" altLang="ko-KR" sz="1400" b="0" i="1" smtClean="0">
                                            <a:solidFill>
                                              <a:schemeClr val="tx1"/>
                                            </a:solidFill>
                                            <a:latin typeface="Cambria Math" panose="02040503050406030204" pitchFamily="18" charset="0"/>
                                          </a:rPr>
                                          <m:t>h</m:t>
                                        </m:r>
                                      </m:den>
                                    </m:f>
                                  </m:e>
                                </m:func>
                              </m:oMath>
                            </m:oMathPara>
                          </a14:m>
                          <a:endParaRPr lang="ko-KR" altLang="en-US" sz="1400" dirty="0"/>
                        </a:p>
                      </a:txBody>
                      <a:tcPr/>
                    </a:tc>
                    <a:extLst>
                      <a:ext uri="{0D108BD9-81ED-4DB2-BD59-A6C34878D82A}">
                        <a16:rowId xmlns:a16="http://schemas.microsoft.com/office/drawing/2014/main" val="2571924127"/>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 xmlns:m="http://schemas.openxmlformats.org/officeDocument/2006/math">
                              <m:r>
                                <a:rPr lang="en-US" altLang="ko-KR" sz="1400" smtClean="0">
                                  <a:latin typeface="Cambria Math" panose="02040503050406030204" pitchFamily="18" charset="0"/>
                                </a:rPr>
                                <m:t>=</m:t>
                              </m:r>
                              <m:r>
                                <a:rPr lang="en-US" altLang="ko-KR" sz="1400" b="0" i="1" smtClean="0">
                                  <a:solidFill>
                                    <a:schemeClr val="tx1"/>
                                  </a:solidFill>
                                  <a:latin typeface="Cambria Math" panose="02040503050406030204" pitchFamily="18" charset="0"/>
                                </a:rPr>
                                <m:t>𝑓</m:t>
                              </m:r>
                              <m:d>
                                <m:dPr>
                                  <m:ctrlPr>
                                    <a:rPr lang="en-US" altLang="ko-KR" sz="1400" b="0" i="1" smtClean="0">
                                      <a:solidFill>
                                        <a:schemeClr val="tx1"/>
                                      </a:solidFill>
                                      <a:latin typeface="Cambria Math" panose="02040503050406030204" pitchFamily="18" charset="0"/>
                                    </a:rPr>
                                  </m:ctrlPr>
                                </m:dPr>
                                <m:e>
                                  <m:r>
                                    <a:rPr lang="en-US" altLang="ko-KR" sz="1400" b="0" i="1" smtClean="0">
                                      <a:solidFill>
                                        <a:schemeClr val="tx1"/>
                                      </a:solidFill>
                                      <a:latin typeface="Cambria Math" panose="02040503050406030204" pitchFamily="18" charset="0"/>
                                    </a:rPr>
                                    <m:t>𝑥</m:t>
                                  </m:r>
                                </m:e>
                              </m:d>
                              <m:func>
                                <m:funcPr>
                                  <m:ctrlPr>
                                    <a:rPr lang="en-US" altLang="ko-KR" sz="1400" i="1" smtClean="0">
                                      <a:latin typeface="Cambria Math" panose="02040503050406030204" pitchFamily="18" charset="0"/>
                                    </a:rPr>
                                  </m:ctrlPr>
                                </m:funcPr>
                                <m:fName>
                                  <m:limLow>
                                    <m:limLowPr>
                                      <m:ctrlPr>
                                        <a:rPr lang="en-US" altLang="ko-KR" sz="1400" i="1" smtClean="0">
                                          <a:latin typeface="Cambria Math" panose="02040503050406030204" pitchFamily="18" charset="0"/>
                                        </a:rPr>
                                      </m:ctrlPr>
                                    </m:limLowPr>
                                    <m:e>
                                      <m:r>
                                        <a:rPr lang="en-US" altLang="ko-KR" sz="1400" smtClean="0">
                                          <a:latin typeface="Cambria Math" panose="02040503050406030204" pitchFamily="18" charset="0"/>
                                        </a:rPr>
                                        <m:t>𝑙𝑖𝑚</m:t>
                                      </m:r>
                                    </m:e>
                                    <m:lim>
                                      <m:r>
                                        <a:rPr lang="en-US" altLang="ko-KR" sz="1400" smtClean="0">
                                          <a:latin typeface="Cambria Math" panose="02040503050406030204" pitchFamily="18" charset="0"/>
                                        </a:rPr>
                                        <m:t>h</m:t>
                                      </m:r>
                                      <m:r>
                                        <a:rPr lang="en-US" altLang="ko-KR" sz="1400" smtClean="0">
                                          <a:latin typeface="Cambria Math" panose="02040503050406030204" pitchFamily="18" charset="0"/>
                                        </a:rPr>
                                        <m:t>→0</m:t>
                                      </m:r>
                                    </m:lim>
                                  </m:limLow>
                                </m:fName>
                                <m:e>
                                  <m:f>
                                    <m:fPr>
                                      <m:ctrlPr>
                                        <a:rPr lang="en-US" altLang="ko-KR" sz="1400" i="1" smtClean="0">
                                          <a:solidFill>
                                            <a:schemeClr val="tx1"/>
                                          </a:solidFill>
                                          <a:latin typeface="Cambria Math" panose="02040503050406030204" pitchFamily="18" charset="0"/>
                                        </a:rPr>
                                      </m:ctrlPr>
                                    </m:fPr>
                                    <m:num>
                                      <m:r>
                                        <a:rPr lang="en-US" altLang="ko-KR" sz="1400" b="0" i="1" smtClean="0">
                                          <a:solidFill>
                                            <a:schemeClr val="tx1"/>
                                          </a:solidFill>
                                          <a:latin typeface="Cambria Math" panose="02040503050406030204" pitchFamily="18" charset="0"/>
                                        </a:rPr>
                                        <m:t>𝑔</m:t>
                                      </m:r>
                                      <m:d>
                                        <m:dPr>
                                          <m:ctrlPr>
                                            <a:rPr lang="en-US" altLang="ko-KR" sz="1400" b="0" i="1" smtClean="0">
                                              <a:solidFill>
                                                <a:schemeClr val="tx1"/>
                                              </a:solidFill>
                                              <a:latin typeface="Cambria Math" panose="02040503050406030204" pitchFamily="18" charset="0"/>
                                            </a:rPr>
                                          </m:ctrlPr>
                                        </m:dPr>
                                        <m:e>
                                          <m:r>
                                            <a:rPr lang="en-US" altLang="ko-KR" sz="1400" b="0" i="1" smtClean="0">
                                              <a:solidFill>
                                                <a:schemeClr val="tx1"/>
                                              </a:solidFill>
                                              <a:latin typeface="Cambria Math" panose="02040503050406030204" pitchFamily="18" charset="0"/>
                                            </a:rPr>
                                            <m:t>𝑥</m:t>
                                          </m:r>
                                          <m:r>
                                            <a:rPr lang="en-US" altLang="ko-KR" sz="1400" b="0" i="1" smtClean="0">
                                              <a:solidFill>
                                                <a:schemeClr val="tx1"/>
                                              </a:solidFill>
                                              <a:latin typeface="Cambria Math" panose="02040503050406030204" pitchFamily="18" charset="0"/>
                                            </a:rPr>
                                            <m:t>+</m:t>
                                          </m:r>
                                          <m:r>
                                            <a:rPr lang="en-US" altLang="ko-KR" sz="1400" b="0" i="1" smtClean="0">
                                              <a:solidFill>
                                                <a:schemeClr val="tx1"/>
                                              </a:solidFill>
                                              <a:latin typeface="Cambria Math" panose="02040503050406030204" pitchFamily="18" charset="0"/>
                                            </a:rPr>
                                            <m:t>h</m:t>
                                          </m:r>
                                        </m:e>
                                      </m:d>
                                      <m:r>
                                        <a:rPr lang="en-US" altLang="ko-KR" sz="1400" b="0" i="1" smtClean="0">
                                          <a:solidFill>
                                            <a:schemeClr val="tx1"/>
                                          </a:solidFill>
                                          <a:latin typeface="Cambria Math" panose="02040503050406030204" pitchFamily="18" charset="0"/>
                                        </a:rPr>
                                        <m:t> −</m:t>
                                      </m:r>
                                      <m:r>
                                        <a:rPr lang="en-US" altLang="ko-KR" sz="1400" b="0" i="1" smtClean="0">
                                          <a:solidFill>
                                            <a:schemeClr val="tx1"/>
                                          </a:solidFill>
                                          <a:latin typeface="Cambria Math" panose="02040503050406030204" pitchFamily="18" charset="0"/>
                                        </a:rPr>
                                        <m:t>𝑔</m:t>
                                      </m:r>
                                      <m:d>
                                        <m:dPr>
                                          <m:ctrlPr>
                                            <a:rPr lang="en-US" altLang="ko-KR" sz="1400" b="0" i="1" smtClean="0">
                                              <a:solidFill>
                                                <a:schemeClr val="tx1"/>
                                              </a:solidFill>
                                              <a:latin typeface="Cambria Math" panose="02040503050406030204" pitchFamily="18" charset="0"/>
                                            </a:rPr>
                                          </m:ctrlPr>
                                        </m:dPr>
                                        <m:e>
                                          <m:r>
                                            <a:rPr lang="en-US" altLang="ko-KR" sz="1400" b="0" i="1" smtClean="0">
                                              <a:solidFill>
                                                <a:schemeClr val="tx1"/>
                                              </a:solidFill>
                                              <a:latin typeface="Cambria Math" panose="02040503050406030204" pitchFamily="18" charset="0"/>
                                            </a:rPr>
                                            <m:t>𝑥</m:t>
                                          </m:r>
                                        </m:e>
                                      </m:d>
                                    </m:num>
                                    <m:den>
                                      <m:r>
                                        <a:rPr lang="en-US" altLang="ko-KR" sz="1400" b="0" i="1" smtClean="0">
                                          <a:solidFill>
                                            <a:schemeClr val="tx1"/>
                                          </a:solidFill>
                                          <a:latin typeface="Cambria Math" panose="02040503050406030204" pitchFamily="18" charset="0"/>
                                        </a:rPr>
                                        <m:t>h</m:t>
                                      </m:r>
                                    </m:den>
                                  </m:f>
                                </m:e>
                              </m:func>
                            </m:oMath>
                          </a14:m>
                          <a:r>
                            <a:rPr lang="ko-KR" altLang="en-US" sz="1400" dirty="0"/>
                            <a:t> </a:t>
                          </a:r>
                          <a14:m>
                            <m:oMath xmlns:m="http://schemas.openxmlformats.org/officeDocument/2006/math">
                              <m:r>
                                <a:rPr lang="en-US" altLang="ko-KR" sz="1400" b="0" i="1" smtClean="0">
                                  <a:solidFill>
                                    <a:schemeClr val="tx1"/>
                                  </a:solidFill>
                                  <a:latin typeface="Cambria Math" panose="02040503050406030204" pitchFamily="18" charset="0"/>
                                </a:rPr>
                                <m:t>+</m:t>
                              </m:r>
                              <m:func>
                                <m:funcPr>
                                  <m:ctrlPr>
                                    <a:rPr lang="en-US" altLang="ko-KR" sz="1400" i="1" smtClean="0">
                                      <a:latin typeface="Cambria Math" panose="02040503050406030204" pitchFamily="18" charset="0"/>
                                    </a:rPr>
                                  </m:ctrlPr>
                                </m:funcPr>
                                <m:fName>
                                  <m:limLow>
                                    <m:limLowPr>
                                      <m:ctrlPr>
                                        <a:rPr lang="en-US" altLang="ko-KR" sz="1400" i="1" smtClean="0">
                                          <a:latin typeface="Cambria Math" panose="02040503050406030204" pitchFamily="18" charset="0"/>
                                        </a:rPr>
                                      </m:ctrlPr>
                                    </m:limLowPr>
                                    <m:e>
                                      <m:r>
                                        <a:rPr lang="en-US" altLang="ko-KR" sz="1400" smtClean="0">
                                          <a:latin typeface="Cambria Math" panose="02040503050406030204" pitchFamily="18" charset="0"/>
                                        </a:rPr>
                                        <m:t>𝑙𝑖𝑚</m:t>
                                      </m:r>
                                    </m:e>
                                    <m:lim>
                                      <m:r>
                                        <a:rPr lang="en-US" altLang="ko-KR" sz="1400" smtClean="0">
                                          <a:latin typeface="Cambria Math" panose="02040503050406030204" pitchFamily="18" charset="0"/>
                                        </a:rPr>
                                        <m:t>h</m:t>
                                      </m:r>
                                      <m:r>
                                        <a:rPr lang="en-US" altLang="ko-KR" sz="1400" smtClean="0">
                                          <a:latin typeface="Cambria Math" panose="02040503050406030204" pitchFamily="18" charset="0"/>
                                        </a:rPr>
                                        <m:t>→0</m:t>
                                      </m:r>
                                    </m:lim>
                                  </m:limLow>
                                </m:fName>
                                <m:e>
                                  <m:r>
                                    <a:rPr lang="en-US" altLang="ko-KR" sz="1400" b="0" i="1" smtClean="0">
                                      <a:solidFill>
                                        <a:schemeClr val="tx1"/>
                                      </a:solidFill>
                                      <a:latin typeface="Cambria Math" panose="02040503050406030204" pitchFamily="18" charset="0"/>
                                    </a:rPr>
                                    <m:t>𝑔</m:t>
                                  </m:r>
                                  <m:d>
                                    <m:dPr>
                                      <m:ctrlPr>
                                        <a:rPr lang="en-US" altLang="ko-KR" sz="1400" b="0" i="1" smtClean="0">
                                          <a:solidFill>
                                            <a:schemeClr val="tx1"/>
                                          </a:solidFill>
                                          <a:latin typeface="Cambria Math" panose="02040503050406030204" pitchFamily="18" charset="0"/>
                                        </a:rPr>
                                      </m:ctrlPr>
                                    </m:dPr>
                                    <m:e>
                                      <m:r>
                                        <a:rPr lang="en-US" altLang="ko-KR" sz="1400" b="0" i="1" smtClean="0">
                                          <a:solidFill>
                                            <a:schemeClr val="tx1"/>
                                          </a:solidFill>
                                          <a:latin typeface="Cambria Math" panose="02040503050406030204" pitchFamily="18" charset="0"/>
                                        </a:rPr>
                                        <m:t>𝑥</m:t>
                                      </m:r>
                                      <m:r>
                                        <a:rPr lang="en-US" altLang="ko-KR" sz="1400" b="0" i="1" smtClean="0">
                                          <a:solidFill>
                                            <a:schemeClr val="tx1"/>
                                          </a:solidFill>
                                          <a:latin typeface="Cambria Math" panose="02040503050406030204" pitchFamily="18" charset="0"/>
                                        </a:rPr>
                                        <m:t>+</m:t>
                                      </m:r>
                                      <m:r>
                                        <a:rPr lang="en-US" altLang="ko-KR" sz="1400" b="0" i="1" smtClean="0">
                                          <a:solidFill>
                                            <a:schemeClr val="tx1"/>
                                          </a:solidFill>
                                          <a:latin typeface="Cambria Math" panose="02040503050406030204" pitchFamily="18" charset="0"/>
                                        </a:rPr>
                                        <m:t>h</m:t>
                                      </m:r>
                                    </m:e>
                                  </m:d>
                                </m:e>
                              </m:func>
                              <m:func>
                                <m:funcPr>
                                  <m:ctrlPr>
                                    <a:rPr lang="en-US" altLang="ko-KR" sz="1400" i="1" smtClean="0">
                                      <a:latin typeface="Cambria Math" panose="02040503050406030204" pitchFamily="18" charset="0"/>
                                    </a:rPr>
                                  </m:ctrlPr>
                                </m:funcPr>
                                <m:fName>
                                  <m:limLow>
                                    <m:limLowPr>
                                      <m:ctrlPr>
                                        <a:rPr lang="en-US" altLang="ko-KR" sz="1400" i="1" smtClean="0">
                                          <a:latin typeface="Cambria Math" panose="02040503050406030204" pitchFamily="18" charset="0"/>
                                        </a:rPr>
                                      </m:ctrlPr>
                                    </m:limLowPr>
                                    <m:e>
                                      <m:r>
                                        <a:rPr lang="en-US" altLang="ko-KR" sz="1400" smtClean="0">
                                          <a:latin typeface="Cambria Math" panose="02040503050406030204" pitchFamily="18" charset="0"/>
                                        </a:rPr>
                                        <m:t>𝑙𝑖𝑚</m:t>
                                      </m:r>
                                    </m:e>
                                    <m:lim>
                                      <m:r>
                                        <a:rPr lang="en-US" altLang="ko-KR" sz="1400" smtClean="0">
                                          <a:latin typeface="Cambria Math" panose="02040503050406030204" pitchFamily="18" charset="0"/>
                                        </a:rPr>
                                        <m:t>h</m:t>
                                      </m:r>
                                      <m:r>
                                        <a:rPr lang="en-US" altLang="ko-KR" sz="1400" smtClean="0">
                                          <a:latin typeface="Cambria Math" panose="02040503050406030204" pitchFamily="18" charset="0"/>
                                        </a:rPr>
                                        <m:t>→0</m:t>
                                      </m:r>
                                    </m:lim>
                                  </m:limLow>
                                </m:fName>
                                <m:e>
                                  <m:f>
                                    <m:fPr>
                                      <m:ctrlPr>
                                        <a:rPr lang="en-US" altLang="ko-KR" sz="1400" i="1" smtClean="0">
                                          <a:solidFill>
                                            <a:schemeClr val="tx1"/>
                                          </a:solidFill>
                                          <a:latin typeface="Cambria Math" panose="02040503050406030204" pitchFamily="18" charset="0"/>
                                        </a:rPr>
                                      </m:ctrlPr>
                                    </m:fPr>
                                    <m:num>
                                      <m:r>
                                        <a:rPr lang="en-US" altLang="ko-KR" sz="1400" b="0" i="1" smtClean="0">
                                          <a:solidFill>
                                            <a:schemeClr val="tx1"/>
                                          </a:solidFill>
                                          <a:latin typeface="Cambria Math" panose="02040503050406030204" pitchFamily="18" charset="0"/>
                                        </a:rPr>
                                        <m:t>𝑓</m:t>
                                      </m:r>
                                      <m:d>
                                        <m:dPr>
                                          <m:ctrlPr>
                                            <a:rPr lang="en-US" altLang="ko-KR" sz="1400" b="0" i="1" smtClean="0">
                                              <a:solidFill>
                                                <a:schemeClr val="tx1"/>
                                              </a:solidFill>
                                              <a:latin typeface="Cambria Math" panose="02040503050406030204" pitchFamily="18" charset="0"/>
                                            </a:rPr>
                                          </m:ctrlPr>
                                        </m:dPr>
                                        <m:e>
                                          <m:r>
                                            <a:rPr lang="en-US" altLang="ko-KR" sz="1400" b="0" i="1" smtClean="0">
                                              <a:solidFill>
                                                <a:schemeClr val="tx1"/>
                                              </a:solidFill>
                                              <a:latin typeface="Cambria Math" panose="02040503050406030204" pitchFamily="18" charset="0"/>
                                            </a:rPr>
                                            <m:t>𝑥</m:t>
                                          </m:r>
                                          <m:r>
                                            <a:rPr lang="en-US" altLang="ko-KR" sz="1400" b="0" i="1" smtClean="0">
                                              <a:solidFill>
                                                <a:schemeClr val="tx1"/>
                                              </a:solidFill>
                                              <a:latin typeface="Cambria Math" panose="02040503050406030204" pitchFamily="18" charset="0"/>
                                            </a:rPr>
                                            <m:t>+</m:t>
                                          </m:r>
                                          <m:r>
                                            <a:rPr lang="en-US" altLang="ko-KR" sz="1400" b="0" i="1" smtClean="0">
                                              <a:solidFill>
                                                <a:schemeClr val="tx1"/>
                                              </a:solidFill>
                                              <a:latin typeface="Cambria Math" panose="02040503050406030204" pitchFamily="18" charset="0"/>
                                            </a:rPr>
                                            <m:t>h</m:t>
                                          </m:r>
                                        </m:e>
                                      </m:d>
                                      <m:r>
                                        <a:rPr lang="en-US" altLang="ko-KR" sz="1400" b="0" i="1" smtClean="0">
                                          <a:solidFill>
                                            <a:schemeClr val="tx1"/>
                                          </a:solidFill>
                                          <a:latin typeface="Cambria Math" panose="02040503050406030204" pitchFamily="18" charset="0"/>
                                        </a:rPr>
                                        <m:t> −</m:t>
                                      </m:r>
                                      <m:r>
                                        <a:rPr lang="en-US" altLang="ko-KR" sz="1400" b="0" i="1" smtClean="0">
                                          <a:solidFill>
                                            <a:schemeClr val="tx1"/>
                                          </a:solidFill>
                                          <a:latin typeface="Cambria Math" panose="02040503050406030204" pitchFamily="18" charset="0"/>
                                        </a:rPr>
                                        <m:t>𝑓</m:t>
                                      </m:r>
                                      <m:d>
                                        <m:dPr>
                                          <m:ctrlPr>
                                            <a:rPr lang="en-US" altLang="ko-KR" sz="1400" b="0" i="1" smtClean="0">
                                              <a:solidFill>
                                                <a:schemeClr val="tx1"/>
                                              </a:solidFill>
                                              <a:latin typeface="Cambria Math" panose="02040503050406030204" pitchFamily="18" charset="0"/>
                                            </a:rPr>
                                          </m:ctrlPr>
                                        </m:dPr>
                                        <m:e>
                                          <m:r>
                                            <a:rPr lang="en-US" altLang="ko-KR" sz="1400" b="0" i="1" smtClean="0">
                                              <a:solidFill>
                                                <a:schemeClr val="tx1"/>
                                              </a:solidFill>
                                              <a:latin typeface="Cambria Math" panose="02040503050406030204" pitchFamily="18" charset="0"/>
                                            </a:rPr>
                                            <m:t>𝑥</m:t>
                                          </m:r>
                                        </m:e>
                                      </m:d>
                                    </m:num>
                                    <m:den>
                                      <m:r>
                                        <a:rPr lang="en-US" altLang="ko-KR" sz="1400" b="0" i="1" smtClean="0">
                                          <a:solidFill>
                                            <a:schemeClr val="tx1"/>
                                          </a:solidFill>
                                          <a:latin typeface="Cambria Math" panose="02040503050406030204" pitchFamily="18" charset="0"/>
                                        </a:rPr>
                                        <m:t>h</m:t>
                                      </m:r>
                                    </m:den>
                                  </m:f>
                                </m:e>
                              </m:func>
                            </m:oMath>
                          </a14:m>
                          <a:endParaRPr lang="ko-KR" altLang="en-US" sz="1400" dirty="0"/>
                        </a:p>
                        <a:p>
                          <a:pPr algn="l" latinLnBrk="1"/>
                          <a:endParaRPr lang="ko-KR" altLang="en-US" sz="1400" i="1" dirty="0"/>
                        </a:p>
                      </a:txBody>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altLang="ko-KR" sz="1400" smtClean="0">
                                    <a:latin typeface="Cambria Math" panose="02040503050406030204" pitchFamily="18" charset="0"/>
                                  </a:rPr>
                                  <m:t>=</m:t>
                                </m:r>
                                <m:r>
                                  <a:rPr lang="en-US" altLang="ko-KR" sz="1400" b="0" i="1" smtClean="0">
                                    <a:solidFill>
                                      <a:schemeClr val="tx1"/>
                                    </a:solidFill>
                                    <a:latin typeface="Cambria Math" panose="02040503050406030204" pitchFamily="18" charset="0"/>
                                  </a:rPr>
                                  <m:t>𝑓</m:t>
                                </m:r>
                                <m:d>
                                  <m:dPr>
                                    <m:ctrlPr>
                                      <a:rPr lang="en-US" altLang="ko-KR" sz="1400" b="0" i="1" smtClean="0">
                                        <a:solidFill>
                                          <a:schemeClr val="tx1"/>
                                        </a:solidFill>
                                        <a:latin typeface="Cambria Math" panose="02040503050406030204" pitchFamily="18" charset="0"/>
                                      </a:rPr>
                                    </m:ctrlPr>
                                  </m:dPr>
                                  <m:e>
                                    <m:r>
                                      <a:rPr lang="en-US" altLang="ko-KR" sz="1400" b="0" i="1" smtClean="0">
                                        <a:solidFill>
                                          <a:schemeClr val="tx1"/>
                                        </a:solidFill>
                                        <a:latin typeface="Cambria Math" panose="02040503050406030204" pitchFamily="18" charset="0"/>
                                      </a:rPr>
                                      <m:t>𝑥</m:t>
                                    </m:r>
                                  </m:e>
                                </m:d>
                                <m:sSup>
                                  <m:sSupPr>
                                    <m:ctrlPr>
                                      <a:rPr lang="en-US" altLang="ko-KR" sz="1400" b="0" i="1" smtClean="0">
                                        <a:solidFill>
                                          <a:schemeClr val="tx1"/>
                                        </a:solidFill>
                                        <a:latin typeface="Cambria Math" panose="02040503050406030204" pitchFamily="18" charset="0"/>
                                      </a:rPr>
                                    </m:ctrlPr>
                                  </m:sSupPr>
                                  <m:e>
                                    <m:r>
                                      <a:rPr lang="en-US" altLang="ko-KR" sz="1400" b="0" i="1" smtClean="0">
                                        <a:solidFill>
                                          <a:schemeClr val="tx1"/>
                                        </a:solidFill>
                                        <a:latin typeface="Cambria Math" panose="02040503050406030204" pitchFamily="18" charset="0"/>
                                      </a:rPr>
                                      <m:t>𝑔</m:t>
                                    </m:r>
                                  </m:e>
                                  <m:sup>
                                    <m:r>
                                      <a:rPr lang="en-US" altLang="ko-KR" sz="1400" b="0" i="1" smtClean="0">
                                        <a:solidFill>
                                          <a:schemeClr val="tx1"/>
                                        </a:solidFill>
                                        <a:latin typeface="Cambria Math" panose="02040503050406030204" pitchFamily="18" charset="0"/>
                                      </a:rPr>
                                      <m:t>′</m:t>
                                    </m:r>
                                  </m:sup>
                                </m:sSup>
                                <m:d>
                                  <m:dPr>
                                    <m:ctrlPr>
                                      <a:rPr lang="en-US" altLang="ko-KR" sz="1400" b="0" i="1" smtClean="0">
                                        <a:solidFill>
                                          <a:schemeClr val="tx1"/>
                                        </a:solidFill>
                                        <a:latin typeface="Cambria Math" panose="02040503050406030204" pitchFamily="18" charset="0"/>
                                      </a:rPr>
                                    </m:ctrlPr>
                                  </m:dPr>
                                  <m:e>
                                    <m:r>
                                      <a:rPr lang="en-US" altLang="ko-KR" sz="1400" b="0" i="1" smtClean="0">
                                        <a:solidFill>
                                          <a:schemeClr val="tx1"/>
                                        </a:solidFill>
                                        <a:latin typeface="Cambria Math" panose="02040503050406030204" pitchFamily="18" charset="0"/>
                                      </a:rPr>
                                      <m:t>𝑥</m:t>
                                    </m:r>
                                  </m:e>
                                </m:d>
                                <m:r>
                                  <a:rPr lang="en-US" altLang="ko-KR" sz="1400" b="0" i="1" smtClean="0">
                                    <a:solidFill>
                                      <a:schemeClr val="tx1"/>
                                    </a:solidFill>
                                    <a:latin typeface="Cambria Math" panose="02040503050406030204" pitchFamily="18" charset="0"/>
                                  </a:rPr>
                                  <m:t>+</m:t>
                                </m:r>
                                <m:sSup>
                                  <m:sSupPr>
                                    <m:ctrlPr>
                                      <a:rPr lang="en-US" altLang="ko-KR" sz="1400" b="0" i="1" smtClean="0">
                                        <a:solidFill>
                                          <a:schemeClr val="tx1"/>
                                        </a:solidFill>
                                        <a:latin typeface="Cambria Math" panose="02040503050406030204" pitchFamily="18" charset="0"/>
                                      </a:rPr>
                                    </m:ctrlPr>
                                  </m:sSupPr>
                                  <m:e>
                                    <m:r>
                                      <a:rPr lang="en-US" altLang="ko-KR" sz="1400" b="0" i="1" smtClean="0">
                                        <a:solidFill>
                                          <a:schemeClr val="tx1"/>
                                        </a:solidFill>
                                        <a:latin typeface="Cambria Math" panose="02040503050406030204" pitchFamily="18" charset="0"/>
                                      </a:rPr>
                                      <m:t>𝑓</m:t>
                                    </m:r>
                                  </m:e>
                                  <m:sup>
                                    <m:r>
                                      <a:rPr lang="en-US" altLang="ko-KR" sz="1400" b="0" i="1" smtClean="0">
                                        <a:solidFill>
                                          <a:schemeClr val="tx1"/>
                                        </a:solidFill>
                                        <a:latin typeface="Cambria Math" panose="02040503050406030204" pitchFamily="18" charset="0"/>
                                      </a:rPr>
                                      <m:t>′</m:t>
                                    </m:r>
                                  </m:sup>
                                </m:sSup>
                                <m:d>
                                  <m:dPr>
                                    <m:ctrlPr>
                                      <a:rPr lang="en-US" altLang="ko-KR" sz="1400" b="0" i="1" smtClean="0">
                                        <a:solidFill>
                                          <a:schemeClr val="tx1"/>
                                        </a:solidFill>
                                        <a:latin typeface="Cambria Math" panose="02040503050406030204" pitchFamily="18" charset="0"/>
                                      </a:rPr>
                                    </m:ctrlPr>
                                  </m:dPr>
                                  <m:e>
                                    <m:r>
                                      <a:rPr lang="en-US" altLang="ko-KR" sz="1400" b="0" i="1" smtClean="0">
                                        <a:solidFill>
                                          <a:schemeClr val="tx1"/>
                                        </a:solidFill>
                                        <a:latin typeface="Cambria Math" panose="02040503050406030204" pitchFamily="18" charset="0"/>
                                      </a:rPr>
                                      <m:t>𝑥</m:t>
                                    </m:r>
                                  </m:e>
                                </m:d>
                                <m:r>
                                  <a:rPr lang="en-US" altLang="ko-KR" sz="1400" b="0" i="1" smtClean="0">
                                    <a:solidFill>
                                      <a:schemeClr val="tx1"/>
                                    </a:solidFill>
                                    <a:latin typeface="Cambria Math" panose="02040503050406030204" pitchFamily="18" charset="0"/>
                                  </a:rPr>
                                  <m:t>𝑔</m:t>
                                </m:r>
                                <m:d>
                                  <m:dPr>
                                    <m:ctrlPr>
                                      <a:rPr lang="en-US" altLang="ko-KR" sz="1400" b="0" i="1" smtClean="0">
                                        <a:solidFill>
                                          <a:schemeClr val="tx1"/>
                                        </a:solidFill>
                                        <a:latin typeface="Cambria Math" panose="02040503050406030204" pitchFamily="18" charset="0"/>
                                      </a:rPr>
                                    </m:ctrlPr>
                                  </m:dPr>
                                  <m:e>
                                    <m:r>
                                      <a:rPr lang="en-US" altLang="ko-KR" sz="1400" b="0" i="1" smtClean="0">
                                        <a:solidFill>
                                          <a:schemeClr val="tx1"/>
                                        </a:solidFill>
                                        <a:latin typeface="Cambria Math" panose="02040503050406030204" pitchFamily="18" charset="0"/>
                                      </a:rPr>
                                      <m:t>𝑥</m:t>
                                    </m:r>
                                  </m:e>
                                </m:d>
                              </m:oMath>
                            </m:oMathPara>
                          </a14:m>
                          <a:endParaRPr lang="ko-KR" altLang="en-US" sz="1400" dirty="0"/>
                        </a:p>
                      </a:txBody>
                      <a:tcPr/>
                    </a:tc>
                    <a:extLst>
                      <a:ext uri="{0D108BD9-81ED-4DB2-BD59-A6C34878D82A}">
                        <a16:rowId xmlns:a16="http://schemas.microsoft.com/office/drawing/2014/main" val="2333410646"/>
                      </a:ext>
                    </a:extLst>
                  </a:tr>
                </a:tbl>
              </a:graphicData>
            </a:graphic>
          </p:graphicFrame>
        </mc:Choice>
        <mc:Fallback xmlns="">
          <p:graphicFrame>
            <p:nvGraphicFramePr>
              <p:cNvPr id="10" name="표 9"/>
              <p:cNvGraphicFramePr>
                <a:graphicFrameLocks noGrp="1"/>
              </p:cNvGraphicFramePr>
              <p:nvPr>
                <p:extLst>
                  <p:ext uri="{D42A27DB-BD31-4B8C-83A1-F6EECF244321}">
                    <p14:modId xmlns:p14="http://schemas.microsoft.com/office/powerpoint/2010/main" val="2857110333"/>
                  </p:ext>
                </p:extLst>
              </p:nvPr>
            </p:nvGraphicFramePr>
            <p:xfrm>
              <a:off x="930342" y="2531450"/>
              <a:ext cx="6019098" cy="3635185"/>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41513">
                    <a:tc>
                      <a:txBody>
                        <a:bodyPr/>
                        <a:lstStyle/>
                        <a:p>
                          <a:endParaRPr lang="ko-KR"/>
                        </a:p>
                      </a:txBody>
                      <a:tcPr>
                        <a:blipFill>
                          <a:blip r:embed="rId3"/>
                          <a:stretch>
                            <a:fillRect b="-468571"/>
                          </a:stretch>
                        </a:blipFill>
                      </a:tcPr>
                    </a:tc>
                    <a:extLst>
                      <a:ext uri="{0D108BD9-81ED-4DB2-BD59-A6C34878D82A}">
                        <a16:rowId xmlns:a16="http://schemas.microsoft.com/office/drawing/2014/main" val="1349850590"/>
                      </a:ext>
                    </a:extLst>
                  </a:tr>
                  <a:tr h="641513">
                    <a:tc>
                      <a:txBody>
                        <a:bodyPr/>
                        <a:lstStyle/>
                        <a:p>
                          <a:endParaRPr lang="ko-KR"/>
                        </a:p>
                      </a:txBody>
                      <a:tcPr>
                        <a:blipFill>
                          <a:blip r:embed="rId3"/>
                          <a:stretch>
                            <a:fillRect t="-99057" b="-364151"/>
                          </a:stretch>
                        </a:blipFill>
                      </a:tcPr>
                    </a:tc>
                    <a:extLst>
                      <a:ext uri="{0D108BD9-81ED-4DB2-BD59-A6C34878D82A}">
                        <a16:rowId xmlns:a16="http://schemas.microsoft.com/office/drawing/2014/main" val="450883624"/>
                      </a:ext>
                    </a:extLst>
                  </a:tr>
                  <a:tr h="611220">
                    <a:tc>
                      <a:txBody>
                        <a:bodyPr/>
                        <a:lstStyle/>
                        <a:p>
                          <a:endParaRPr lang="ko-KR"/>
                        </a:p>
                      </a:txBody>
                      <a:tcPr anchor="ctr">
                        <a:blipFill>
                          <a:blip r:embed="rId3"/>
                          <a:stretch>
                            <a:fillRect t="-211000" b="-286000"/>
                          </a:stretch>
                        </a:blipFill>
                      </a:tcPr>
                    </a:tc>
                    <a:extLst>
                      <a:ext uri="{0D108BD9-81ED-4DB2-BD59-A6C34878D82A}">
                        <a16:rowId xmlns:a16="http://schemas.microsoft.com/office/drawing/2014/main" val="549591821"/>
                      </a:ext>
                    </a:extLst>
                  </a:tr>
                  <a:tr h="549223">
                    <a:tc>
                      <a:txBody>
                        <a:bodyPr/>
                        <a:lstStyle/>
                        <a:p>
                          <a:endParaRPr lang="ko-KR"/>
                        </a:p>
                      </a:txBody>
                      <a:tcPr>
                        <a:blipFill>
                          <a:blip r:embed="rId3"/>
                          <a:stretch>
                            <a:fillRect t="-345556" b="-217778"/>
                          </a:stretch>
                        </a:blipFill>
                      </a:tcPr>
                    </a:tc>
                    <a:extLst>
                      <a:ext uri="{0D108BD9-81ED-4DB2-BD59-A6C34878D82A}">
                        <a16:rowId xmlns:a16="http://schemas.microsoft.com/office/drawing/2014/main" val="2571924127"/>
                      </a:ext>
                    </a:extLst>
                  </a:tr>
                  <a:tr h="642493">
                    <a:tc>
                      <a:txBody>
                        <a:bodyPr/>
                        <a:lstStyle/>
                        <a:p>
                          <a:endParaRPr lang="ko-KR"/>
                        </a:p>
                      </a:txBody>
                      <a:tcPr>
                        <a:blipFill>
                          <a:blip r:embed="rId3"/>
                          <a:stretch>
                            <a:fillRect t="-378302" b="-84906"/>
                          </a:stretch>
                        </a:blipFill>
                      </a:tcPr>
                    </a:tc>
                    <a:extLst>
                      <a:ext uri="{0D108BD9-81ED-4DB2-BD59-A6C34878D82A}">
                        <a16:rowId xmlns:a16="http://schemas.microsoft.com/office/drawing/2014/main" val="2867915854"/>
                      </a:ext>
                    </a:extLst>
                  </a:tr>
                  <a:tr h="549223">
                    <a:tc>
                      <a:txBody>
                        <a:bodyPr/>
                        <a:lstStyle/>
                        <a:p>
                          <a:endParaRPr lang="ko-KR"/>
                        </a:p>
                      </a:txBody>
                      <a:tcPr>
                        <a:blipFill>
                          <a:blip r:embed="rId3"/>
                          <a:stretch>
                            <a:fillRect t="-563333"/>
                          </a:stretch>
                        </a:blipFill>
                      </a:tcPr>
                    </a:tc>
                    <a:extLst>
                      <a:ext uri="{0D108BD9-81ED-4DB2-BD59-A6C34878D82A}">
                        <a16:rowId xmlns:a16="http://schemas.microsoft.com/office/drawing/2014/main" val="2333410646"/>
                      </a:ext>
                    </a:extLst>
                  </a:tr>
                </a:tbl>
              </a:graphicData>
            </a:graphic>
          </p:graphicFrame>
        </mc:Fallback>
      </mc:AlternateContent>
      <mc:AlternateContent xmlns:mc="http://schemas.openxmlformats.org/markup-compatibility/2006" xmlns:a14="http://schemas.microsoft.com/office/drawing/2010/main">
        <mc:Choice Requires="a14">
          <p:sp>
            <p:nvSpPr>
              <p:cNvPr id="12" name="TextBox 11"/>
              <p:cNvSpPr txBox="1"/>
              <p:nvPr/>
            </p:nvSpPr>
            <p:spPr>
              <a:xfrm>
                <a:off x="918755" y="1454128"/>
                <a:ext cx="6587701" cy="307777"/>
              </a:xfrm>
              <a:prstGeom prst="rect">
                <a:avLst/>
              </a:prstGeom>
              <a:noFill/>
            </p:spPr>
            <p:txBody>
              <a:bodyPr wrap="none" lIns="0" tIns="0" rIns="0" bIns="0" rtlCol="0">
                <a:spAutoFit/>
              </a:bodyPr>
              <a:lstStyle/>
              <a:p>
                <a:r>
                  <a:rPr lang="ko-KR" altLang="en-US" sz="2000" dirty="0"/>
                  <a:t>⑦</a:t>
                </a:r>
                <a14:m>
                  <m:oMath xmlns:m="http://schemas.openxmlformats.org/officeDocument/2006/math">
                    <m:sSup>
                      <m:sSupPr>
                        <m:ctrlPr>
                          <a:rPr lang="en-US" altLang="ko-KR" sz="2000" i="1">
                            <a:latin typeface="Cambria Math" panose="02040503050406030204" pitchFamily="18" charset="0"/>
                          </a:rPr>
                        </m:ctrlPr>
                      </m:sSupPr>
                      <m:e>
                        <m:r>
                          <a:rPr lang="en-US" altLang="ko-KR" sz="2000" b="0" i="1" smtClean="0">
                            <a:latin typeface="Cambria Math" panose="02040503050406030204" pitchFamily="18" charset="0"/>
                          </a:rPr>
                          <m:t>𝐹</m:t>
                        </m:r>
                      </m:e>
                      <m:sup>
                        <m:r>
                          <a:rPr lang="en-US" altLang="ko-KR" sz="2000" i="1">
                            <a:latin typeface="Cambria Math" panose="02040503050406030204" pitchFamily="18" charset="0"/>
                          </a:rPr>
                          <m:t>′</m:t>
                        </m:r>
                      </m:sup>
                    </m:sSup>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r>
                      <a:rPr lang="en-US" altLang="ko-KR" sz="2000" i="1" smtClean="0">
                        <a:latin typeface="Cambria Math" panose="02040503050406030204" pitchFamily="18" charset="0"/>
                      </a:rPr>
                      <m:t>𝑓</m:t>
                    </m:r>
                    <m:d>
                      <m:dPr>
                        <m:ctrlPr>
                          <a:rPr lang="en-US" altLang="ko-KR" sz="2000" b="0" i="1" smtClean="0">
                            <a:latin typeface="Cambria Math" panose="02040503050406030204" pitchFamily="18" charset="0"/>
                          </a:rPr>
                        </m:ctrlPr>
                      </m:dPr>
                      <m:e>
                        <m:r>
                          <a:rPr lang="en-US" altLang="ko-KR" sz="2000" b="0" i="1" smtClean="0">
                            <a:latin typeface="Cambria Math" panose="02040503050406030204" pitchFamily="18" charset="0"/>
                          </a:rPr>
                          <m:t>𝑥</m:t>
                        </m:r>
                      </m:e>
                    </m:d>
                    <m:sSup>
                      <m:sSupPr>
                        <m:ctrlPr>
                          <a:rPr lang="en-US" altLang="ko-KR" sz="2000" b="0" i="1" smtClean="0">
                            <a:latin typeface="Cambria Math" panose="02040503050406030204" pitchFamily="18" charset="0"/>
                          </a:rPr>
                        </m:ctrlPr>
                      </m:sSupPr>
                      <m:e>
                        <m:r>
                          <a:rPr lang="en-US" altLang="ko-KR" sz="2000" b="0" i="1" smtClean="0">
                            <a:latin typeface="Cambria Math" panose="02040503050406030204" pitchFamily="18" charset="0"/>
                          </a:rPr>
                          <m:t>𝑔</m:t>
                        </m:r>
                      </m:e>
                      <m:sup>
                        <m:r>
                          <a:rPr lang="en-US" altLang="ko-KR" sz="2000" b="0" i="1" smtClean="0">
                            <a:latin typeface="Cambria Math" panose="02040503050406030204" pitchFamily="18" charset="0"/>
                          </a:rPr>
                          <m:t>′</m:t>
                        </m:r>
                      </m:sup>
                    </m:sSup>
                    <m:d>
                      <m:dPr>
                        <m:ctrlPr>
                          <a:rPr lang="en-US" altLang="ko-KR" sz="2000" b="0" i="1" smtClean="0">
                            <a:latin typeface="Cambria Math" panose="02040503050406030204" pitchFamily="18" charset="0"/>
                          </a:rPr>
                        </m:ctrlPr>
                      </m:dPr>
                      <m:e>
                        <m:r>
                          <a:rPr lang="en-US" altLang="ko-KR" sz="2000" b="0" i="1" smtClean="0">
                            <a:latin typeface="Cambria Math" panose="02040503050406030204" pitchFamily="18" charset="0"/>
                          </a:rPr>
                          <m:t>𝑥</m:t>
                        </m:r>
                      </m:e>
                    </m:d>
                    <m:r>
                      <a:rPr lang="en-US" altLang="ko-KR" sz="2000" b="0" i="1" smtClean="0">
                        <a:latin typeface="Cambria Math" panose="02040503050406030204" pitchFamily="18" charset="0"/>
                      </a:rPr>
                      <m:t>+</m:t>
                    </m:r>
                    <m:sSup>
                      <m:sSupPr>
                        <m:ctrlPr>
                          <a:rPr lang="en-US" altLang="ko-KR" sz="2000" i="1">
                            <a:latin typeface="Cambria Math" panose="02040503050406030204" pitchFamily="18" charset="0"/>
                          </a:rPr>
                        </m:ctrlPr>
                      </m:sSupPr>
                      <m:e>
                        <m:r>
                          <a:rPr lang="en-US" altLang="ko-KR" sz="2000" b="0" i="1" smtClean="0">
                            <a:latin typeface="Cambria Math" panose="02040503050406030204" pitchFamily="18" charset="0"/>
                          </a:rPr>
                          <m:t>𝑓</m:t>
                        </m:r>
                      </m:e>
                      <m:sup>
                        <m:r>
                          <a:rPr lang="en-US" altLang="ko-KR" sz="2000" i="1">
                            <a:latin typeface="Cambria Math" panose="02040503050406030204" pitchFamily="18" charset="0"/>
                          </a:rPr>
                          <m:t>′</m:t>
                        </m:r>
                      </m:sup>
                    </m:sSup>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b="0" i="1" smtClean="0">
                        <a:latin typeface="Cambria Math" panose="02040503050406030204" pitchFamily="18" charset="0"/>
                      </a:rPr>
                      <m:t>𝑔</m:t>
                    </m:r>
                    <m:d>
                      <m:dPr>
                        <m:ctrlPr>
                          <a:rPr lang="en-US" altLang="ko-KR" sz="2000" b="0" i="1" smtClean="0">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ea typeface="Cambria Math" panose="02040503050406030204" pitchFamily="18" charset="0"/>
                      </a:rPr>
                      <m:t>,  </m:t>
                    </m:r>
                    <m:r>
                      <a:rPr lang="en-US" altLang="ko-KR" sz="2000" i="1">
                        <a:latin typeface="Cambria Math" panose="02040503050406030204" pitchFamily="18" charset="0"/>
                      </a:rPr>
                      <m:t>𝑔𝑖𝑣𝑒𝑛</m:t>
                    </m:r>
                    <m:r>
                      <a:rPr lang="en-US" altLang="ko-KR" sz="2000" i="1">
                        <a:latin typeface="Cambria Math" panose="02040503050406030204" pitchFamily="18" charset="0"/>
                      </a:rPr>
                      <m:t> </m:t>
                    </m:r>
                    <m:r>
                      <a:rPr lang="en-US" altLang="ko-KR" sz="2000" b="0" i="1" smtClean="0">
                        <a:latin typeface="Cambria Math" panose="02040503050406030204" pitchFamily="18" charset="0"/>
                      </a:rPr>
                      <m:t>𝐹</m:t>
                    </m:r>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r>
                      <a:rPr lang="en-US" altLang="ko-KR" sz="2000" i="1" smtClean="0">
                        <a:latin typeface="Cambria Math" panose="02040503050406030204" pitchFamily="18" charset="0"/>
                      </a:rPr>
                      <m:t>𝑓</m:t>
                    </m:r>
                    <m:d>
                      <m:dPr>
                        <m:ctrlPr>
                          <a:rPr lang="en-US" altLang="ko-KR" sz="2000" b="0" i="1" smtClean="0">
                            <a:latin typeface="Cambria Math" panose="02040503050406030204" pitchFamily="18" charset="0"/>
                          </a:rPr>
                        </m:ctrlPr>
                      </m:dPr>
                      <m:e>
                        <m:r>
                          <a:rPr lang="en-US" altLang="ko-KR" sz="2000" b="0" i="1" smtClean="0">
                            <a:latin typeface="Cambria Math" panose="02040503050406030204" pitchFamily="18" charset="0"/>
                          </a:rPr>
                          <m:t>𝑥</m:t>
                        </m:r>
                      </m:e>
                    </m:d>
                    <m:r>
                      <a:rPr lang="en-US" altLang="ko-KR" sz="2000" b="0" i="1" smtClean="0">
                        <a:latin typeface="Cambria Math" panose="02040503050406030204" pitchFamily="18" charset="0"/>
                      </a:rPr>
                      <m:t>𝑔</m:t>
                    </m:r>
                    <m:r>
                      <a:rPr lang="en-US" altLang="ko-KR" sz="2000" b="0" i="1" smtClean="0">
                        <a:latin typeface="Cambria Math" panose="02040503050406030204" pitchFamily="18" charset="0"/>
                      </a:rPr>
                      <m:t>(</m:t>
                    </m:r>
                    <m:r>
                      <a:rPr lang="en-US" altLang="ko-KR" sz="2000" b="0" i="1" smtClean="0">
                        <a:latin typeface="Cambria Math" panose="02040503050406030204" pitchFamily="18" charset="0"/>
                      </a:rPr>
                      <m:t>𝑥</m:t>
                    </m:r>
                    <m:r>
                      <a:rPr lang="en-US" altLang="ko-KR" sz="2000" b="0" i="1" smtClean="0">
                        <a:latin typeface="Cambria Math" panose="02040503050406030204" pitchFamily="18" charset="0"/>
                      </a:rPr>
                      <m:t>)</m:t>
                    </m:r>
                  </m:oMath>
                </a14:m>
                <a:endParaRPr lang="ko-KR" altLang="en-US" sz="2000" i="1" dirty="0"/>
              </a:p>
            </p:txBody>
          </p:sp>
        </mc:Choice>
        <mc:Fallback xmlns="">
          <p:sp>
            <p:nvSpPr>
              <p:cNvPr id="12" name="TextBox 11"/>
              <p:cNvSpPr txBox="1">
                <a:spLocks noRot="1" noChangeAspect="1" noMove="1" noResize="1" noEditPoints="1" noAdjustHandles="1" noChangeArrowheads="1" noChangeShapeType="1" noTextEdit="1"/>
              </p:cNvSpPr>
              <p:nvPr/>
            </p:nvSpPr>
            <p:spPr>
              <a:xfrm>
                <a:off x="918755" y="1454128"/>
                <a:ext cx="6587701" cy="307777"/>
              </a:xfrm>
              <a:prstGeom prst="rect">
                <a:avLst/>
              </a:prstGeom>
              <a:blipFill>
                <a:blip r:embed="rId4"/>
                <a:stretch>
                  <a:fillRect l="-2407" t="-30000" b="-46000"/>
                </a:stretch>
              </a:blipFill>
            </p:spPr>
            <p:txBody>
              <a:bodyPr/>
              <a:lstStyle/>
              <a:p>
                <a:r>
                  <a:rPr lang="ko-KR" altLang="en-US">
                    <a:noFill/>
                  </a:rPr>
                  <a:t> </a:t>
                </a:r>
              </a:p>
            </p:txBody>
          </p:sp>
        </mc:Fallback>
      </mc:AlternateContent>
      <p:sp>
        <p:nvSpPr>
          <p:cNvPr id="14" name="원호 13">
            <a:extLst>
              <a:ext uri="{FF2B5EF4-FFF2-40B4-BE49-F238E27FC236}">
                <a16:creationId xmlns:a16="http://schemas.microsoft.com/office/drawing/2014/main" id="{720BE5F8-FF28-D338-132B-12A968F95379}"/>
              </a:ext>
            </a:extLst>
          </p:cNvPr>
          <p:cNvSpPr/>
          <p:nvPr/>
        </p:nvSpPr>
        <p:spPr>
          <a:xfrm>
            <a:off x="4326784" y="3438200"/>
            <a:ext cx="864341" cy="864207"/>
          </a:xfrm>
          <a:prstGeom prst="arc">
            <a:avLst>
              <a:gd name="adj1" fmla="val 11108524"/>
              <a:gd name="adj2" fmla="val 15586512"/>
            </a:avLst>
          </a:prstGeom>
          <a:ln w="9525">
            <a:solidFill>
              <a:srgbClr val="C00000"/>
            </a:solidFill>
            <a:headEnd type="triangl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mc:AlternateContent xmlns:mc="http://schemas.openxmlformats.org/markup-compatibility/2006" xmlns:a14="http://schemas.microsoft.com/office/drawing/2010/main">
        <mc:Choice Requires="a14">
          <p:sp>
            <p:nvSpPr>
              <p:cNvPr id="3" name="직사각형 2"/>
              <p:cNvSpPr/>
              <p:nvPr/>
            </p:nvSpPr>
            <p:spPr>
              <a:xfrm>
                <a:off x="4241059" y="3170401"/>
                <a:ext cx="2441566" cy="276999"/>
              </a:xfrm>
              <a:prstGeom prst="rect">
                <a:avLst/>
              </a:prstGeom>
            </p:spPr>
            <p:txBody>
              <a:bodyPr wrap="none">
                <a:spAutoFit/>
              </a:bodyPr>
              <a:lstStyle/>
              <a:p>
                <a:r>
                  <a:rPr lang="en-US" altLang="ko-KR" sz="1200" dirty="0">
                    <a:solidFill>
                      <a:schemeClr val="tx1"/>
                    </a:solidFill>
                    <a:latin typeface="Arial Narrow" panose="020B0606020202030204" pitchFamily="34" charset="0"/>
                    <a:cs typeface="Times New Roman" panose="02020603050405020304" pitchFamily="18" charset="0"/>
                  </a:rPr>
                  <a:t>Substituting and adding </a:t>
                </a:r>
                <a14:m>
                  <m:oMath xmlns:m="http://schemas.openxmlformats.org/officeDocument/2006/math">
                    <m:r>
                      <a:rPr lang="en-US" altLang="ko-KR" sz="1200" i="1">
                        <a:solidFill>
                          <a:schemeClr val="tx1"/>
                        </a:solidFill>
                        <a:latin typeface="Cambria Math" panose="02040503050406030204" pitchFamily="18" charset="0"/>
                      </a:rPr>
                      <m:t>𝑓</m:t>
                    </m:r>
                    <m:d>
                      <m:dPr>
                        <m:ctrlPr>
                          <a:rPr lang="en-US" altLang="ko-KR" sz="1200" i="1">
                            <a:solidFill>
                              <a:schemeClr val="tx1"/>
                            </a:solidFill>
                            <a:latin typeface="Cambria Math" panose="02040503050406030204" pitchFamily="18" charset="0"/>
                          </a:rPr>
                        </m:ctrlPr>
                      </m:dPr>
                      <m:e>
                        <m:r>
                          <a:rPr lang="en-US" altLang="ko-KR" sz="1200" i="1">
                            <a:solidFill>
                              <a:schemeClr val="tx1"/>
                            </a:solidFill>
                            <a:latin typeface="Cambria Math" panose="02040503050406030204" pitchFamily="18" charset="0"/>
                          </a:rPr>
                          <m:t>𝑥</m:t>
                        </m:r>
                      </m:e>
                    </m:d>
                    <m:r>
                      <a:rPr lang="en-US" altLang="ko-KR" sz="1200" i="1">
                        <a:solidFill>
                          <a:schemeClr val="tx1"/>
                        </a:solidFill>
                        <a:latin typeface="Cambria Math" panose="02040503050406030204" pitchFamily="18" charset="0"/>
                      </a:rPr>
                      <m:t>𝑔</m:t>
                    </m:r>
                    <m:d>
                      <m:dPr>
                        <m:ctrlPr>
                          <a:rPr lang="en-US" altLang="ko-KR" sz="1200" i="1">
                            <a:solidFill>
                              <a:schemeClr val="tx1"/>
                            </a:solidFill>
                            <a:latin typeface="Cambria Math" panose="02040503050406030204" pitchFamily="18" charset="0"/>
                          </a:rPr>
                        </m:ctrlPr>
                      </m:dPr>
                      <m:e>
                        <m:r>
                          <a:rPr lang="en-US" altLang="ko-KR" sz="1200" i="1">
                            <a:solidFill>
                              <a:schemeClr val="tx1"/>
                            </a:solidFill>
                            <a:latin typeface="Cambria Math" panose="02040503050406030204" pitchFamily="18" charset="0"/>
                          </a:rPr>
                          <m:t>𝑥</m:t>
                        </m:r>
                        <m:r>
                          <a:rPr lang="en-US" altLang="ko-KR" sz="1200" i="1">
                            <a:solidFill>
                              <a:schemeClr val="tx1"/>
                            </a:solidFill>
                            <a:latin typeface="Cambria Math" panose="02040503050406030204" pitchFamily="18" charset="0"/>
                          </a:rPr>
                          <m:t>+</m:t>
                        </m:r>
                        <m:r>
                          <a:rPr lang="en-US" altLang="ko-KR" sz="1200" i="1">
                            <a:solidFill>
                              <a:schemeClr val="tx1"/>
                            </a:solidFill>
                            <a:latin typeface="Cambria Math" panose="02040503050406030204" pitchFamily="18" charset="0"/>
                          </a:rPr>
                          <m:t>h</m:t>
                        </m:r>
                      </m:e>
                    </m:d>
                  </m:oMath>
                </a14:m>
                <a:r>
                  <a:rPr lang="en-US" altLang="ko-KR" sz="1200" dirty="0">
                    <a:solidFill>
                      <a:schemeClr val="tx1"/>
                    </a:solidFill>
                    <a:latin typeface="Arial Narrow" panose="020B0606020202030204" pitchFamily="34" charset="0"/>
                    <a:cs typeface="Times New Roman" panose="02020603050405020304" pitchFamily="18" charset="0"/>
                  </a:rPr>
                  <a:t> </a:t>
                </a:r>
                <a:endParaRPr lang="ko-KR" altLang="en-US" sz="1200" dirty="0">
                  <a:solidFill>
                    <a:schemeClr val="tx1"/>
                  </a:solidFill>
                </a:endParaRPr>
              </a:p>
            </p:txBody>
          </p:sp>
        </mc:Choice>
        <mc:Fallback xmlns="">
          <p:sp>
            <p:nvSpPr>
              <p:cNvPr id="3" name="직사각형 2"/>
              <p:cNvSpPr>
                <a:spLocks noRot="1" noChangeAspect="1" noMove="1" noResize="1" noEditPoints="1" noAdjustHandles="1" noChangeArrowheads="1" noChangeShapeType="1" noTextEdit="1"/>
              </p:cNvSpPr>
              <p:nvPr/>
            </p:nvSpPr>
            <p:spPr>
              <a:xfrm>
                <a:off x="4241059" y="3170401"/>
                <a:ext cx="2441566" cy="276999"/>
              </a:xfrm>
              <a:prstGeom prst="rect">
                <a:avLst/>
              </a:prstGeom>
              <a:blipFill>
                <a:blip r:embed="rId5"/>
                <a:stretch>
                  <a:fillRect l="-250" t="-2174" b="-13043"/>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172216412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mc:AlternateContent xmlns:mc="http://schemas.openxmlformats.org/markup-compatibility/2006" xmlns:a14="http://schemas.microsoft.com/office/drawing/2010/main">
        <mc:Choice Requires="a14">
          <p:graphicFrame>
            <p:nvGraphicFramePr>
              <p:cNvPr id="10" name="표 9"/>
              <p:cNvGraphicFramePr>
                <a:graphicFrameLocks noGrp="1"/>
              </p:cNvGraphicFramePr>
              <p:nvPr>
                <p:extLst>
                  <p:ext uri="{D42A27DB-BD31-4B8C-83A1-F6EECF244321}">
                    <p14:modId xmlns:p14="http://schemas.microsoft.com/office/powerpoint/2010/main" val="1257550604"/>
                  </p:ext>
                </p:extLst>
              </p:nvPr>
            </p:nvGraphicFramePr>
            <p:xfrm>
              <a:off x="930342" y="2531450"/>
              <a:ext cx="6019098" cy="3541915"/>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41513">
                    <a:tc>
                      <a:txBody>
                        <a:bodyPr/>
                        <a:lstStyle/>
                        <a:p>
                          <a:pPr algn="l" latinLnBrk="1"/>
                          <a:endParaRPr lang="ko-KR" altLang="en-US" sz="14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49850590"/>
                      </a:ext>
                    </a:extLst>
                  </a:tr>
                  <a:tr h="64151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p>
                                  <m:sSupPr>
                                    <m:ctrlPr>
                                      <a:rPr lang="en-US" altLang="ko-KR" sz="1400" i="1" smtClean="0">
                                        <a:latin typeface="Cambria Math" panose="02040503050406030204" pitchFamily="18" charset="0"/>
                                      </a:rPr>
                                    </m:ctrlPr>
                                  </m:sSupPr>
                                  <m:e>
                                    <m:r>
                                      <a:rPr lang="en-US" altLang="ko-KR" sz="1400" b="0" i="1" smtClean="0">
                                        <a:latin typeface="Cambria Math" panose="02040503050406030204" pitchFamily="18" charset="0"/>
                                      </a:rPr>
                                      <m:t>𝐹</m:t>
                                    </m:r>
                                  </m:e>
                                  <m:sup>
                                    <m:r>
                                      <a:rPr lang="en-US" altLang="ko-KR" sz="1400" i="1">
                                        <a:latin typeface="Cambria Math" panose="02040503050406030204" pitchFamily="18" charset="0"/>
                                      </a:rPr>
                                      <m:t>′</m:t>
                                    </m:r>
                                  </m:sup>
                                </m:sSup>
                                <m:d>
                                  <m:dPr>
                                    <m:ctrlPr>
                                      <a:rPr lang="en-US" altLang="ko-KR" sz="1400" i="1">
                                        <a:latin typeface="Cambria Math" panose="02040503050406030204" pitchFamily="18" charset="0"/>
                                      </a:rPr>
                                    </m:ctrlPr>
                                  </m:dPr>
                                  <m:e>
                                    <m:r>
                                      <a:rPr lang="en-US" altLang="ko-KR" sz="1400" i="1">
                                        <a:latin typeface="Cambria Math" panose="02040503050406030204" pitchFamily="18" charset="0"/>
                                      </a:rPr>
                                      <m:t>𝑥</m:t>
                                    </m:r>
                                  </m:e>
                                </m:d>
                                <m:r>
                                  <a:rPr lang="en-US" altLang="ko-KR" sz="1400" i="1">
                                    <a:latin typeface="Cambria Math" panose="02040503050406030204" pitchFamily="18" charset="0"/>
                                  </a:rPr>
                                  <m:t>=</m:t>
                                </m:r>
                                <m:sSup>
                                  <m:sSupPr>
                                    <m:ctrlPr>
                                      <a:rPr lang="en-US" altLang="ko-KR" sz="1400" b="0" i="1" smtClean="0">
                                        <a:latin typeface="Cambria Math" panose="02040503050406030204" pitchFamily="18" charset="0"/>
                                      </a:rPr>
                                    </m:ctrlPr>
                                  </m:sSupPr>
                                  <m:e>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𝑓</m:t>
                                    </m:r>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r>
                                      <a:rPr lang="en-US" altLang="ko-KR" sz="1400" b="0" i="1" smtClean="0">
                                        <a:latin typeface="Cambria Math" panose="02040503050406030204" pitchFamily="18" charset="0"/>
                                      </a:rPr>
                                      <m:t>𝑔</m:t>
                                    </m:r>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r>
                                      <a:rPr lang="en-US" altLang="ko-KR" sz="1400" b="0" i="1" smtClean="0">
                                        <a:latin typeface="Cambria Math" panose="02040503050406030204" pitchFamily="18" charset="0"/>
                                      </a:rPr>
                                      <m:t>h</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𝑥</m:t>
                                    </m:r>
                                    <m:r>
                                      <a:rPr lang="en-US" altLang="ko-KR" sz="1400" b="0" i="1" smtClean="0">
                                        <a:latin typeface="Cambria Math" panose="02040503050406030204" pitchFamily="18" charset="0"/>
                                      </a:rPr>
                                      <m:t>)]</m:t>
                                    </m:r>
                                  </m:e>
                                  <m:sup>
                                    <m:r>
                                      <a:rPr lang="en-US" altLang="ko-KR" sz="1400" b="0" i="1" smtClean="0">
                                        <a:latin typeface="Cambria Math" panose="02040503050406030204" pitchFamily="18" charset="0"/>
                                      </a:rPr>
                                      <m:t>′</m:t>
                                    </m:r>
                                  </m:sup>
                                </m:sSup>
                                <m:r>
                                  <a:rPr lang="en-US" altLang="ko-KR" sz="1400" smtClean="0">
                                    <a:latin typeface="Cambria Math" panose="02040503050406030204" pitchFamily="18" charset="0"/>
                                  </a:rPr>
                                  <m:t>=</m:t>
                                </m:r>
                                <m:sSup>
                                  <m:sSupPr>
                                    <m:ctrlPr>
                                      <a:rPr lang="en-US" altLang="ko-KR" sz="1400" b="0" i="1" smtClean="0">
                                        <a:latin typeface="Cambria Math" panose="02040503050406030204" pitchFamily="18" charset="0"/>
                                      </a:rPr>
                                    </m:ctrlPr>
                                  </m:sSupPr>
                                  <m:e>
                                    <m:r>
                                      <a:rPr lang="en-US" altLang="ko-KR" sz="1400" b="0" i="0" smtClean="0">
                                        <a:latin typeface="Cambria Math" panose="02040503050406030204" pitchFamily="18" charset="0"/>
                                      </a:rPr>
                                      <m:t>[[</m:t>
                                    </m:r>
                                    <m:r>
                                      <a:rPr lang="en-US" altLang="ko-KR" sz="1400" b="0" i="1" smtClean="0">
                                        <a:latin typeface="Cambria Math" panose="02040503050406030204" pitchFamily="18" charset="0"/>
                                      </a:rPr>
                                      <m:t>𝑓</m:t>
                                    </m:r>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r>
                                      <a:rPr lang="en-US" altLang="ko-KR" sz="1400" b="0" i="1" smtClean="0">
                                        <a:latin typeface="Cambria Math" panose="02040503050406030204" pitchFamily="18" charset="0"/>
                                      </a:rPr>
                                      <m:t>𝑔</m:t>
                                    </m:r>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r>
                                      <a:rPr lang="en-US" altLang="ko-KR" sz="1400" b="0" i="0" smtClean="0">
                                        <a:latin typeface="Cambria Math" panose="02040503050406030204" pitchFamily="18" charset="0"/>
                                      </a:rPr>
                                      <m:t>]</m:t>
                                    </m:r>
                                    <m:r>
                                      <a:rPr lang="en-US" altLang="ko-KR" sz="1400" b="0" i="1" smtClean="0">
                                        <a:latin typeface="Cambria Math" panose="02040503050406030204" pitchFamily="18" charset="0"/>
                                      </a:rPr>
                                      <m:t>h</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𝑥</m:t>
                                    </m:r>
                                    <m:r>
                                      <a:rPr lang="en-US" altLang="ko-KR" sz="1400" b="0" i="1" smtClean="0">
                                        <a:latin typeface="Cambria Math" panose="02040503050406030204" pitchFamily="18" charset="0"/>
                                      </a:rPr>
                                      <m:t>)</m:t>
                                    </m:r>
                                    <m:r>
                                      <a:rPr lang="en-US" altLang="ko-KR" sz="1400" b="0" i="0" smtClean="0">
                                        <a:latin typeface="Cambria Math" panose="02040503050406030204" pitchFamily="18" charset="0"/>
                                      </a:rPr>
                                      <m:t>]</m:t>
                                    </m:r>
                                  </m:e>
                                  <m:sup>
                                    <m:r>
                                      <a:rPr lang="en-US" altLang="ko-KR" sz="1400" b="0" i="1" smtClean="0">
                                        <a:latin typeface="Cambria Math" panose="02040503050406030204" pitchFamily="18" charset="0"/>
                                      </a:rPr>
                                      <m:t>′</m:t>
                                    </m:r>
                                  </m:sup>
                                </m:sSup>
                              </m:oMath>
                            </m:oMathPara>
                          </a14:m>
                          <a:endParaRPr lang="ko-KR" altLang="en-US" sz="14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50883624"/>
                      </a:ext>
                    </a:extLst>
                  </a:tr>
                  <a:tr h="6112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9591821"/>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71924127"/>
                      </a:ext>
                    </a:extLst>
                  </a:tr>
                  <a:tr h="549223">
                    <a:tc>
                      <a:txBody>
                        <a:bodyPr/>
                        <a:lstStyle/>
                        <a:p>
                          <a:pPr algn="l" latinLnBrk="1"/>
                          <a:endParaRPr lang="ko-KR" altLang="en-US" sz="14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33410646"/>
                      </a:ext>
                    </a:extLst>
                  </a:tr>
                </a:tbl>
              </a:graphicData>
            </a:graphic>
          </p:graphicFrame>
        </mc:Choice>
        <mc:Fallback xmlns="">
          <p:graphicFrame>
            <p:nvGraphicFramePr>
              <p:cNvPr id="10" name="표 9"/>
              <p:cNvGraphicFramePr>
                <a:graphicFrameLocks noGrp="1"/>
              </p:cNvGraphicFramePr>
              <p:nvPr>
                <p:extLst>
                  <p:ext uri="{D42A27DB-BD31-4B8C-83A1-F6EECF244321}">
                    <p14:modId xmlns:p14="http://schemas.microsoft.com/office/powerpoint/2010/main" val="1257550604"/>
                  </p:ext>
                </p:extLst>
              </p:nvPr>
            </p:nvGraphicFramePr>
            <p:xfrm>
              <a:off x="930342" y="2531450"/>
              <a:ext cx="6019098" cy="3541915"/>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41513">
                    <a:tc>
                      <a:txBody>
                        <a:bodyPr/>
                        <a:lstStyle/>
                        <a:p>
                          <a:pPr algn="l" latinLnBrk="1"/>
                          <a:endParaRPr lang="ko-KR" altLang="en-US" sz="14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49850590"/>
                      </a:ext>
                    </a:extLst>
                  </a:tr>
                  <a:tr h="641513">
                    <a:tc>
                      <a:txBody>
                        <a:bodyPr/>
                        <a:lstStyle/>
                        <a:p>
                          <a:endParaRPr lang="ko-K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99057" b="-350000"/>
                          </a:stretch>
                        </a:blipFill>
                      </a:tcPr>
                    </a:tc>
                    <a:extLst>
                      <a:ext uri="{0D108BD9-81ED-4DB2-BD59-A6C34878D82A}">
                        <a16:rowId xmlns:a16="http://schemas.microsoft.com/office/drawing/2014/main" val="450883624"/>
                      </a:ext>
                    </a:extLst>
                  </a:tr>
                  <a:tr h="6112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9591821"/>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71924127"/>
                      </a:ext>
                    </a:extLst>
                  </a:tr>
                  <a:tr h="549223">
                    <a:tc>
                      <a:txBody>
                        <a:bodyPr/>
                        <a:lstStyle/>
                        <a:p>
                          <a:pPr algn="l" latinLnBrk="1"/>
                          <a:endParaRPr lang="ko-KR" altLang="en-US" sz="14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33410646"/>
                      </a:ext>
                    </a:extLst>
                  </a:tr>
                </a:tbl>
              </a:graphicData>
            </a:graphic>
          </p:graphicFrame>
        </mc:Fallback>
      </mc:AlternateContent>
      <mc:AlternateContent xmlns:mc="http://schemas.openxmlformats.org/markup-compatibility/2006" xmlns:a14="http://schemas.microsoft.com/office/drawing/2010/main">
        <mc:Choice Requires="a14">
          <p:sp>
            <p:nvSpPr>
              <p:cNvPr id="9" name="TextBox 8"/>
              <p:cNvSpPr txBox="1"/>
              <p:nvPr/>
            </p:nvSpPr>
            <p:spPr>
              <a:xfrm>
                <a:off x="918754" y="1356592"/>
                <a:ext cx="7371805" cy="923330"/>
              </a:xfrm>
              <a:prstGeom prst="rect">
                <a:avLst/>
              </a:prstGeom>
              <a:noFill/>
            </p:spPr>
            <p:txBody>
              <a:bodyPr wrap="square" lIns="0" tIns="0" rIns="0" bIns="0" rtlCol="0">
                <a:spAutoFit/>
              </a:bodyPr>
              <a:lstStyle/>
              <a:p>
                <a:pPr>
                  <a:lnSpc>
                    <a:spcPct val="150000"/>
                  </a:lnSpc>
                </a:pPr>
                <a:r>
                  <a:rPr lang="ko-KR" altLang="en-US" sz="2000" dirty="0"/>
                  <a:t>⑧</a:t>
                </a:r>
                <a14:m>
                  <m:oMath xmlns:m="http://schemas.openxmlformats.org/officeDocument/2006/math">
                    <m:sSup>
                      <m:sSupPr>
                        <m:ctrlPr>
                          <a:rPr lang="en-US" altLang="ko-KR" sz="2000" i="1">
                            <a:latin typeface="Cambria Math" panose="02040503050406030204" pitchFamily="18" charset="0"/>
                          </a:rPr>
                        </m:ctrlPr>
                      </m:sSupPr>
                      <m:e>
                        <m:r>
                          <a:rPr lang="en-US" altLang="ko-KR" sz="2000" b="0" i="1" smtClean="0">
                            <a:latin typeface="Cambria Math" panose="02040503050406030204" pitchFamily="18" charset="0"/>
                          </a:rPr>
                          <m:t>𝐹</m:t>
                        </m:r>
                      </m:e>
                      <m:sup>
                        <m:r>
                          <a:rPr lang="en-US" altLang="ko-KR" sz="2000" i="1">
                            <a:latin typeface="Cambria Math" panose="02040503050406030204" pitchFamily="18" charset="0"/>
                          </a:rPr>
                          <m:t>′</m:t>
                        </m:r>
                      </m:sup>
                    </m:sSup>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sSup>
                      <m:sSupPr>
                        <m:ctrlPr>
                          <a:rPr lang="en-US" altLang="ko-KR" sz="2000" i="1">
                            <a:latin typeface="Cambria Math" panose="02040503050406030204" pitchFamily="18" charset="0"/>
                          </a:rPr>
                        </m:ctrlPr>
                      </m:sSupPr>
                      <m:e>
                        <m:r>
                          <a:rPr lang="en-US" altLang="ko-KR" sz="2000" i="1">
                            <a:latin typeface="Cambria Math" panose="02040503050406030204" pitchFamily="18" charset="0"/>
                          </a:rPr>
                          <m:t>𝑓</m:t>
                        </m:r>
                      </m:e>
                      <m:sup>
                        <m:r>
                          <a:rPr lang="en-US" altLang="ko-KR" sz="2000" i="1">
                            <a:latin typeface="Cambria Math" panose="02040503050406030204" pitchFamily="18" charset="0"/>
                          </a:rPr>
                          <m:t>′</m:t>
                        </m:r>
                      </m:sup>
                    </m:sSup>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𝑔</m:t>
                    </m:r>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b="0" i="1" smtClean="0">
                        <a:latin typeface="Cambria Math" panose="02040503050406030204" pitchFamily="18" charset="0"/>
                      </a:rPr>
                      <m:t>h</m:t>
                    </m:r>
                    <m:d>
                      <m:dPr>
                        <m:ctrlPr>
                          <a:rPr lang="en-US" altLang="ko-KR" sz="2000" b="0" i="1" smtClean="0">
                            <a:latin typeface="Cambria Math" panose="02040503050406030204" pitchFamily="18" charset="0"/>
                          </a:rPr>
                        </m:ctrlPr>
                      </m:dPr>
                      <m:e>
                        <m:r>
                          <a:rPr lang="en-US" altLang="ko-KR" sz="2000" b="0" i="1" smtClean="0">
                            <a:latin typeface="Cambria Math" panose="02040503050406030204" pitchFamily="18" charset="0"/>
                          </a:rPr>
                          <m:t>𝑥</m:t>
                        </m:r>
                      </m:e>
                    </m:d>
                    <m:r>
                      <a:rPr lang="en-US" altLang="ko-KR" sz="2000" b="0" i="1" smtClean="0">
                        <a:latin typeface="Cambria Math" panose="02040503050406030204" pitchFamily="18" charset="0"/>
                      </a:rPr>
                      <m:t>+ </m:t>
                    </m:r>
                    <m:r>
                      <a:rPr lang="en-US" altLang="ko-KR" sz="2000" i="1" smtClean="0">
                        <a:latin typeface="Cambria Math" panose="02040503050406030204" pitchFamily="18" charset="0"/>
                      </a:rPr>
                      <m:t>𝑓</m:t>
                    </m:r>
                    <m:d>
                      <m:dPr>
                        <m:ctrlPr>
                          <a:rPr lang="en-US" altLang="ko-KR" sz="2000" b="0" i="1" smtClean="0">
                            <a:latin typeface="Cambria Math" panose="02040503050406030204" pitchFamily="18" charset="0"/>
                          </a:rPr>
                        </m:ctrlPr>
                      </m:dPr>
                      <m:e>
                        <m:r>
                          <a:rPr lang="en-US" altLang="ko-KR" sz="2000" b="0" i="1" smtClean="0">
                            <a:latin typeface="Cambria Math" panose="02040503050406030204" pitchFamily="18" charset="0"/>
                          </a:rPr>
                          <m:t>𝑥</m:t>
                        </m:r>
                      </m:e>
                    </m:d>
                    <m:sSup>
                      <m:sSupPr>
                        <m:ctrlPr>
                          <a:rPr lang="en-US" altLang="ko-KR" sz="2000" b="0" i="1" smtClean="0">
                            <a:latin typeface="Cambria Math" panose="02040503050406030204" pitchFamily="18" charset="0"/>
                          </a:rPr>
                        </m:ctrlPr>
                      </m:sSupPr>
                      <m:e>
                        <m:r>
                          <a:rPr lang="en-US" altLang="ko-KR" sz="2000" b="0" i="1" smtClean="0">
                            <a:latin typeface="Cambria Math" panose="02040503050406030204" pitchFamily="18" charset="0"/>
                          </a:rPr>
                          <m:t>𝑔</m:t>
                        </m:r>
                      </m:e>
                      <m:sup>
                        <m:r>
                          <a:rPr lang="en-US" altLang="ko-KR" sz="2000" b="0" i="1" smtClean="0">
                            <a:latin typeface="Cambria Math" panose="02040503050406030204" pitchFamily="18" charset="0"/>
                          </a:rPr>
                          <m:t>′</m:t>
                        </m:r>
                      </m:sup>
                    </m:sSup>
                    <m:d>
                      <m:dPr>
                        <m:ctrlPr>
                          <a:rPr lang="en-US" altLang="ko-KR" sz="2000" b="0" i="1" smtClean="0">
                            <a:latin typeface="Cambria Math" panose="02040503050406030204" pitchFamily="18" charset="0"/>
                          </a:rPr>
                        </m:ctrlPr>
                      </m:dPr>
                      <m:e>
                        <m:r>
                          <a:rPr lang="en-US" altLang="ko-KR" sz="2000" b="0" i="1" smtClean="0">
                            <a:latin typeface="Cambria Math" panose="02040503050406030204" pitchFamily="18" charset="0"/>
                          </a:rPr>
                          <m:t>𝑥</m:t>
                        </m:r>
                      </m:e>
                    </m:d>
                    <m:r>
                      <a:rPr lang="en-US" altLang="ko-KR" sz="2000" b="0" i="1" smtClean="0">
                        <a:latin typeface="Cambria Math" panose="02040503050406030204" pitchFamily="18" charset="0"/>
                      </a:rPr>
                      <m:t>h</m:t>
                    </m:r>
                    <m:d>
                      <m:dPr>
                        <m:ctrlPr>
                          <a:rPr lang="en-US" altLang="ko-KR" sz="2000" b="0" i="1" smtClean="0">
                            <a:latin typeface="Cambria Math" panose="02040503050406030204" pitchFamily="18" charset="0"/>
                          </a:rPr>
                        </m:ctrlPr>
                      </m:dPr>
                      <m:e>
                        <m:r>
                          <a:rPr lang="en-US" altLang="ko-KR" sz="2000" b="0" i="1" smtClean="0">
                            <a:latin typeface="Cambria Math" panose="02040503050406030204" pitchFamily="18" charset="0"/>
                          </a:rPr>
                          <m:t>𝑥</m:t>
                        </m:r>
                      </m:e>
                    </m:d>
                    <m:r>
                      <a:rPr lang="en-US" altLang="ko-KR" sz="2000" b="0" i="1" smtClean="0">
                        <a:latin typeface="Cambria Math" panose="02040503050406030204" pitchFamily="18" charset="0"/>
                      </a:rPr>
                      <m:t>+</m:t>
                    </m:r>
                    <m:r>
                      <a:rPr lang="en-US" altLang="ko-KR" sz="2000" i="1">
                        <a:latin typeface="Cambria Math" panose="02040503050406030204" pitchFamily="18" charset="0"/>
                      </a:rPr>
                      <m:t>𝑓</m:t>
                    </m:r>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b="0" i="1" smtClean="0">
                        <a:latin typeface="Cambria Math" panose="02040503050406030204" pitchFamily="18" charset="0"/>
                      </a:rPr>
                      <m:t>𝑔</m:t>
                    </m:r>
                    <m:d>
                      <m:dPr>
                        <m:ctrlPr>
                          <a:rPr lang="en-US" altLang="ko-KR" sz="2000" b="0" i="1" smtClean="0">
                            <a:latin typeface="Cambria Math" panose="02040503050406030204" pitchFamily="18" charset="0"/>
                          </a:rPr>
                        </m:ctrlPr>
                      </m:dPr>
                      <m:e>
                        <m:r>
                          <a:rPr lang="en-US" altLang="ko-KR" sz="2000" i="1">
                            <a:latin typeface="Cambria Math" panose="02040503050406030204" pitchFamily="18" charset="0"/>
                          </a:rPr>
                          <m:t>𝑥</m:t>
                        </m:r>
                      </m:e>
                    </m:d>
                    <m:sSup>
                      <m:sSupPr>
                        <m:ctrlPr>
                          <a:rPr lang="en-US" altLang="ko-KR" sz="2000" i="1">
                            <a:latin typeface="Cambria Math" panose="02040503050406030204" pitchFamily="18" charset="0"/>
                          </a:rPr>
                        </m:ctrlPr>
                      </m:sSupPr>
                      <m:e>
                        <m:r>
                          <a:rPr lang="en-US" altLang="ko-KR" sz="2000" b="0" i="1" smtClean="0">
                            <a:latin typeface="Cambria Math" panose="02040503050406030204" pitchFamily="18" charset="0"/>
                          </a:rPr>
                          <m:t>h</m:t>
                        </m:r>
                      </m:e>
                      <m:sup>
                        <m:r>
                          <a:rPr lang="en-US" altLang="ko-KR" sz="2000" i="1">
                            <a:latin typeface="Cambria Math" panose="02040503050406030204" pitchFamily="18" charset="0"/>
                          </a:rPr>
                          <m:t>′</m:t>
                        </m:r>
                      </m:sup>
                    </m:sSup>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b="0" i="1" smtClean="0">
                        <a:latin typeface="Cambria Math" panose="02040503050406030204" pitchFamily="18" charset="0"/>
                      </a:rPr>
                      <m:t> ,</m:t>
                    </m:r>
                  </m:oMath>
                </a14:m>
                <a:endParaRPr lang="en-US" altLang="ko-KR" sz="2000" i="1" dirty="0">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centerGroup"/>
                    </m:oMathParaPr>
                    <m:oMath xmlns:m="http://schemas.openxmlformats.org/officeDocument/2006/math">
                      <m:r>
                        <a:rPr lang="en-US" altLang="ko-KR" sz="2000" i="1">
                          <a:latin typeface="Cambria Math" panose="02040503050406030204" pitchFamily="18" charset="0"/>
                          <a:ea typeface="Cambria Math" panose="02040503050406030204" pitchFamily="18" charset="0"/>
                        </a:rPr>
                        <m:t>  </m:t>
                      </m:r>
                      <m:r>
                        <a:rPr lang="en-US" altLang="ko-KR" sz="2000" i="1">
                          <a:latin typeface="Cambria Math" panose="02040503050406030204" pitchFamily="18" charset="0"/>
                        </a:rPr>
                        <m:t>𝑔𝑖𝑣𝑒𝑛</m:t>
                      </m:r>
                      <m:r>
                        <a:rPr lang="en-US" altLang="ko-KR" sz="2000" i="1">
                          <a:latin typeface="Cambria Math" panose="02040503050406030204" pitchFamily="18" charset="0"/>
                        </a:rPr>
                        <m:t> </m:t>
                      </m:r>
                      <m:r>
                        <a:rPr lang="en-US" altLang="ko-KR" sz="2000" b="0" i="1" smtClean="0">
                          <a:latin typeface="Cambria Math" panose="02040503050406030204" pitchFamily="18" charset="0"/>
                        </a:rPr>
                        <m:t>𝑡h𝑒</m:t>
                      </m:r>
                      <m:r>
                        <a:rPr lang="en-US" altLang="ko-KR" sz="2000" b="0" i="1" smtClean="0">
                          <a:latin typeface="Cambria Math" panose="02040503050406030204" pitchFamily="18" charset="0"/>
                        </a:rPr>
                        <m:t> </m:t>
                      </m:r>
                      <m:r>
                        <a:rPr lang="en-US" altLang="ko-KR" sz="2000" b="0" i="1" smtClean="0">
                          <a:latin typeface="Cambria Math" panose="02040503050406030204" pitchFamily="18" charset="0"/>
                        </a:rPr>
                        <m:t>𝑐𝑜𝑚𝑝𝑜𝑠𝑖𝑡𝑒</m:t>
                      </m:r>
                      <m:r>
                        <a:rPr lang="en-US" altLang="ko-KR" sz="2000" b="0" i="1" smtClean="0">
                          <a:latin typeface="Cambria Math" panose="02040503050406030204" pitchFamily="18" charset="0"/>
                        </a:rPr>
                        <m:t> </m:t>
                      </m:r>
                      <m:r>
                        <a:rPr lang="en-US" altLang="ko-KR" sz="2000" b="0" i="1" smtClean="0">
                          <a:latin typeface="Cambria Math" panose="02040503050406030204" pitchFamily="18" charset="0"/>
                        </a:rPr>
                        <m:t>𝑓𝑢𝑛𝑐𝑡𝑖𝑜𝑛</m:t>
                      </m:r>
                      <m:r>
                        <a:rPr lang="en-US" altLang="ko-KR" sz="2000" b="0" i="1" smtClean="0">
                          <a:latin typeface="Cambria Math" panose="02040503050406030204" pitchFamily="18" charset="0"/>
                        </a:rPr>
                        <m:t> </m:t>
                      </m:r>
                      <m:r>
                        <a:rPr lang="en-US" altLang="ko-KR" sz="2000" b="0" i="1" smtClean="0">
                          <a:latin typeface="Cambria Math" panose="02040503050406030204" pitchFamily="18" charset="0"/>
                        </a:rPr>
                        <m:t>𝐹</m:t>
                      </m:r>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r>
                        <a:rPr lang="en-US" altLang="ko-KR" sz="2000" i="1" smtClean="0">
                          <a:latin typeface="Cambria Math" panose="02040503050406030204" pitchFamily="18" charset="0"/>
                        </a:rPr>
                        <m:t>𝑓</m:t>
                      </m:r>
                      <m:d>
                        <m:dPr>
                          <m:ctrlPr>
                            <a:rPr lang="en-US" altLang="ko-KR" sz="2000" b="0" i="1" smtClean="0">
                              <a:latin typeface="Cambria Math" panose="02040503050406030204" pitchFamily="18" charset="0"/>
                            </a:rPr>
                          </m:ctrlPr>
                        </m:dPr>
                        <m:e>
                          <m:r>
                            <a:rPr lang="en-US" altLang="ko-KR" sz="2000" b="0" i="1" smtClean="0">
                              <a:latin typeface="Cambria Math" panose="02040503050406030204" pitchFamily="18" charset="0"/>
                            </a:rPr>
                            <m:t>𝑥</m:t>
                          </m:r>
                        </m:e>
                      </m:d>
                      <m:r>
                        <a:rPr lang="en-US" altLang="ko-KR" sz="2000" i="1">
                          <a:latin typeface="Cambria Math" panose="02040503050406030204" pitchFamily="18" charset="0"/>
                        </a:rPr>
                        <m:t>𝑔</m:t>
                      </m:r>
                      <m:r>
                        <a:rPr lang="en-US" altLang="ko-KR" sz="2000" i="1">
                          <a:latin typeface="Cambria Math" panose="02040503050406030204" pitchFamily="18" charset="0"/>
                        </a:rPr>
                        <m:t>(</m:t>
                      </m:r>
                      <m:r>
                        <a:rPr lang="en-US" altLang="ko-KR" sz="2000" i="1">
                          <a:latin typeface="Cambria Math" panose="02040503050406030204" pitchFamily="18" charset="0"/>
                        </a:rPr>
                        <m:t>𝑥</m:t>
                      </m:r>
                      <m:r>
                        <a:rPr lang="en-US" altLang="ko-KR" sz="2000" i="1">
                          <a:latin typeface="Cambria Math" panose="02040503050406030204" pitchFamily="18" charset="0"/>
                        </a:rPr>
                        <m:t>)</m:t>
                      </m:r>
                      <m:r>
                        <a:rPr lang="en-US" altLang="ko-KR" sz="2000" i="1">
                          <a:latin typeface="Cambria Math" panose="02040503050406030204" pitchFamily="18" charset="0"/>
                        </a:rPr>
                        <m:t>h</m:t>
                      </m:r>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oMath>
                  </m:oMathPara>
                </a14:m>
                <a:endParaRPr lang="ko-KR" altLang="en-US" sz="2000" i="1" dirty="0"/>
              </a:p>
            </p:txBody>
          </p:sp>
        </mc:Choice>
        <mc:Fallback xmlns="">
          <p:sp>
            <p:nvSpPr>
              <p:cNvPr id="9" name="TextBox 8"/>
              <p:cNvSpPr txBox="1">
                <a:spLocks noRot="1" noChangeAspect="1" noMove="1" noResize="1" noEditPoints="1" noAdjustHandles="1" noChangeArrowheads="1" noChangeShapeType="1" noTextEdit="1"/>
              </p:cNvSpPr>
              <p:nvPr/>
            </p:nvSpPr>
            <p:spPr>
              <a:xfrm>
                <a:off x="918754" y="1356592"/>
                <a:ext cx="7371805" cy="923330"/>
              </a:xfrm>
              <a:prstGeom prst="rect">
                <a:avLst/>
              </a:prstGeom>
              <a:blipFill>
                <a:blip r:embed="rId4"/>
                <a:stretch>
                  <a:fillRect l="-2151"/>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100755441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mc:AlternateContent xmlns:mc="http://schemas.openxmlformats.org/markup-compatibility/2006" xmlns:a14="http://schemas.microsoft.com/office/drawing/2010/main">
        <mc:Choice Requires="a14">
          <p:graphicFrame>
            <p:nvGraphicFramePr>
              <p:cNvPr id="10" name="표 9"/>
              <p:cNvGraphicFramePr>
                <a:graphicFrameLocks noGrp="1"/>
              </p:cNvGraphicFramePr>
              <p:nvPr>
                <p:extLst>
                  <p:ext uri="{D42A27DB-BD31-4B8C-83A1-F6EECF244321}">
                    <p14:modId xmlns:p14="http://schemas.microsoft.com/office/powerpoint/2010/main" val="2030774015"/>
                  </p:ext>
                </p:extLst>
              </p:nvPr>
            </p:nvGraphicFramePr>
            <p:xfrm>
              <a:off x="930342" y="2531450"/>
              <a:ext cx="6019098" cy="3541915"/>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41513">
                    <a:tc>
                      <a:txBody>
                        <a:bodyPr/>
                        <a:lstStyle/>
                        <a:p>
                          <a:pPr algn="l" latinLnBrk="1"/>
                          <a:endParaRPr lang="ko-KR" altLang="en-US" sz="14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49850590"/>
                      </a:ext>
                    </a:extLst>
                  </a:tr>
                  <a:tr h="64151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p>
                                  <m:sSupPr>
                                    <m:ctrlPr>
                                      <a:rPr lang="en-US" altLang="ko-KR" sz="1400" i="1" smtClean="0">
                                        <a:latin typeface="Cambria Math" panose="02040503050406030204" pitchFamily="18" charset="0"/>
                                      </a:rPr>
                                    </m:ctrlPr>
                                  </m:sSupPr>
                                  <m:e>
                                    <m:r>
                                      <a:rPr lang="en-US" altLang="ko-KR" sz="1400" b="0" i="1" smtClean="0">
                                        <a:latin typeface="Cambria Math" panose="02040503050406030204" pitchFamily="18" charset="0"/>
                                      </a:rPr>
                                      <m:t>𝐹</m:t>
                                    </m:r>
                                  </m:e>
                                  <m:sup>
                                    <m:r>
                                      <a:rPr lang="en-US" altLang="ko-KR" sz="1400" i="1">
                                        <a:latin typeface="Cambria Math" panose="02040503050406030204" pitchFamily="18" charset="0"/>
                                      </a:rPr>
                                      <m:t>′</m:t>
                                    </m:r>
                                  </m:sup>
                                </m:sSup>
                                <m:d>
                                  <m:dPr>
                                    <m:ctrlPr>
                                      <a:rPr lang="en-US" altLang="ko-KR" sz="1400" i="1">
                                        <a:latin typeface="Cambria Math" panose="02040503050406030204" pitchFamily="18" charset="0"/>
                                      </a:rPr>
                                    </m:ctrlPr>
                                  </m:dPr>
                                  <m:e>
                                    <m:r>
                                      <a:rPr lang="en-US" altLang="ko-KR" sz="1400" i="1">
                                        <a:latin typeface="Cambria Math" panose="02040503050406030204" pitchFamily="18" charset="0"/>
                                      </a:rPr>
                                      <m:t>𝑥</m:t>
                                    </m:r>
                                  </m:e>
                                </m:d>
                                <m:r>
                                  <a:rPr lang="en-US" altLang="ko-KR" sz="1400" i="1">
                                    <a:latin typeface="Cambria Math" panose="02040503050406030204" pitchFamily="18" charset="0"/>
                                  </a:rPr>
                                  <m:t>=</m:t>
                                </m:r>
                                <m:sSup>
                                  <m:sSupPr>
                                    <m:ctrlPr>
                                      <a:rPr lang="en-US" altLang="ko-KR" sz="1400" b="0" i="1" smtClean="0">
                                        <a:latin typeface="Cambria Math" panose="02040503050406030204" pitchFamily="18" charset="0"/>
                                      </a:rPr>
                                    </m:ctrlPr>
                                  </m:sSupPr>
                                  <m:e>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𝑓</m:t>
                                    </m:r>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r>
                                      <a:rPr lang="en-US" altLang="ko-KR" sz="1400" b="0" i="1" smtClean="0">
                                        <a:latin typeface="Cambria Math" panose="02040503050406030204" pitchFamily="18" charset="0"/>
                                      </a:rPr>
                                      <m:t>𝑔</m:t>
                                    </m:r>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r>
                                      <a:rPr lang="en-US" altLang="ko-KR" sz="1400" b="0" i="1" smtClean="0">
                                        <a:latin typeface="Cambria Math" panose="02040503050406030204" pitchFamily="18" charset="0"/>
                                      </a:rPr>
                                      <m:t>h</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𝑥</m:t>
                                    </m:r>
                                    <m:r>
                                      <a:rPr lang="en-US" altLang="ko-KR" sz="1400" b="0" i="1" smtClean="0">
                                        <a:latin typeface="Cambria Math" panose="02040503050406030204" pitchFamily="18" charset="0"/>
                                      </a:rPr>
                                      <m:t>)]</m:t>
                                    </m:r>
                                  </m:e>
                                  <m:sup>
                                    <m:r>
                                      <a:rPr lang="en-US" altLang="ko-KR" sz="1400" b="0" i="1" smtClean="0">
                                        <a:latin typeface="Cambria Math" panose="02040503050406030204" pitchFamily="18" charset="0"/>
                                      </a:rPr>
                                      <m:t>′</m:t>
                                    </m:r>
                                  </m:sup>
                                </m:sSup>
                                <m:r>
                                  <a:rPr lang="en-US" altLang="ko-KR" sz="1400" smtClean="0">
                                    <a:latin typeface="Cambria Math" panose="02040503050406030204" pitchFamily="18" charset="0"/>
                                  </a:rPr>
                                  <m:t>=</m:t>
                                </m:r>
                                <m:sSup>
                                  <m:sSupPr>
                                    <m:ctrlPr>
                                      <a:rPr lang="en-US" altLang="ko-KR" sz="1400" b="0" i="1" smtClean="0">
                                        <a:latin typeface="Cambria Math" panose="02040503050406030204" pitchFamily="18" charset="0"/>
                                      </a:rPr>
                                    </m:ctrlPr>
                                  </m:sSupPr>
                                  <m:e>
                                    <m:r>
                                      <a:rPr lang="en-US" altLang="ko-KR" sz="1400" b="0" i="0" smtClean="0">
                                        <a:latin typeface="Cambria Math" panose="02040503050406030204" pitchFamily="18" charset="0"/>
                                      </a:rPr>
                                      <m:t>[[</m:t>
                                    </m:r>
                                    <m:r>
                                      <a:rPr lang="en-US" altLang="ko-KR" sz="1400" b="0" i="1" smtClean="0">
                                        <a:latin typeface="Cambria Math" panose="02040503050406030204" pitchFamily="18" charset="0"/>
                                      </a:rPr>
                                      <m:t>𝑓</m:t>
                                    </m:r>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r>
                                      <a:rPr lang="en-US" altLang="ko-KR" sz="1400" b="0" i="1" smtClean="0">
                                        <a:latin typeface="Cambria Math" panose="02040503050406030204" pitchFamily="18" charset="0"/>
                                      </a:rPr>
                                      <m:t>𝑔</m:t>
                                    </m:r>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r>
                                      <a:rPr lang="en-US" altLang="ko-KR" sz="1400" b="0" i="0" smtClean="0">
                                        <a:latin typeface="Cambria Math" panose="02040503050406030204" pitchFamily="18" charset="0"/>
                                      </a:rPr>
                                      <m:t>]</m:t>
                                    </m:r>
                                    <m:r>
                                      <a:rPr lang="en-US" altLang="ko-KR" sz="1400" b="0" i="1" smtClean="0">
                                        <a:latin typeface="Cambria Math" panose="02040503050406030204" pitchFamily="18" charset="0"/>
                                      </a:rPr>
                                      <m:t>h</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𝑥</m:t>
                                    </m:r>
                                    <m:r>
                                      <a:rPr lang="en-US" altLang="ko-KR" sz="1400" b="0" i="1" smtClean="0">
                                        <a:latin typeface="Cambria Math" panose="02040503050406030204" pitchFamily="18" charset="0"/>
                                      </a:rPr>
                                      <m:t>)</m:t>
                                    </m:r>
                                    <m:r>
                                      <a:rPr lang="en-US" altLang="ko-KR" sz="1400" b="0" i="0" smtClean="0">
                                        <a:latin typeface="Cambria Math" panose="02040503050406030204" pitchFamily="18" charset="0"/>
                                      </a:rPr>
                                      <m:t>]</m:t>
                                    </m:r>
                                  </m:e>
                                  <m:sup>
                                    <m:r>
                                      <a:rPr lang="en-US" altLang="ko-KR" sz="1400" b="0" i="1" smtClean="0">
                                        <a:latin typeface="Cambria Math" panose="02040503050406030204" pitchFamily="18" charset="0"/>
                                      </a:rPr>
                                      <m:t>′</m:t>
                                    </m:r>
                                  </m:sup>
                                </m:sSup>
                              </m:oMath>
                            </m:oMathPara>
                          </a14:m>
                          <a:endParaRPr lang="ko-KR" altLang="en-US" sz="14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50883624"/>
                      </a:ext>
                    </a:extLst>
                  </a:tr>
                  <a:tr h="6112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altLang="ko-KR" sz="1400" smtClean="0">
                                    <a:latin typeface="Cambria Math" panose="02040503050406030204" pitchFamily="18" charset="0"/>
                                  </a:rPr>
                                  <m:t>=</m:t>
                                </m:r>
                                <m:sSup>
                                  <m:sSupPr>
                                    <m:ctrlPr>
                                      <a:rPr lang="en-US" altLang="ko-KR" sz="1400" b="0" i="1" smtClean="0">
                                        <a:latin typeface="Cambria Math" panose="02040503050406030204" pitchFamily="18" charset="0"/>
                                      </a:rPr>
                                    </m:ctrlPr>
                                  </m:sSupPr>
                                  <m:e>
                                    <m:d>
                                      <m:dPr>
                                        <m:begChr m:val="["/>
                                        <m:endChr m:val="]"/>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𝑓</m:t>
                                        </m:r>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r>
                                          <a:rPr lang="en-US" altLang="ko-KR" sz="1400" b="0" i="1" smtClean="0">
                                            <a:latin typeface="Cambria Math" panose="02040503050406030204" pitchFamily="18" charset="0"/>
                                          </a:rPr>
                                          <m:t>𝑔</m:t>
                                        </m:r>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e>
                                    </m:d>
                                  </m:e>
                                  <m:sup>
                                    <m:r>
                                      <a:rPr lang="en-US" altLang="ko-KR" sz="1400" b="0" i="1" smtClean="0">
                                        <a:latin typeface="Cambria Math" panose="02040503050406030204" pitchFamily="18" charset="0"/>
                                      </a:rPr>
                                      <m:t>′</m:t>
                                    </m:r>
                                  </m:sup>
                                </m:sSup>
                                <m:r>
                                  <a:rPr lang="en-US" altLang="ko-KR" sz="1400" b="0" i="1" smtClean="0">
                                    <a:latin typeface="Cambria Math" panose="02040503050406030204" pitchFamily="18" charset="0"/>
                                  </a:rPr>
                                  <m:t>h</m:t>
                                </m:r>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𝑓</m:t>
                                </m:r>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r>
                                  <a:rPr lang="en-US" altLang="ko-KR" sz="1400" b="0" i="1" smtClean="0">
                                    <a:latin typeface="Cambria Math" panose="02040503050406030204" pitchFamily="18" charset="0"/>
                                  </a:rPr>
                                  <m:t>𝑔</m:t>
                                </m:r>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sSup>
                                  <m:sSupPr>
                                    <m:ctrlPr>
                                      <a:rPr lang="en-US" altLang="ko-KR" sz="1400" b="0" i="1" smtClean="0">
                                        <a:latin typeface="Cambria Math" panose="02040503050406030204" pitchFamily="18" charset="0"/>
                                      </a:rPr>
                                    </m:ctrlPr>
                                  </m:sSupPr>
                                  <m:e>
                                    <m:r>
                                      <a:rPr lang="en-US" altLang="ko-KR" sz="1400" b="0" i="1" smtClean="0">
                                        <a:latin typeface="Cambria Math" panose="02040503050406030204" pitchFamily="18" charset="0"/>
                                      </a:rPr>
                                      <m:t>h</m:t>
                                    </m:r>
                                  </m:e>
                                  <m:sup>
                                    <m:r>
                                      <a:rPr lang="en-US" altLang="ko-KR" sz="1400" b="0" i="1" smtClean="0">
                                        <a:latin typeface="Cambria Math" panose="02040503050406030204" pitchFamily="18" charset="0"/>
                                      </a:rPr>
                                      <m:t>′</m:t>
                                    </m:r>
                                  </m:sup>
                                </m:sSup>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oMath>
                            </m:oMathPara>
                          </a14:m>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9591821"/>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71924127"/>
                      </a:ext>
                    </a:extLst>
                  </a:tr>
                  <a:tr h="549223">
                    <a:tc>
                      <a:txBody>
                        <a:bodyPr/>
                        <a:lstStyle/>
                        <a:p>
                          <a:pPr algn="l" latinLnBrk="1"/>
                          <a:endParaRPr lang="ko-KR" altLang="en-US" sz="14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33410646"/>
                      </a:ext>
                    </a:extLst>
                  </a:tr>
                </a:tbl>
              </a:graphicData>
            </a:graphic>
          </p:graphicFrame>
        </mc:Choice>
        <mc:Fallback xmlns="">
          <p:graphicFrame>
            <p:nvGraphicFramePr>
              <p:cNvPr id="10" name="표 9"/>
              <p:cNvGraphicFramePr>
                <a:graphicFrameLocks noGrp="1"/>
              </p:cNvGraphicFramePr>
              <p:nvPr>
                <p:extLst>
                  <p:ext uri="{D42A27DB-BD31-4B8C-83A1-F6EECF244321}">
                    <p14:modId xmlns:p14="http://schemas.microsoft.com/office/powerpoint/2010/main" val="2030774015"/>
                  </p:ext>
                </p:extLst>
              </p:nvPr>
            </p:nvGraphicFramePr>
            <p:xfrm>
              <a:off x="930342" y="2531450"/>
              <a:ext cx="6019098" cy="3541915"/>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41513">
                    <a:tc>
                      <a:txBody>
                        <a:bodyPr/>
                        <a:lstStyle/>
                        <a:p>
                          <a:pPr algn="l" latinLnBrk="1"/>
                          <a:endParaRPr lang="ko-KR" altLang="en-US" sz="14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49850590"/>
                      </a:ext>
                    </a:extLst>
                  </a:tr>
                  <a:tr h="641513">
                    <a:tc>
                      <a:txBody>
                        <a:bodyPr/>
                        <a:lstStyle/>
                        <a:p>
                          <a:endParaRPr lang="ko-K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99057" b="-350000"/>
                          </a:stretch>
                        </a:blipFill>
                      </a:tcPr>
                    </a:tc>
                    <a:extLst>
                      <a:ext uri="{0D108BD9-81ED-4DB2-BD59-A6C34878D82A}">
                        <a16:rowId xmlns:a16="http://schemas.microsoft.com/office/drawing/2014/main" val="450883624"/>
                      </a:ext>
                    </a:extLst>
                  </a:tr>
                  <a:tr h="611220">
                    <a:tc>
                      <a:txBody>
                        <a:bodyPr/>
                        <a:lstStyle/>
                        <a:p>
                          <a:endParaRPr lang="ko-K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211000" b="-271000"/>
                          </a:stretch>
                        </a:blipFill>
                      </a:tcPr>
                    </a:tc>
                    <a:extLst>
                      <a:ext uri="{0D108BD9-81ED-4DB2-BD59-A6C34878D82A}">
                        <a16:rowId xmlns:a16="http://schemas.microsoft.com/office/drawing/2014/main" val="549591821"/>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71924127"/>
                      </a:ext>
                    </a:extLst>
                  </a:tr>
                  <a:tr h="549223">
                    <a:tc>
                      <a:txBody>
                        <a:bodyPr/>
                        <a:lstStyle/>
                        <a:p>
                          <a:pPr algn="l" latinLnBrk="1"/>
                          <a:endParaRPr lang="ko-KR" altLang="en-US" sz="14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33410646"/>
                      </a:ext>
                    </a:extLst>
                  </a:tr>
                </a:tbl>
              </a:graphicData>
            </a:graphic>
          </p:graphicFrame>
        </mc:Fallback>
      </mc:AlternateContent>
      <mc:AlternateContent xmlns:mc="http://schemas.openxmlformats.org/markup-compatibility/2006" xmlns:a14="http://schemas.microsoft.com/office/drawing/2010/main">
        <mc:Choice Requires="a14">
          <p:sp>
            <p:nvSpPr>
              <p:cNvPr id="9" name="TextBox 8"/>
              <p:cNvSpPr txBox="1"/>
              <p:nvPr/>
            </p:nvSpPr>
            <p:spPr>
              <a:xfrm>
                <a:off x="918754" y="1356592"/>
                <a:ext cx="7371805" cy="923330"/>
              </a:xfrm>
              <a:prstGeom prst="rect">
                <a:avLst/>
              </a:prstGeom>
              <a:noFill/>
            </p:spPr>
            <p:txBody>
              <a:bodyPr wrap="square" lIns="0" tIns="0" rIns="0" bIns="0" rtlCol="0">
                <a:spAutoFit/>
              </a:bodyPr>
              <a:lstStyle/>
              <a:p>
                <a:pPr>
                  <a:lnSpc>
                    <a:spcPct val="150000"/>
                  </a:lnSpc>
                </a:pPr>
                <a:r>
                  <a:rPr lang="ko-KR" altLang="en-US" sz="2000" dirty="0"/>
                  <a:t>⑧</a:t>
                </a:r>
                <a14:m>
                  <m:oMath xmlns:m="http://schemas.openxmlformats.org/officeDocument/2006/math">
                    <m:sSup>
                      <m:sSupPr>
                        <m:ctrlPr>
                          <a:rPr lang="en-US" altLang="ko-KR" sz="2000" i="1">
                            <a:latin typeface="Cambria Math" panose="02040503050406030204" pitchFamily="18" charset="0"/>
                          </a:rPr>
                        </m:ctrlPr>
                      </m:sSupPr>
                      <m:e>
                        <m:r>
                          <a:rPr lang="en-US" altLang="ko-KR" sz="2000" b="0" i="1" smtClean="0">
                            <a:latin typeface="Cambria Math" panose="02040503050406030204" pitchFamily="18" charset="0"/>
                          </a:rPr>
                          <m:t>𝐹</m:t>
                        </m:r>
                      </m:e>
                      <m:sup>
                        <m:r>
                          <a:rPr lang="en-US" altLang="ko-KR" sz="2000" i="1">
                            <a:latin typeface="Cambria Math" panose="02040503050406030204" pitchFamily="18" charset="0"/>
                          </a:rPr>
                          <m:t>′</m:t>
                        </m:r>
                      </m:sup>
                    </m:sSup>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sSup>
                      <m:sSupPr>
                        <m:ctrlPr>
                          <a:rPr lang="en-US" altLang="ko-KR" sz="2000" i="1">
                            <a:latin typeface="Cambria Math" panose="02040503050406030204" pitchFamily="18" charset="0"/>
                          </a:rPr>
                        </m:ctrlPr>
                      </m:sSupPr>
                      <m:e>
                        <m:r>
                          <a:rPr lang="en-US" altLang="ko-KR" sz="2000" i="1">
                            <a:latin typeface="Cambria Math" panose="02040503050406030204" pitchFamily="18" charset="0"/>
                          </a:rPr>
                          <m:t>𝑓</m:t>
                        </m:r>
                      </m:e>
                      <m:sup>
                        <m:r>
                          <a:rPr lang="en-US" altLang="ko-KR" sz="2000" i="1">
                            <a:latin typeface="Cambria Math" panose="02040503050406030204" pitchFamily="18" charset="0"/>
                          </a:rPr>
                          <m:t>′</m:t>
                        </m:r>
                      </m:sup>
                    </m:sSup>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𝑔</m:t>
                    </m:r>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b="0" i="1" smtClean="0">
                        <a:latin typeface="Cambria Math" panose="02040503050406030204" pitchFamily="18" charset="0"/>
                      </a:rPr>
                      <m:t>h</m:t>
                    </m:r>
                    <m:d>
                      <m:dPr>
                        <m:ctrlPr>
                          <a:rPr lang="en-US" altLang="ko-KR" sz="2000" b="0" i="1" smtClean="0">
                            <a:latin typeface="Cambria Math" panose="02040503050406030204" pitchFamily="18" charset="0"/>
                          </a:rPr>
                        </m:ctrlPr>
                      </m:dPr>
                      <m:e>
                        <m:r>
                          <a:rPr lang="en-US" altLang="ko-KR" sz="2000" b="0" i="1" smtClean="0">
                            <a:latin typeface="Cambria Math" panose="02040503050406030204" pitchFamily="18" charset="0"/>
                          </a:rPr>
                          <m:t>𝑥</m:t>
                        </m:r>
                      </m:e>
                    </m:d>
                    <m:r>
                      <a:rPr lang="en-US" altLang="ko-KR" sz="2000" b="0" i="1" smtClean="0">
                        <a:latin typeface="Cambria Math" panose="02040503050406030204" pitchFamily="18" charset="0"/>
                      </a:rPr>
                      <m:t>+ </m:t>
                    </m:r>
                    <m:r>
                      <a:rPr lang="en-US" altLang="ko-KR" sz="2000" i="1" smtClean="0">
                        <a:latin typeface="Cambria Math" panose="02040503050406030204" pitchFamily="18" charset="0"/>
                      </a:rPr>
                      <m:t>𝑓</m:t>
                    </m:r>
                    <m:d>
                      <m:dPr>
                        <m:ctrlPr>
                          <a:rPr lang="en-US" altLang="ko-KR" sz="2000" b="0" i="1" smtClean="0">
                            <a:latin typeface="Cambria Math" panose="02040503050406030204" pitchFamily="18" charset="0"/>
                          </a:rPr>
                        </m:ctrlPr>
                      </m:dPr>
                      <m:e>
                        <m:r>
                          <a:rPr lang="en-US" altLang="ko-KR" sz="2000" b="0" i="1" smtClean="0">
                            <a:latin typeface="Cambria Math" panose="02040503050406030204" pitchFamily="18" charset="0"/>
                          </a:rPr>
                          <m:t>𝑥</m:t>
                        </m:r>
                      </m:e>
                    </m:d>
                    <m:sSup>
                      <m:sSupPr>
                        <m:ctrlPr>
                          <a:rPr lang="en-US" altLang="ko-KR" sz="2000" b="0" i="1" smtClean="0">
                            <a:latin typeface="Cambria Math" panose="02040503050406030204" pitchFamily="18" charset="0"/>
                          </a:rPr>
                        </m:ctrlPr>
                      </m:sSupPr>
                      <m:e>
                        <m:r>
                          <a:rPr lang="en-US" altLang="ko-KR" sz="2000" b="0" i="1" smtClean="0">
                            <a:latin typeface="Cambria Math" panose="02040503050406030204" pitchFamily="18" charset="0"/>
                          </a:rPr>
                          <m:t>𝑔</m:t>
                        </m:r>
                      </m:e>
                      <m:sup>
                        <m:r>
                          <a:rPr lang="en-US" altLang="ko-KR" sz="2000" b="0" i="1" smtClean="0">
                            <a:latin typeface="Cambria Math" panose="02040503050406030204" pitchFamily="18" charset="0"/>
                          </a:rPr>
                          <m:t>′</m:t>
                        </m:r>
                      </m:sup>
                    </m:sSup>
                    <m:d>
                      <m:dPr>
                        <m:ctrlPr>
                          <a:rPr lang="en-US" altLang="ko-KR" sz="2000" b="0" i="1" smtClean="0">
                            <a:latin typeface="Cambria Math" panose="02040503050406030204" pitchFamily="18" charset="0"/>
                          </a:rPr>
                        </m:ctrlPr>
                      </m:dPr>
                      <m:e>
                        <m:r>
                          <a:rPr lang="en-US" altLang="ko-KR" sz="2000" b="0" i="1" smtClean="0">
                            <a:latin typeface="Cambria Math" panose="02040503050406030204" pitchFamily="18" charset="0"/>
                          </a:rPr>
                          <m:t>𝑥</m:t>
                        </m:r>
                      </m:e>
                    </m:d>
                    <m:r>
                      <a:rPr lang="en-US" altLang="ko-KR" sz="2000" b="0" i="1" smtClean="0">
                        <a:latin typeface="Cambria Math" panose="02040503050406030204" pitchFamily="18" charset="0"/>
                      </a:rPr>
                      <m:t>h</m:t>
                    </m:r>
                    <m:d>
                      <m:dPr>
                        <m:ctrlPr>
                          <a:rPr lang="en-US" altLang="ko-KR" sz="2000" b="0" i="1" smtClean="0">
                            <a:latin typeface="Cambria Math" panose="02040503050406030204" pitchFamily="18" charset="0"/>
                          </a:rPr>
                        </m:ctrlPr>
                      </m:dPr>
                      <m:e>
                        <m:r>
                          <a:rPr lang="en-US" altLang="ko-KR" sz="2000" b="0" i="1" smtClean="0">
                            <a:latin typeface="Cambria Math" panose="02040503050406030204" pitchFamily="18" charset="0"/>
                          </a:rPr>
                          <m:t>𝑥</m:t>
                        </m:r>
                      </m:e>
                    </m:d>
                    <m:r>
                      <a:rPr lang="en-US" altLang="ko-KR" sz="2000" b="0" i="1" smtClean="0">
                        <a:latin typeface="Cambria Math" panose="02040503050406030204" pitchFamily="18" charset="0"/>
                      </a:rPr>
                      <m:t>+</m:t>
                    </m:r>
                    <m:r>
                      <a:rPr lang="en-US" altLang="ko-KR" sz="2000" i="1">
                        <a:latin typeface="Cambria Math" panose="02040503050406030204" pitchFamily="18" charset="0"/>
                      </a:rPr>
                      <m:t>𝑓</m:t>
                    </m:r>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b="0" i="1" smtClean="0">
                        <a:latin typeface="Cambria Math" panose="02040503050406030204" pitchFamily="18" charset="0"/>
                      </a:rPr>
                      <m:t>𝑔</m:t>
                    </m:r>
                    <m:d>
                      <m:dPr>
                        <m:ctrlPr>
                          <a:rPr lang="en-US" altLang="ko-KR" sz="2000" b="0" i="1" smtClean="0">
                            <a:latin typeface="Cambria Math" panose="02040503050406030204" pitchFamily="18" charset="0"/>
                          </a:rPr>
                        </m:ctrlPr>
                      </m:dPr>
                      <m:e>
                        <m:r>
                          <a:rPr lang="en-US" altLang="ko-KR" sz="2000" i="1">
                            <a:latin typeface="Cambria Math" panose="02040503050406030204" pitchFamily="18" charset="0"/>
                          </a:rPr>
                          <m:t>𝑥</m:t>
                        </m:r>
                      </m:e>
                    </m:d>
                    <m:sSup>
                      <m:sSupPr>
                        <m:ctrlPr>
                          <a:rPr lang="en-US" altLang="ko-KR" sz="2000" i="1">
                            <a:latin typeface="Cambria Math" panose="02040503050406030204" pitchFamily="18" charset="0"/>
                          </a:rPr>
                        </m:ctrlPr>
                      </m:sSupPr>
                      <m:e>
                        <m:r>
                          <a:rPr lang="en-US" altLang="ko-KR" sz="2000" b="0" i="1" smtClean="0">
                            <a:latin typeface="Cambria Math" panose="02040503050406030204" pitchFamily="18" charset="0"/>
                          </a:rPr>
                          <m:t>h</m:t>
                        </m:r>
                      </m:e>
                      <m:sup>
                        <m:r>
                          <a:rPr lang="en-US" altLang="ko-KR" sz="2000" i="1">
                            <a:latin typeface="Cambria Math" panose="02040503050406030204" pitchFamily="18" charset="0"/>
                          </a:rPr>
                          <m:t>′</m:t>
                        </m:r>
                      </m:sup>
                    </m:sSup>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b="0" i="1" smtClean="0">
                        <a:latin typeface="Cambria Math" panose="02040503050406030204" pitchFamily="18" charset="0"/>
                      </a:rPr>
                      <m:t> ,</m:t>
                    </m:r>
                  </m:oMath>
                </a14:m>
                <a:endParaRPr lang="en-US" altLang="ko-KR" sz="2000" i="1" dirty="0">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centerGroup"/>
                    </m:oMathParaPr>
                    <m:oMath xmlns:m="http://schemas.openxmlformats.org/officeDocument/2006/math">
                      <m:r>
                        <a:rPr lang="en-US" altLang="ko-KR" sz="2000" i="1">
                          <a:latin typeface="Cambria Math" panose="02040503050406030204" pitchFamily="18" charset="0"/>
                          <a:ea typeface="Cambria Math" panose="02040503050406030204" pitchFamily="18" charset="0"/>
                        </a:rPr>
                        <m:t>  </m:t>
                      </m:r>
                      <m:r>
                        <a:rPr lang="en-US" altLang="ko-KR" sz="2000" i="1">
                          <a:latin typeface="Cambria Math" panose="02040503050406030204" pitchFamily="18" charset="0"/>
                        </a:rPr>
                        <m:t>𝑔𝑖𝑣𝑒𝑛</m:t>
                      </m:r>
                      <m:r>
                        <a:rPr lang="en-US" altLang="ko-KR" sz="2000" i="1">
                          <a:latin typeface="Cambria Math" panose="02040503050406030204" pitchFamily="18" charset="0"/>
                        </a:rPr>
                        <m:t> </m:t>
                      </m:r>
                      <m:r>
                        <a:rPr lang="en-US" altLang="ko-KR" sz="2000" b="0" i="1" smtClean="0">
                          <a:latin typeface="Cambria Math" panose="02040503050406030204" pitchFamily="18" charset="0"/>
                        </a:rPr>
                        <m:t>𝑡h𝑒</m:t>
                      </m:r>
                      <m:r>
                        <a:rPr lang="en-US" altLang="ko-KR" sz="2000" b="0" i="1" smtClean="0">
                          <a:latin typeface="Cambria Math" panose="02040503050406030204" pitchFamily="18" charset="0"/>
                        </a:rPr>
                        <m:t> </m:t>
                      </m:r>
                      <m:r>
                        <a:rPr lang="en-US" altLang="ko-KR" sz="2000" b="0" i="1" smtClean="0">
                          <a:latin typeface="Cambria Math" panose="02040503050406030204" pitchFamily="18" charset="0"/>
                        </a:rPr>
                        <m:t>𝑐𝑜𝑚𝑝𝑜𝑠𝑖𝑡𝑒</m:t>
                      </m:r>
                      <m:r>
                        <a:rPr lang="en-US" altLang="ko-KR" sz="2000" b="0" i="1" smtClean="0">
                          <a:latin typeface="Cambria Math" panose="02040503050406030204" pitchFamily="18" charset="0"/>
                        </a:rPr>
                        <m:t> </m:t>
                      </m:r>
                      <m:r>
                        <a:rPr lang="en-US" altLang="ko-KR" sz="2000" b="0" i="1" smtClean="0">
                          <a:latin typeface="Cambria Math" panose="02040503050406030204" pitchFamily="18" charset="0"/>
                        </a:rPr>
                        <m:t>𝑓𝑢𝑛𝑐𝑡𝑖𝑜𝑛</m:t>
                      </m:r>
                      <m:r>
                        <a:rPr lang="en-US" altLang="ko-KR" sz="2000" b="0" i="1" smtClean="0">
                          <a:latin typeface="Cambria Math" panose="02040503050406030204" pitchFamily="18" charset="0"/>
                        </a:rPr>
                        <m:t> </m:t>
                      </m:r>
                      <m:r>
                        <a:rPr lang="en-US" altLang="ko-KR" sz="2000" b="0" i="1" smtClean="0">
                          <a:latin typeface="Cambria Math" panose="02040503050406030204" pitchFamily="18" charset="0"/>
                        </a:rPr>
                        <m:t>𝐹</m:t>
                      </m:r>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r>
                        <a:rPr lang="en-US" altLang="ko-KR" sz="2000" i="1" smtClean="0">
                          <a:latin typeface="Cambria Math" panose="02040503050406030204" pitchFamily="18" charset="0"/>
                        </a:rPr>
                        <m:t>𝑓</m:t>
                      </m:r>
                      <m:d>
                        <m:dPr>
                          <m:ctrlPr>
                            <a:rPr lang="en-US" altLang="ko-KR" sz="2000" b="0" i="1" smtClean="0">
                              <a:latin typeface="Cambria Math" panose="02040503050406030204" pitchFamily="18" charset="0"/>
                            </a:rPr>
                          </m:ctrlPr>
                        </m:dPr>
                        <m:e>
                          <m:r>
                            <a:rPr lang="en-US" altLang="ko-KR" sz="2000" b="0" i="1" smtClean="0">
                              <a:latin typeface="Cambria Math" panose="02040503050406030204" pitchFamily="18" charset="0"/>
                            </a:rPr>
                            <m:t>𝑥</m:t>
                          </m:r>
                        </m:e>
                      </m:d>
                      <m:r>
                        <a:rPr lang="en-US" altLang="ko-KR" sz="2000" i="1">
                          <a:latin typeface="Cambria Math" panose="02040503050406030204" pitchFamily="18" charset="0"/>
                        </a:rPr>
                        <m:t>𝑔</m:t>
                      </m:r>
                      <m:r>
                        <a:rPr lang="en-US" altLang="ko-KR" sz="2000" i="1">
                          <a:latin typeface="Cambria Math" panose="02040503050406030204" pitchFamily="18" charset="0"/>
                        </a:rPr>
                        <m:t>(</m:t>
                      </m:r>
                      <m:r>
                        <a:rPr lang="en-US" altLang="ko-KR" sz="2000" i="1">
                          <a:latin typeface="Cambria Math" panose="02040503050406030204" pitchFamily="18" charset="0"/>
                        </a:rPr>
                        <m:t>𝑥</m:t>
                      </m:r>
                      <m:r>
                        <a:rPr lang="en-US" altLang="ko-KR" sz="2000" i="1">
                          <a:latin typeface="Cambria Math" panose="02040503050406030204" pitchFamily="18" charset="0"/>
                        </a:rPr>
                        <m:t>)</m:t>
                      </m:r>
                      <m:r>
                        <a:rPr lang="en-US" altLang="ko-KR" sz="2000" i="1">
                          <a:latin typeface="Cambria Math" panose="02040503050406030204" pitchFamily="18" charset="0"/>
                        </a:rPr>
                        <m:t>h</m:t>
                      </m:r>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oMath>
                  </m:oMathPara>
                </a14:m>
                <a:endParaRPr lang="ko-KR" altLang="en-US" sz="2000" i="1" dirty="0"/>
              </a:p>
            </p:txBody>
          </p:sp>
        </mc:Choice>
        <mc:Fallback xmlns="">
          <p:sp>
            <p:nvSpPr>
              <p:cNvPr id="9" name="TextBox 8"/>
              <p:cNvSpPr txBox="1">
                <a:spLocks noRot="1" noChangeAspect="1" noMove="1" noResize="1" noEditPoints="1" noAdjustHandles="1" noChangeArrowheads="1" noChangeShapeType="1" noTextEdit="1"/>
              </p:cNvSpPr>
              <p:nvPr/>
            </p:nvSpPr>
            <p:spPr>
              <a:xfrm>
                <a:off x="918754" y="1356592"/>
                <a:ext cx="7371805" cy="923330"/>
              </a:xfrm>
              <a:prstGeom prst="rect">
                <a:avLst/>
              </a:prstGeom>
              <a:blipFill>
                <a:blip r:embed="rId4"/>
                <a:stretch>
                  <a:fillRect l="-2151"/>
                </a:stretch>
              </a:blipFill>
            </p:spPr>
            <p:txBody>
              <a:bodyPr/>
              <a:lstStyle/>
              <a:p>
                <a:r>
                  <a:rPr lang="ko-KR" altLang="en-US">
                    <a:noFill/>
                  </a:rPr>
                  <a:t> </a:t>
                </a:r>
              </a:p>
            </p:txBody>
          </p:sp>
        </mc:Fallback>
      </mc:AlternateContent>
      <p:sp>
        <p:nvSpPr>
          <p:cNvPr id="13" name="원호 12">
            <a:extLst>
              <a:ext uri="{FF2B5EF4-FFF2-40B4-BE49-F238E27FC236}">
                <a16:creationId xmlns:a16="http://schemas.microsoft.com/office/drawing/2014/main" id="{720BE5F8-FF28-D338-132B-12A968F95379}"/>
              </a:ext>
            </a:extLst>
          </p:cNvPr>
          <p:cNvSpPr/>
          <p:nvPr/>
        </p:nvSpPr>
        <p:spPr>
          <a:xfrm>
            <a:off x="3707659" y="3279704"/>
            <a:ext cx="864341" cy="864207"/>
          </a:xfrm>
          <a:prstGeom prst="arc">
            <a:avLst>
              <a:gd name="adj1" fmla="val 19540042"/>
              <a:gd name="adj2" fmla="val 5728947"/>
            </a:avLst>
          </a:prstGeom>
          <a:ln w="9525">
            <a:solidFill>
              <a:srgbClr val="C00000"/>
            </a:solidFill>
            <a:headEnd type="non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sp>
        <p:nvSpPr>
          <p:cNvPr id="2" name="직사각형 1"/>
          <p:cNvSpPr/>
          <p:nvPr/>
        </p:nvSpPr>
        <p:spPr>
          <a:xfrm>
            <a:off x="4604656" y="3649061"/>
            <a:ext cx="2279791" cy="307777"/>
          </a:xfrm>
          <a:prstGeom prst="rect">
            <a:avLst/>
          </a:prstGeom>
        </p:spPr>
        <p:txBody>
          <a:bodyPr wrap="none">
            <a:spAutoFit/>
          </a:bodyPr>
          <a:lstStyle/>
          <a:p>
            <a:r>
              <a:rPr lang="en-US" altLang="ko-KR" sz="1400" dirty="0"/>
              <a:t>According to the theorem </a:t>
            </a:r>
            <a:r>
              <a:rPr lang="ko-KR" altLang="en-US" sz="1400" dirty="0"/>
              <a:t>⑦</a:t>
            </a:r>
            <a:endParaRPr lang="en-US" altLang="ko-KR" sz="1400" dirty="0"/>
          </a:p>
        </p:txBody>
      </p:sp>
    </p:spTree>
    <p:extLst>
      <p:ext uri="{BB962C8B-B14F-4D97-AF65-F5344CB8AC3E}">
        <p14:creationId xmlns:p14="http://schemas.microsoft.com/office/powerpoint/2010/main" val="111053375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mc:AlternateContent xmlns:mc="http://schemas.openxmlformats.org/markup-compatibility/2006" xmlns:a14="http://schemas.microsoft.com/office/drawing/2010/main">
        <mc:Choice Requires="a14">
          <p:graphicFrame>
            <p:nvGraphicFramePr>
              <p:cNvPr id="10" name="표 9"/>
              <p:cNvGraphicFramePr>
                <a:graphicFrameLocks noGrp="1"/>
              </p:cNvGraphicFramePr>
              <p:nvPr>
                <p:extLst>
                  <p:ext uri="{D42A27DB-BD31-4B8C-83A1-F6EECF244321}">
                    <p14:modId xmlns:p14="http://schemas.microsoft.com/office/powerpoint/2010/main" val="1262360919"/>
                  </p:ext>
                </p:extLst>
              </p:nvPr>
            </p:nvGraphicFramePr>
            <p:xfrm>
              <a:off x="930342" y="2531450"/>
              <a:ext cx="6019098" cy="3541915"/>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41513">
                    <a:tc>
                      <a:txBody>
                        <a:bodyPr/>
                        <a:lstStyle/>
                        <a:p>
                          <a:pPr algn="l" latinLnBrk="1"/>
                          <a:endParaRPr lang="ko-KR" altLang="en-US" sz="14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49850590"/>
                      </a:ext>
                    </a:extLst>
                  </a:tr>
                  <a:tr h="64151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p>
                                  <m:sSupPr>
                                    <m:ctrlPr>
                                      <a:rPr lang="en-US" altLang="ko-KR" sz="1400" i="1" smtClean="0">
                                        <a:latin typeface="Cambria Math" panose="02040503050406030204" pitchFamily="18" charset="0"/>
                                      </a:rPr>
                                    </m:ctrlPr>
                                  </m:sSupPr>
                                  <m:e>
                                    <m:r>
                                      <a:rPr lang="en-US" altLang="ko-KR" sz="1400" b="0" i="1" smtClean="0">
                                        <a:latin typeface="Cambria Math" panose="02040503050406030204" pitchFamily="18" charset="0"/>
                                      </a:rPr>
                                      <m:t>𝐹</m:t>
                                    </m:r>
                                  </m:e>
                                  <m:sup>
                                    <m:r>
                                      <a:rPr lang="en-US" altLang="ko-KR" sz="1400" i="1">
                                        <a:latin typeface="Cambria Math" panose="02040503050406030204" pitchFamily="18" charset="0"/>
                                      </a:rPr>
                                      <m:t>′</m:t>
                                    </m:r>
                                  </m:sup>
                                </m:sSup>
                                <m:d>
                                  <m:dPr>
                                    <m:ctrlPr>
                                      <a:rPr lang="en-US" altLang="ko-KR" sz="1400" i="1">
                                        <a:latin typeface="Cambria Math" panose="02040503050406030204" pitchFamily="18" charset="0"/>
                                      </a:rPr>
                                    </m:ctrlPr>
                                  </m:dPr>
                                  <m:e>
                                    <m:r>
                                      <a:rPr lang="en-US" altLang="ko-KR" sz="1400" i="1">
                                        <a:latin typeface="Cambria Math" panose="02040503050406030204" pitchFamily="18" charset="0"/>
                                      </a:rPr>
                                      <m:t>𝑥</m:t>
                                    </m:r>
                                  </m:e>
                                </m:d>
                                <m:r>
                                  <a:rPr lang="en-US" altLang="ko-KR" sz="1400" i="1">
                                    <a:latin typeface="Cambria Math" panose="02040503050406030204" pitchFamily="18" charset="0"/>
                                  </a:rPr>
                                  <m:t>=</m:t>
                                </m:r>
                                <m:sSup>
                                  <m:sSupPr>
                                    <m:ctrlPr>
                                      <a:rPr lang="en-US" altLang="ko-KR" sz="1400" b="0" i="1" smtClean="0">
                                        <a:latin typeface="Cambria Math" panose="02040503050406030204" pitchFamily="18" charset="0"/>
                                      </a:rPr>
                                    </m:ctrlPr>
                                  </m:sSupPr>
                                  <m:e>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𝑓</m:t>
                                    </m:r>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r>
                                      <a:rPr lang="en-US" altLang="ko-KR" sz="1400" b="0" i="1" smtClean="0">
                                        <a:latin typeface="Cambria Math" panose="02040503050406030204" pitchFamily="18" charset="0"/>
                                      </a:rPr>
                                      <m:t>𝑔</m:t>
                                    </m:r>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r>
                                      <a:rPr lang="en-US" altLang="ko-KR" sz="1400" b="0" i="1" smtClean="0">
                                        <a:latin typeface="Cambria Math" panose="02040503050406030204" pitchFamily="18" charset="0"/>
                                      </a:rPr>
                                      <m:t>h</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𝑥</m:t>
                                    </m:r>
                                    <m:r>
                                      <a:rPr lang="en-US" altLang="ko-KR" sz="1400" b="0" i="1" smtClean="0">
                                        <a:latin typeface="Cambria Math" panose="02040503050406030204" pitchFamily="18" charset="0"/>
                                      </a:rPr>
                                      <m:t>)]</m:t>
                                    </m:r>
                                  </m:e>
                                  <m:sup>
                                    <m:r>
                                      <a:rPr lang="en-US" altLang="ko-KR" sz="1400" b="0" i="1" smtClean="0">
                                        <a:latin typeface="Cambria Math" panose="02040503050406030204" pitchFamily="18" charset="0"/>
                                      </a:rPr>
                                      <m:t>′</m:t>
                                    </m:r>
                                  </m:sup>
                                </m:sSup>
                                <m:r>
                                  <a:rPr lang="en-US" altLang="ko-KR" sz="1400" smtClean="0">
                                    <a:latin typeface="Cambria Math" panose="02040503050406030204" pitchFamily="18" charset="0"/>
                                  </a:rPr>
                                  <m:t>=</m:t>
                                </m:r>
                                <m:sSup>
                                  <m:sSupPr>
                                    <m:ctrlPr>
                                      <a:rPr lang="en-US" altLang="ko-KR" sz="1400" b="0" i="1" smtClean="0">
                                        <a:latin typeface="Cambria Math" panose="02040503050406030204" pitchFamily="18" charset="0"/>
                                      </a:rPr>
                                    </m:ctrlPr>
                                  </m:sSupPr>
                                  <m:e>
                                    <m:r>
                                      <a:rPr lang="en-US" altLang="ko-KR" sz="1400" b="0" i="0" smtClean="0">
                                        <a:latin typeface="Cambria Math" panose="02040503050406030204" pitchFamily="18" charset="0"/>
                                      </a:rPr>
                                      <m:t>[[</m:t>
                                    </m:r>
                                    <m:r>
                                      <a:rPr lang="en-US" altLang="ko-KR" sz="1400" b="0" i="1" smtClean="0">
                                        <a:latin typeface="Cambria Math" panose="02040503050406030204" pitchFamily="18" charset="0"/>
                                      </a:rPr>
                                      <m:t>𝑓</m:t>
                                    </m:r>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r>
                                      <a:rPr lang="en-US" altLang="ko-KR" sz="1400" b="0" i="1" smtClean="0">
                                        <a:latin typeface="Cambria Math" panose="02040503050406030204" pitchFamily="18" charset="0"/>
                                      </a:rPr>
                                      <m:t>𝑔</m:t>
                                    </m:r>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r>
                                      <a:rPr lang="en-US" altLang="ko-KR" sz="1400" b="0" i="0" smtClean="0">
                                        <a:latin typeface="Cambria Math" panose="02040503050406030204" pitchFamily="18" charset="0"/>
                                      </a:rPr>
                                      <m:t>]</m:t>
                                    </m:r>
                                    <m:r>
                                      <a:rPr lang="en-US" altLang="ko-KR" sz="1400" b="0" i="1" smtClean="0">
                                        <a:latin typeface="Cambria Math" panose="02040503050406030204" pitchFamily="18" charset="0"/>
                                      </a:rPr>
                                      <m:t>h</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𝑥</m:t>
                                    </m:r>
                                    <m:r>
                                      <a:rPr lang="en-US" altLang="ko-KR" sz="1400" b="0" i="1" smtClean="0">
                                        <a:latin typeface="Cambria Math" panose="02040503050406030204" pitchFamily="18" charset="0"/>
                                      </a:rPr>
                                      <m:t>)</m:t>
                                    </m:r>
                                    <m:r>
                                      <a:rPr lang="en-US" altLang="ko-KR" sz="1400" b="0" i="0" smtClean="0">
                                        <a:latin typeface="Cambria Math" panose="02040503050406030204" pitchFamily="18" charset="0"/>
                                      </a:rPr>
                                      <m:t>]</m:t>
                                    </m:r>
                                  </m:e>
                                  <m:sup>
                                    <m:r>
                                      <a:rPr lang="en-US" altLang="ko-KR" sz="1400" b="0" i="1" smtClean="0">
                                        <a:latin typeface="Cambria Math" panose="02040503050406030204" pitchFamily="18" charset="0"/>
                                      </a:rPr>
                                      <m:t>′</m:t>
                                    </m:r>
                                  </m:sup>
                                </m:sSup>
                              </m:oMath>
                            </m:oMathPara>
                          </a14:m>
                          <a:endParaRPr lang="ko-KR" altLang="en-US" sz="14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50883624"/>
                      </a:ext>
                    </a:extLst>
                  </a:tr>
                  <a:tr h="6112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altLang="ko-KR" sz="1400" smtClean="0">
                                    <a:latin typeface="Cambria Math" panose="02040503050406030204" pitchFamily="18" charset="0"/>
                                  </a:rPr>
                                  <m:t>=</m:t>
                                </m:r>
                                <m:sSup>
                                  <m:sSupPr>
                                    <m:ctrlPr>
                                      <a:rPr lang="en-US" altLang="ko-KR" sz="1400" b="0" i="1" smtClean="0">
                                        <a:latin typeface="Cambria Math" panose="02040503050406030204" pitchFamily="18" charset="0"/>
                                      </a:rPr>
                                    </m:ctrlPr>
                                  </m:sSupPr>
                                  <m:e>
                                    <m:d>
                                      <m:dPr>
                                        <m:begChr m:val="["/>
                                        <m:endChr m:val="]"/>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𝑓</m:t>
                                        </m:r>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r>
                                          <a:rPr lang="en-US" altLang="ko-KR" sz="1400" b="0" i="1" smtClean="0">
                                            <a:latin typeface="Cambria Math" panose="02040503050406030204" pitchFamily="18" charset="0"/>
                                          </a:rPr>
                                          <m:t>𝑔</m:t>
                                        </m:r>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e>
                                    </m:d>
                                  </m:e>
                                  <m:sup>
                                    <m:r>
                                      <a:rPr lang="en-US" altLang="ko-KR" sz="1400" b="0" i="1" smtClean="0">
                                        <a:latin typeface="Cambria Math" panose="02040503050406030204" pitchFamily="18" charset="0"/>
                                      </a:rPr>
                                      <m:t>′</m:t>
                                    </m:r>
                                  </m:sup>
                                </m:sSup>
                                <m:r>
                                  <a:rPr lang="en-US" altLang="ko-KR" sz="1400" b="0" i="1" smtClean="0">
                                    <a:latin typeface="Cambria Math" panose="02040503050406030204" pitchFamily="18" charset="0"/>
                                  </a:rPr>
                                  <m:t>h</m:t>
                                </m:r>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𝑓</m:t>
                                </m:r>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r>
                                  <a:rPr lang="en-US" altLang="ko-KR" sz="1400" b="0" i="1" smtClean="0">
                                    <a:latin typeface="Cambria Math" panose="02040503050406030204" pitchFamily="18" charset="0"/>
                                  </a:rPr>
                                  <m:t>𝑔</m:t>
                                </m:r>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sSup>
                                  <m:sSupPr>
                                    <m:ctrlPr>
                                      <a:rPr lang="en-US" altLang="ko-KR" sz="1400" b="0" i="1" smtClean="0">
                                        <a:latin typeface="Cambria Math" panose="02040503050406030204" pitchFamily="18" charset="0"/>
                                      </a:rPr>
                                    </m:ctrlPr>
                                  </m:sSupPr>
                                  <m:e>
                                    <m:r>
                                      <a:rPr lang="en-US" altLang="ko-KR" sz="1400" b="0" i="1" smtClean="0">
                                        <a:latin typeface="Cambria Math" panose="02040503050406030204" pitchFamily="18" charset="0"/>
                                      </a:rPr>
                                      <m:t>h</m:t>
                                    </m:r>
                                  </m:e>
                                  <m:sup>
                                    <m:r>
                                      <a:rPr lang="en-US" altLang="ko-KR" sz="1400" b="0" i="1" smtClean="0">
                                        <a:latin typeface="Cambria Math" panose="02040503050406030204" pitchFamily="18" charset="0"/>
                                      </a:rPr>
                                      <m:t>′</m:t>
                                    </m:r>
                                  </m:sup>
                                </m:sSup>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oMath>
                            </m:oMathPara>
                          </a14:m>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9591821"/>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altLang="ko-KR" sz="1400" smtClean="0">
                                    <a:latin typeface="Cambria Math" panose="02040503050406030204" pitchFamily="18" charset="0"/>
                                  </a:rPr>
                                  <m:t>=</m:t>
                                </m:r>
                                <m:d>
                                  <m:dPr>
                                    <m:begChr m:val="["/>
                                    <m:endChr m:val="]"/>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𝑓</m:t>
                                    </m:r>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sSup>
                                      <m:sSupPr>
                                        <m:ctrlPr>
                                          <a:rPr lang="en-US" altLang="ko-KR" sz="1400" b="0" i="1" smtClean="0">
                                            <a:latin typeface="Cambria Math" panose="02040503050406030204" pitchFamily="18" charset="0"/>
                                          </a:rPr>
                                        </m:ctrlPr>
                                      </m:sSupPr>
                                      <m:e>
                                        <m:r>
                                          <a:rPr lang="en-US" altLang="ko-KR" sz="1400" b="0" i="1" smtClean="0">
                                            <a:latin typeface="Cambria Math" panose="02040503050406030204" pitchFamily="18" charset="0"/>
                                          </a:rPr>
                                          <m:t>𝑔</m:t>
                                        </m:r>
                                      </m:e>
                                      <m:sup>
                                        <m:r>
                                          <a:rPr lang="en-US" altLang="ko-KR" sz="1400" b="0" i="1" smtClean="0">
                                            <a:latin typeface="Cambria Math" panose="02040503050406030204" pitchFamily="18" charset="0"/>
                                          </a:rPr>
                                          <m:t>′</m:t>
                                        </m:r>
                                      </m:sup>
                                    </m:sSup>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r>
                                      <a:rPr lang="en-US" altLang="ko-KR" sz="1400" b="0" i="1" smtClean="0">
                                        <a:latin typeface="Cambria Math" panose="02040503050406030204" pitchFamily="18" charset="0"/>
                                      </a:rPr>
                                      <m:t>+</m:t>
                                    </m:r>
                                    <m:sSup>
                                      <m:sSupPr>
                                        <m:ctrlPr>
                                          <a:rPr lang="en-US" altLang="ko-KR" sz="1400" b="0" i="1" smtClean="0">
                                            <a:latin typeface="Cambria Math" panose="02040503050406030204" pitchFamily="18" charset="0"/>
                                          </a:rPr>
                                        </m:ctrlPr>
                                      </m:sSupPr>
                                      <m:e>
                                        <m:r>
                                          <a:rPr lang="en-US" altLang="ko-KR" sz="1400" b="0" i="1" smtClean="0">
                                            <a:latin typeface="Cambria Math" panose="02040503050406030204" pitchFamily="18" charset="0"/>
                                          </a:rPr>
                                          <m:t>𝑓</m:t>
                                        </m:r>
                                      </m:e>
                                      <m:sup>
                                        <m:r>
                                          <a:rPr lang="en-US" altLang="ko-KR" sz="1400" b="0" i="1" smtClean="0">
                                            <a:latin typeface="Cambria Math" panose="02040503050406030204" pitchFamily="18" charset="0"/>
                                          </a:rPr>
                                          <m:t>′</m:t>
                                        </m:r>
                                      </m:sup>
                                    </m:sSup>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r>
                                      <a:rPr lang="en-US" altLang="ko-KR" sz="1400" b="0" i="1" smtClean="0">
                                        <a:latin typeface="Cambria Math" panose="02040503050406030204" pitchFamily="18" charset="0"/>
                                      </a:rPr>
                                      <m:t>𝑔</m:t>
                                    </m:r>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e>
                                </m:d>
                                <m:r>
                                  <a:rPr lang="en-US" altLang="ko-KR" sz="1400" b="0" i="1" smtClean="0">
                                    <a:latin typeface="Cambria Math" panose="02040503050406030204" pitchFamily="18" charset="0"/>
                                  </a:rPr>
                                  <m:t>h</m:t>
                                </m:r>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𝑓</m:t>
                                </m:r>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r>
                                  <a:rPr lang="en-US" altLang="ko-KR" sz="1400" b="0" i="1" smtClean="0">
                                    <a:latin typeface="Cambria Math" panose="02040503050406030204" pitchFamily="18" charset="0"/>
                                  </a:rPr>
                                  <m:t>𝑔</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𝑥</m:t>
                                </m:r>
                                <m:r>
                                  <a:rPr lang="en-US" altLang="ko-KR" sz="1400" b="0" i="1" smtClean="0">
                                    <a:latin typeface="Cambria Math" panose="02040503050406030204" pitchFamily="18" charset="0"/>
                                  </a:rPr>
                                  <m:t>)</m:t>
                                </m:r>
                                <m:sSup>
                                  <m:sSupPr>
                                    <m:ctrlPr>
                                      <a:rPr lang="en-US" altLang="ko-KR" sz="1400" b="0" i="1" smtClean="0">
                                        <a:latin typeface="Cambria Math" panose="02040503050406030204" pitchFamily="18" charset="0"/>
                                      </a:rPr>
                                    </m:ctrlPr>
                                  </m:sSupPr>
                                  <m:e>
                                    <m:r>
                                      <a:rPr lang="en-US" altLang="ko-KR" sz="1400" b="0" i="1" smtClean="0">
                                        <a:latin typeface="Cambria Math" panose="02040503050406030204" pitchFamily="18" charset="0"/>
                                      </a:rPr>
                                      <m:t>h</m:t>
                                    </m:r>
                                  </m:e>
                                  <m:sup>
                                    <m:r>
                                      <a:rPr lang="en-US" altLang="ko-KR" sz="1400" b="0" i="1" smtClean="0">
                                        <a:latin typeface="Cambria Math" panose="02040503050406030204" pitchFamily="18" charset="0"/>
                                      </a:rPr>
                                      <m:t>′</m:t>
                                    </m:r>
                                  </m:sup>
                                </m:sSup>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oMath>
                            </m:oMathPara>
                          </a14:m>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71924127"/>
                      </a:ext>
                    </a:extLst>
                  </a:tr>
                  <a:tr h="549223">
                    <a:tc>
                      <a:txBody>
                        <a:bodyPr/>
                        <a:lstStyle/>
                        <a:p>
                          <a:pPr algn="l" latinLnBrk="1"/>
                          <a:endParaRPr lang="ko-KR" altLang="en-US" sz="14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33410646"/>
                      </a:ext>
                    </a:extLst>
                  </a:tr>
                </a:tbl>
              </a:graphicData>
            </a:graphic>
          </p:graphicFrame>
        </mc:Choice>
        <mc:Fallback xmlns="">
          <p:graphicFrame>
            <p:nvGraphicFramePr>
              <p:cNvPr id="10" name="표 9"/>
              <p:cNvGraphicFramePr>
                <a:graphicFrameLocks noGrp="1"/>
              </p:cNvGraphicFramePr>
              <p:nvPr>
                <p:extLst>
                  <p:ext uri="{D42A27DB-BD31-4B8C-83A1-F6EECF244321}">
                    <p14:modId xmlns:p14="http://schemas.microsoft.com/office/powerpoint/2010/main" val="1262360919"/>
                  </p:ext>
                </p:extLst>
              </p:nvPr>
            </p:nvGraphicFramePr>
            <p:xfrm>
              <a:off x="930342" y="2531450"/>
              <a:ext cx="6019098" cy="3541915"/>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41513">
                    <a:tc>
                      <a:txBody>
                        <a:bodyPr/>
                        <a:lstStyle/>
                        <a:p>
                          <a:pPr algn="l" latinLnBrk="1"/>
                          <a:endParaRPr lang="ko-KR" altLang="en-US" sz="14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49850590"/>
                      </a:ext>
                    </a:extLst>
                  </a:tr>
                  <a:tr h="641513">
                    <a:tc>
                      <a:txBody>
                        <a:bodyPr/>
                        <a:lstStyle/>
                        <a:p>
                          <a:endParaRPr lang="ko-K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99057" b="-350000"/>
                          </a:stretch>
                        </a:blipFill>
                      </a:tcPr>
                    </a:tc>
                    <a:extLst>
                      <a:ext uri="{0D108BD9-81ED-4DB2-BD59-A6C34878D82A}">
                        <a16:rowId xmlns:a16="http://schemas.microsoft.com/office/drawing/2014/main" val="450883624"/>
                      </a:ext>
                    </a:extLst>
                  </a:tr>
                  <a:tr h="611220">
                    <a:tc>
                      <a:txBody>
                        <a:bodyPr/>
                        <a:lstStyle/>
                        <a:p>
                          <a:endParaRPr lang="ko-K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211000" b="-271000"/>
                          </a:stretch>
                        </a:blipFill>
                      </a:tcPr>
                    </a:tc>
                    <a:extLst>
                      <a:ext uri="{0D108BD9-81ED-4DB2-BD59-A6C34878D82A}">
                        <a16:rowId xmlns:a16="http://schemas.microsoft.com/office/drawing/2014/main" val="549591821"/>
                      </a:ext>
                    </a:extLst>
                  </a:tr>
                  <a:tr h="549223">
                    <a:tc>
                      <a:txBody>
                        <a:bodyPr/>
                        <a:lstStyle/>
                        <a:p>
                          <a:endParaRPr lang="ko-K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341758" b="-197802"/>
                          </a:stretch>
                        </a:blipFill>
                      </a:tcPr>
                    </a:tc>
                    <a:extLst>
                      <a:ext uri="{0D108BD9-81ED-4DB2-BD59-A6C34878D82A}">
                        <a16:rowId xmlns:a16="http://schemas.microsoft.com/office/drawing/2014/main" val="2571924127"/>
                      </a:ext>
                    </a:extLst>
                  </a:tr>
                  <a:tr h="549223">
                    <a:tc>
                      <a:txBody>
                        <a:bodyPr/>
                        <a:lstStyle/>
                        <a:p>
                          <a:pPr algn="l" latinLnBrk="1"/>
                          <a:endParaRPr lang="ko-KR" altLang="en-US" sz="14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33410646"/>
                      </a:ext>
                    </a:extLst>
                  </a:tr>
                </a:tbl>
              </a:graphicData>
            </a:graphic>
          </p:graphicFrame>
        </mc:Fallback>
      </mc:AlternateContent>
      <mc:AlternateContent xmlns:mc="http://schemas.openxmlformats.org/markup-compatibility/2006" xmlns:a14="http://schemas.microsoft.com/office/drawing/2010/main">
        <mc:Choice Requires="a14">
          <p:sp>
            <p:nvSpPr>
              <p:cNvPr id="9" name="TextBox 8"/>
              <p:cNvSpPr txBox="1"/>
              <p:nvPr/>
            </p:nvSpPr>
            <p:spPr>
              <a:xfrm>
                <a:off x="918754" y="1356592"/>
                <a:ext cx="7371805" cy="923330"/>
              </a:xfrm>
              <a:prstGeom prst="rect">
                <a:avLst/>
              </a:prstGeom>
              <a:noFill/>
            </p:spPr>
            <p:txBody>
              <a:bodyPr wrap="square" lIns="0" tIns="0" rIns="0" bIns="0" rtlCol="0">
                <a:spAutoFit/>
              </a:bodyPr>
              <a:lstStyle/>
              <a:p>
                <a:pPr>
                  <a:lnSpc>
                    <a:spcPct val="150000"/>
                  </a:lnSpc>
                </a:pPr>
                <a:r>
                  <a:rPr lang="ko-KR" altLang="en-US" sz="2000" dirty="0"/>
                  <a:t>⑧</a:t>
                </a:r>
                <a14:m>
                  <m:oMath xmlns:m="http://schemas.openxmlformats.org/officeDocument/2006/math">
                    <m:sSup>
                      <m:sSupPr>
                        <m:ctrlPr>
                          <a:rPr lang="en-US" altLang="ko-KR" sz="2000" i="1">
                            <a:latin typeface="Cambria Math" panose="02040503050406030204" pitchFamily="18" charset="0"/>
                          </a:rPr>
                        </m:ctrlPr>
                      </m:sSupPr>
                      <m:e>
                        <m:r>
                          <a:rPr lang="en-US" altLang="ko-KR" sz="2000" b="0" i="1" smtClean="0">
                            <a:latin typeface="Cambria Math" panose="02040503050406030204" pitchFamily="18" charset="0"/>
                          </a:rPr>
                          <m:t>𝐹</m:t>
                        </m:r>
                      </m:e>
                      <m:sup>
                        <m:r>
                          <a:rPr lang="en-US" altLang="ko-KR" sz="2000" i="1">
                            <a:latin typeface="Cambria Math" panose="02040503050406030204" pitchFamily="18" charset="0"/>
                          </a:rPr>
                          <m:t>′</m:t>
                        </m:r>
                      </m:sup>
                    </m:sSup>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sSup>
                      <m:sSupPr>
                        <m:ctrlPr>
                          <a:rPr lang="en-US" altLang="ko-KR" sz="2000" i="1">
                            <a:latin typeface="Cambria Math" panose="02040503050406030204" pitchFamily="18" charset="0"/>
                          </a:rPr>
                        </m:ctrlPr>
                      </m:sSupPr>
                      <m:e>
                        <m:r>
                          <a:rPr lang="en-US" altLang="ko-KR" sz="2000" i="1">
                            <a:latin typeface="Cambria Math" panose="02040503050406030204" pitchFamily="18" charset="0"/>
                          </a:rPr>
                          <m:t>𝑓</m:t>
                        </m:r>
                      </m:e>
                      <m:sup>
                        <m:r>
                          <a:rPr lang="en-US" altLang="ko-KR" sz="2000" i="1">
                            <a:latin typeface="Cambria Math" panose="02040503050406030204" pitchFamily="18" charset="0"/>
                          </a:rPr>
                          <m:t>′</m:t>
                        </m:r>
                      </m:sup>
                    </m:sSup>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𝑔</m:t>
                    </m:r>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b="0" i="1" smtClean="0">
                        <a:latin typeface="Cambria Math" panose="02040503050406030204" pitchFamily="18" charset="0"/>
                      </a:rPr>
                      <m:t>h</m:t>
                    </m:r>
                    <m:d>
                      <m:dPr>
                        <m:ctrlPr>
                          <a:rPr lang="en-US" altLang="ko-KR" sz="2000" b="0" i="1" smtClean="0">
                            <a:latin typeface="Cambria Math" panose="02040503050406030204" pitchFamily="18" charset="0"/>
                          </a:rPr>
                        </m:ctrlPr>
                      </m:dPr>
                      <m:e>
                        <m:r>
                          <a:rPr lang="en-US" altLang="ko-KR" sz="2000" b="0" i="1" smtClean="0">
                            <a:latin typeface="Cambria Math" panose="02040503050406030204" pitchFamily="18" charset="0"/>
                          </a:rPr>
                          <m:t>𝑥</m:t>
                        </m:r>
                      </m:e>
                    </m:d>
                    <m:r>
                      <a:rPr lang="en-US" altLang="ko-KR" sz="2000" b="0" i="1" smtClean="0">
                        <a:latin typeface="Cambria Math" panose="02040503050406030204" pitchFamily="18" charset="0"/>
                      </a:rPr>
                      <m:t>+ </m:t>
                    </m:r>
                    <m:r>
                      <a:rPr lang="en-US" altLang="ko-KR" sz="2000" i="1" smtClean="0">
                        <a:latin typeface="Cambria Math" panose="02040503050406030204" pitchFamily="18" charset="0"/>
                      </a:rPr>
                      <m:t>𝑓</m:t>
                    </m:r>
                    <m:d>
                      <m:dPr>
                        <m:ctrlPr>
                          <a:rPr lang="en-US" altLang="ko-KR" sz="2000" b="0" i="1" smtClean="0">
                            <a:latin typeface="Cambria Math" panose="02040503050406030204" pitchFamily="18" charset="0"/>
                          </a:rPr>
                        </m:ctrlPr>
                      </m:dPr>
                      <m:e>
                        <m:r>
                          <a:rPr lang="en-US" altLang="ko-KR" sz="2000" b="0" i="1" smtClean="0">
                            <a:latin typeface="Cambria Math" panose="02040503050406030204" pitchFamily="18" charset="0"/>
                          </a:rPr>
                          <m:t>𝑥</m:t>
                        </m:r>
                      </m:e>
                    </m:d>
                    <m:sSup>
                      <m:sSupPr>
                        <m:ctrlPr>
                          <a:rPr lang="en-US" altLang="ko-KR" sz="2000" b="0" i="1" smtClean="0">
                            <a:latin typeface="Cambria Math" panose="02040503050406030204" pitchFamily="18" charset="0"/>
                          </a:rPr>
                        </m:ctrlPr>
                      </m:sSupPr>
                      <m:e>
                        <m:r>
                          <a:rPr lang="en-US" altLang="ko-KR" sz="2000" b="0" i="1" smtClean="0">
                            <a:latin typeface="Cambria Math" panose="02040503050406030204" pitchFamily="18" charset="0"/>
                          </a:rPr>
                          <m:t>𝑔</m:t>
                        </m:r>
                      </m:e>
                      <m:sup>
                        <m:r>
                          <a:rPr lang="en-US" altLang="ko-KR" sz="2000" b="0" i="1" smtClean="0">
                            <a:latin typeface="Cambria Math" panose="02040503050406030204" pitchFamily="18" charset="0"/>
                          </a:rPr>
                          <m:t>′</m:t>
                        </m:r>
                      </m:sup>
                    </m:sSup>
                    <m:d>
                      <m:dPr>
                        <m:ctrlPr>
                          <a:rPr lang="en-US" altLang="ko-KR" sz="2000" b="0" i="1" smtClean="0">
                            <a:latin typeface="Cambria Math" panose="02040503050406030204" pitchFamily="18" charset="0"/>
                          </a:rPr>
                        </m:ctrlPr>
                      </m:dPr>
                      <m:e>
                        <m:r>
                          <a:rPr lang="en-US" altLang="ko-KR" sz="2000" b="0" i="1" smtClean="0">
                            <a:latin typeface="Cambria Math" panose="02040503050406030204" pitchFamily="18" charset="0"/>
                          </a:rPr>
                          <m:t>𝑥</m:t>
                        </m:r>
                      </m:e>
                    </m:d>
                    <m:r>
                      <a:rPr lang="en-US" altLang="ko-KR" sz="2000" b="0" i="1" smtClean="0">
                        <a:latin typeface="Cambria Math" panose="02040503050406030204" pitchFamily="18" charset="0"/>
                      </a:rPr>
                      <m:t>h</m:t>
                    </m:r>
                    <m:d>
                      <m:dPr>
                        <m:ctrlPr>
                          <a:rPr lang="en-US" altLang="ko-KR" sz="2000" b="0" i="1" smtClean="0">
                            <a:latin typeface="Cambria Math" panose="02040503050406030204" pitchFamily="18" charset="0"/>
                          </a:rPr>
                        </m:ctrlPr>
                      </m:dPr>
                      <m:e>
                        <m:r>
                          <a:rPr lang="en-US" altLang="ko-KR" sz="2000" b="0" i="1" smtClean="0">
                            <a:latin typeface="Cambria Math" panose="02040503050406030204" pitchFamily="18" charset="0"/>
                          </a:rPr>
                          <m:t>𝑥</m:t>
                        </m:r>
                      </m:e>
                    </m:d>
                    <m:r>
                      <a:rPr lang="en-US" altLang="ko-KR" sz="2000" b="0" i="1" smtClean="0">
                        <a:latin typeface="Cambria Math" panose="02040503050406030204" pitchFamily="18" charset="0"/>
                      </a:rPr>
                      <m:t>+</m:t>
                    </m:r>
                    <m:r>
                      <a:rPr lang="en-US" altLang="ko-KR" sz="2000" i="1">
                        <a:latin typeface="Cambria Math" panose="02040503050406030204" pitchFamily="18" charset="0"/>
                      </a:rPr>
                      <m:t>𝑓</m:t>
                    </m:r>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b="0" i="1" smtClean="0">
                        <a:latin typeface="Cambria Math" panose="02040503050406030204" pitchFamily="18" charset="0"/>
                      </a:rPr>
                      <m:t>𝑔</m:t>
                    </m:r>
                    <m:d>
                      <m:dPr>
                        <m:ctrlPr>
                          <a:rPr lang="en-US" altLang="ko-KR" sz="2000" b="0" i="1" smtClean="0">
                            <a:latin typeface="Cambria Math" panose="02040503050406030204" pitchFamily="18" charset="0"/>
                          </a:rPr>
                        </m:ctrlPr>
                      </m:dPr>
                      <m:e>
                        <m:r>
                          <a:rPr lang="en-US" altLang="ko-KR" sz="2000" i="1">
                            <a:latin typeface="Cambria Math" panose="02040503050406030204" pitchFamily="18" charset="0"/>
                          </a:rPr>
                          <m:t>𝑥</m:t>
                        </m:r>
                      </m:e>
                    </m:d>
                    <m:sSup>
                      <m:sSupPr>
                        <m:ctrlPr>
                          <a:rPr lang="en-US" altLang="ko-KR" sz="2000" i="1">
                            <a:latin typeface="Cambria Math" panose="02040503050406030204" pitchFamily="18" charset="0"/>
                          </a:rPr>
                        </m:ctrlPr>
                      </m:sSupPr>
                      <m:e>
                        <m:r>
                          <a:rPr lang="en-US" altLang="ko-KR" sz="2000" b="0" i="1" smtClean="0">
                            <a:latin typeface="Cambria Math" panose="02040503050406030204" pitchFamily="18" charset="0"/>
                          </a:rPr>
                          <m:t>h</m:t>
                        </m:r>
                      </m:e>
                      <m:sup>
                        <m:r>
                          <a:rPr lang="en-US" altLang="ko-KR" sz="2000" i="1">
                            <a:latin typeface="Cambria Math" panose="02040503050406030204" pitchFamily="18" charset="0"/>
                          </a:rPr>
                          <m:t>′</m:t>
                        </m:r>
                      </m:sup>
                    </m:sSup>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b="0" i="1" smtClean="0">
                        <a:latin typeface="Cambria Math" panose="02040503050406030204" pitchFamily="18" charset="0"/>
                      </a:rPr>
                      <m:t> ,</m:t>
                    </m:r>
                  </m:oMath>
                </a14:m>
                <a:endParaRPr lang="en-US" altLang="ko-KR" sz="2000" i="1" dirty="0">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centerGroup"/>
                    </m:oMathParaPr>
                    <m:oMath xmlns:m="http://schemas.openxmlformats.org/officeDocument/2006/math">
                      <m:r>
                        <a:rPr lang="en-US" altLang="ko-KR" sz="2000" i="1">
                          <a:latin typeface="Cambria Math" panose="02040503050406030204" pitchFamily="18" charset="0"/>
                          <a:ea typeface="Cambria Math" panose="02040503050406030204" pitchFamily="18" charset="0"/>
                        </a:rPr>
                        <m:t>  </m:t>
                      </m:r>
                      <m:r>
                        <a:rPr lang="en-US" altLang="ko-KR" sz="2000" i="1">
                          <a:latin typeface="Cambria Math" panose="02040503050406030204" pitchFamily="18" charset="0"/>
                        </a:rPr>
                        <m:t>𝑔𝑖𝑣𝑒𝑛</m:t>
                      </m:r>
                      <m:r>
                        <a:rPr lang="en-US" altLang="ko-KR" sz="2000" i="1">
                          <a:latin typeface="Cambria Math" panose="02040503050406030204" pitchFamily="18" charset="0"/>
                        </a:rPr>
                        <m:t> </m:t>
                      </m:r>
                      <m:r>
                        <a:rPr lang="en-US" altLang="ko-KR" sz="2000" b="0" i="1" smtClean="0">
                          <a:latin typeface="Cambria Math" panose="02040503050406030204" pitchFamily="18" charset="0"/>
                        </a:rPr>
                        <m:t>𝑡h𝑒</m:t>
                      </m:r>
                      <m:r>
                        <a:rPr lang="en-US" altLang="ko-KR" sz="2000" b="0" i="1" smtClean="0">
                          <a:latin typeface="Cambria Math" panose="02040503050406030204" pitchFamily="18" charset="0"/>
                        </a:rPr>
                        <m:t> </m:t>
                      </m:r>
                      <m:r>
                        <a:rPr lang="en-US" altLang="ko-KR" sz="2000" b="0" i="1" smtClean="0">
                          <a:latin typeface="Cambria Math" panose="02040503050406030204" pitchFamily="18" charset="0"/>
                        </a:rPr>
                        <m:t>𝑐𝑜𝑚𝑝𝑜𝑠𝑖𝑡𝑒</m:t>
                      </m:r>
                      <m:r>
                        <a:rPr lang="en-US" altLang="ko-KR" sz="2000" b="0" i="1" smtClean="0">
                          <a:latin typeface="Cambria Math" panose="02040503050406030204" pitchFamily="18" charset="0"/>
                        </a:rPr>
                        <m:t> </m:t>
                      </m:r>
                      <m:r>
                        <a:rPr lang="en-US" altLang="ko-KR" sz="2000" b="0" i="1" smtClean="0">
                          <a:latin typeface="Cambria Math" panose="02040503050406030204" pitchFamily="18" charset="0"/>
                        </a:rPr>
                        <m:t>𝑓𝑢𝑛𝑐𝑡𝑖𝑜𝑛</m:t>
                      </m:r>
                      <m:r>
                        <a:rPr lang="en-US" altLang="ko-KR" sz="2000" b="0" i="1" smtClean="0">
                          <a:latin typeface="Cambria Math" panose="02040503050406030204" pitchFamily="18" charset="0"/>
                        </a:rPr>
                        <m:t> </m:t>
                      </m:r>
                      <m:r>
                        <a:rPr lang="en-US" altLang="ko-KR" sz="2000" b="0" i="1" smtClean="0">
                          <a:latin typeface="Cambria Math" panose="02040503050406030204" pitchFamily="18" charset="0"/>
                        </a:rPr>
                        <m:t>𝐹</m:t>
                      </m:r>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r>
                        <a:rPr lang="en-US" altLang="ko-KR" sz="2000" i="1" smtClean="0">
                          <a:latin typeface="Cambria Math" panose="02040503050406030204" pitchFamily="18" charset="0"/>
                        </a:rPr>
                        <m:t>𝑓</m:t>
                      </m:r>
                      <m:d>
                        <m:dPr>
                          <m:ctrlPr>
                            <a:rPr lang="en-US" altLang="ko-KR" sz="2000" b="0" i="1" smtClean="0">
                              <a:latin typeface="Cambria Math" panose="02040503050406030204" pitchFamily="18" charset="0"/>
                            </a:rPr>
                          </m:ctrlPr>
                        </m:dPr>
                        <m:e>
                          <m:r>
                            <a:rPr lang="en-US" altLang="ko-KR" sz="2000" b="0" i="1" smtClean="0">
                              <a:latin typeface="Cambria Math" panose="02040503050406030204" pitchFamily="18" charset="0"/>
                            </a:rPr>
                            <m:t>𝑥</m:t>
                          </m:r>
                        </m:e>
                      </m:d>
                      <m:r>
                        <a:rPr lang="en-US" altLang="ko-KR" sz="2000" i="1">
                          <a:latin typeface="Cambria Math" panose="02040503050406030204" pitchFamily="18" charset="0"/>
                        </a:rPr>
                        <m:t>𝑔</m:t>
                      </m:r>
                      <m:r>
                        <a:rPr lang="en-US" altLang="ko-KR" sz="2000" i="1">
                          <a:latin typeface="Cambria Math" panose="02040503050406030204" pitchFamily="18" charset="0"/>
                        </a:rPr>
                        <m:t>(</m:t>
                      </m:r>
                      <m:r>
                        <a:rPr lang="en-US" altLang="ko-KR" sz="2000" i="1">
                          <a:latin typeface="Cambria Math" panose="02040503050406030204" pitchFamily="18" charset="0"/>
                        </a:rPr>
                        <m:t>𝑥</m:t>
                      </m:r>
                      <m:r>
                        <a:rPr lang="en-US" altLang="ko-KR" sz="2000" i="1">
                          <a:latin typeface="Cambria Math" panose="02040503050406030204" pitchFamily="18" charset="0"/>
                        </a:rPr>
                        <m:t>)</m:t>
                      </m:r>
                      <m:r>
                        <a:rPr lang="en-US" altLang="ko-KR" sz="2000" i="1">
                          <a:latin typeface="Cambria Math" panose="02040503050406030204" pitchFamily="18" charset="0"/>
                        </a:rPr>
                        <m:t>h</m:t>
                      </m:r>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oMath>
                  </m:oMathPara>
                </a14:m>
                <a:endParaRPr lang="ko-KR" altLang="en-US" sz="2000" i="1" dirty="0"/>
              </a:p>
            </p:txBody>
          </p:sp>
        </mc:Choice>
        <mc:Fallback xmlns="">
          <p:sp>
            <p:nvSpPr>
              <p:cNvPr id="9" name="TextBox 8"/>
              <p:cNvSpPr txBox="1">
                <a:spLocks noRot="1" noChangeAspect="1" noMove="1" noResize="1" noEditPoints="1" noAdjustHandles="1" noChangeArrowheads="1" noChangeShapeType="1" noTextEdit="1"/>
              </p:cNvSpPr>
              <p:nvPr/>
            </p:nvSpPr>
            <p:spPr>
              <a:xfrm>
                <a:off x="918754" y="1356592"/>
                <a:ext cx="7371805" cy="923330"/>
              </a:xfrm>
              <a:prstGeom prst="rect">
                <a:avLst/>
              </a:prstGeom>
              <a:blipFill>
                <a:blip r:embed="rId4"/>
                <a:stretch>
                  <a:fillRect l="-2151"/>
                </a:stretch>
              </a:blipFill>
            </p:spPr>
            <p:txBody>
              <a:bodyPr/>
              <a:lstStyle/>
              <a:p>
                <a:r>
                  <a:rPr lang="ko-KR" altLang="en-US">
                    <a:noFill/>
                  </a:rPr>
                  <a:t> </a:t>
                </a:r>
              </a:p>
            </p:txBody>
          </p:sp>
        </mc:Fallback>
      </mc:AlternateContent>
      <p:sp>
        <p:nvSpPr>
          <p:cNvPr id="13" name="원호 12">
            <a:extLst>
              <a:ext uri="{FF2B5EF4-FFF2-40B4-BE49-F238E27FC236}">
                <a16:creationId xmlns:a16="http://schemas.microsoft.com/office/drawing/2014/main" id="{720BE5F8-FF28-D338-132B-12A968F95379}"/>
              </a:ext>
            </a:extLst>
          </p:cNvPr>
          <p:cNvSpPr/>
          <p:nvPr/>
        </p:nvSpPr>
        <p:spPr>
          <a:xfrm>
            <a:off x="3707659" y="3279704"/>
            <a:ext cx="864341" cy="864207"/>
          </a:xfrm>
          <a:prstGeom prst="arc">
            <a:avLst>
              <a:gd name="adj1" fmla="val 19540042"/>
              <a:gd name="adj2" fmla="val 5728947"/>
            </a:avLst>
          </a:prstGeom>
          <a:ln w="9525">
            <a:solidFill>
              <a:srgbClr val="C00000"/>
            </a:solidFill>
            <a:headEnd type="non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sp>
        <p:nvSpPr>
          <p:cNvPr id="2" name="직사각형 1"/>
          <p:cNvSpPr/>
          <p:nvPr/>
        </p:nvSpPr>
        <p:spPr>
          <a:xfrm>
            <a:off x="4604656" y="3649061"/>
            <a:ext cx="2279791" cy="307777"/>
          </a:xfrm>
          <a:prstGeom prst="rect">
            <a:avLst/>
          </a:prstGeom>
        </p:spPr>
        <p:txBody>
          <a:bodyPr wrap="none">
            <a:spAutoFit/>
          </a:bodyPr>
          <a:lstStyle/>
          <a:p>
            <a:r>
              <a:rPr lang="en-US" altLang="ko-KR" sz="1400" dirty="0"/>
              <a:t>According to the theorem </a:t>
            </a:r>
            <a:r>
              <a:rPr lang="ko-KR" altLang="en-US" sz="1400" dirty="0"/>
              <a:t>⑦</a:t>
            </a:r>
            <a:endParaRPr lang="en-US" altLang="ko-KR" sz="1400" dirty="0"/>
          </a:p>
        </p:txBody>
      </p:sp>
    </p:spTree>
    <p:extLst>
      <p:ext uri="{BB962C8B-B14F-4D97-AF65-F5344CB8AC3E}">
        <p14:creationId xmlns:p14="http://schemas.microsoft.com/office/powerpoint/2010/main" val="72839435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mc:AlternateContent xmlns:mc="http://schemas.openxmlformats.org/markup-compatibility/2006" xmlns:a14="http://schemas.microsoft.com/office/drawing/2010/main">
        <mc:Choice Requires="a14">
          <p:graphicFrame>
            <p:nvGraphicFramePr>
              <p:cNvPr id="10" name="표 9"/>
              <p:cNvGraphicFramePr>
                <a:graphicFrameLocks noGrp="1"/>
              </p:cNvGraphicFramePr>
              <p:nvPr/>
            </p:nvGraphicFramePr>
            <p:xfrm>
              <a:off x="930342" y="2531450"/>
              <a:ext cx="6019098" cy="3541915"/>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41513">
                    <a:tc>
                      <a:txBody>
                        <a:bodyPr/>
                        <a:lstStyle/>
                        <a:p>
                          <a:pPr algn="l" latinLnBrk="1"/>
                          <a:endParaRPr lang="ko-KR" altLang="en-US" sz="14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49850590"/>
                      </a:ext>
                    </a:extLst>
                  </a:tr>
                  <a:tr h="64151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p>
                                  <m:sSupPr>
                                    <m:ctrlPr>
                                      <a:rPr lang="en-US" altLang="ko-KR" sz="1400" i="1" smtClean="0">
                                        <a:latin typeface="Cambria Math" panose="02040503050406030204" pitchFamily="18" charset="0"/>
                                      </a:rPr>
                                    </m:ctrlPr>
                                  </m:sSupPr>
                                  <m:e>
                                    <m:r>
                                      <a:rPr lang="en-US" altLang="ko-KR" sz="1400" b="0" i="1" smtClean="0">
                                        <a:latin typeface="Cambria Math" panose="02040503050406030204" pitchFamily="18" charset="0"/>
                                      </a:rPr>
                                      <m:t>𝐹</m:t>
                                    </m:r>
                                  </m:e>
                                  <m:sup>
                                    <m:r>
                                      <a:rPr lang="en-US" altLang="ko-KR" sz="1400" i="1">
                                        <a:latin typeface="Cambria Math" panose="02040503050406030204" pitchFamily="18" charset="0"/>
                                      </a:rPr>
                                      <m:t>′</m:t>
                                    </m:r>
                                  </m:sup>
                                </m:sSup>
                                <m:d>
                                  <m:dPr>
                                    <m:ctrlPr>
                                      <a:rPr lang="en-US" altLang="ko-KR" sz="1400" i="1">
                                        <a:latin typeface="Cambria Math" panose="02040503050406030204" pitchFamily="18" charset="0"/>
                                      </a:rPr>
                                    </m:ctrlPr>
                                  </m:dPr>
                                  <m:e>
                                    <m:r>
                                      <a:rPr lang="en-US" altLang="ko-KR" sz="1400" i="1">
                                        <a:latin typeface="Cambria Math" panose="02040503050406030204" pitchFamily="18" charset="0"/>
                                      </a:rPr>
                                      <m:t>𝑥</m:t>
                                    </m:r>
                                  </m:e>
                                </m:d>
                                <m:r>
                                  <a:rPr lang="en-US" altLang="ko-KR" sz="1400" i="1">
                                    <a:latin typeface="Cambria Math" panose="02040503050406030204" pitchFamily="18" charset="0"/>
                                  </a:rPr>
                                  <m:t>=</m:t>
                                </m:r>
                                <m:sSup>
                                  <m:sSupPr>
                                    <m:ctrlPr>
                                      <a:rPr lang="en-US" altLang="ko-KR" sz="1400" b="0" i="1" smtClean="0">
                                        <a:latin typeface="Cambria Math" panose="02040503050406030204" pitchFamily="18" charset="0"/>
                                      </a:rPr>
                                    </m:ctrlPr>
                                  </m:sSupPr>
                                  <m:e>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𝑓</m:t>
                                    </m:r>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r>
                                      <a:rPr lang="en-US" altLang="ko-KR" sz="1400" b="0" i="1" smtClean="0">
                                        <a:latin typeface="Cambria Math" panose="02040503050406030204" pitchFamily="18" charset="0"/>
                                      </a:rPr>
                                      <m:t>𝑔</m:t>
                                    </m:r>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r>
                                      <a:rPr lang="en-US" altLang="ko-KR" sz="1400" b="0" i="1" smtClean="0">
                                        <a:latin typeface="Cambria Math" panose="02040503050406030204" pitchFamily="18" charset="0"/>
                                      </a:rPr>
                                      <m:t>h</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𝑥</m:t>
                                    </m:r>
                                    <m:r>
                                      <a:rPr lang="en-US" altLang="ko-KR" sz="1400" b="0" i="1" smtClean="0">
                                        <a:latin typeface="Cambria Math" panose="02040503050406030204" pitchFamily="18" charset="0"/>
                                      </a:rPr>
                                      <m:t>)]</m:t>
                                    </m:r>
                                  </m:e>
                                  <m:sup>
                                    <m:r>
                                      <a:rPr lang="en-US" altLang="ko-KR" sz="1400" b="0" i="1" smtClean="0">
                                        <a:latin typeface="Cambria Math" panose="02040503050406030204" pitchFamily="18" charset="0"/>
                                      </a:rPr>
                                      <m:t>′</m:t>
                                    </m:r>
                                  </m:sup>
                                </m:sSup>
                                <m:r>
                                  <a:rPr lang="en-US" altLang="ko-KR" sz="1400" smtClean="0">
                                    <a:latin typeface="Cambria Math" panose="02040503050406030204" pitchFamily="18" charset="0"/>
                                  </a:rPr>
                                  <m:t>=</m:t>
                                </m:r>
                                <m:sSup>
                                  <m:sSupPr>
                                    <m:ctrlPr>
                                      <a:rPr lang="en-US" altLang="ko-KR" sz="1400" b="0" i="1" smtClean="0">
                                        <a:latin typeface="Cambria Math" panose="02040503050406030204" pitchFamily="18" charset="0"/>
                                      </a:rPr>
                                    </m:ctrlPr>
                                  </m:sSupPr>
                                  <m:e>
                                    <m:r>
                                      <a:rPr lang="en-US" altLang="ko-KR" sz="1400" b="0" i="0" smtClean="0">
                                        <a:latin typeface="Cambria Math" panose="02040503050406030204" pitchFamily="18" charset="0"/>
                                      </a:rPr>
                                      <m:t>[[</m:t>
                                    </m:r>
                                    <m:r>
                                      <a:rPr lang="en-US" altLang="ko-KR" sz="1400" b="0" i="1" smtClean="0">
                                        <a:latin typeface="Cambria Math" panose="02040503050406030204" pitchFamily="18" charset="0"/>
                                      </a:rPr>
                                      <m:t>𝑓</m:t>
                                    </m:r>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r>
                                      <a:rPr lang="en-US" altLang="ko-KR" sz="1400" b="0" i="1" smtClean="0">
                                        <a:latin typeface="Cambria Math" panose="02040503050406030204" pitchFamily="18" charset="0"/>
                                      </a:rPr>
                                      <m:t>𝑔</m:t>
                                    </m:r>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r>
                                      <a:rPr lang="en-US" altLang="ko-KR" sz="1400" b="0" i="0" smtClean="0">
                                        <a:latin typeface="Cambria Math" panose="02040503050406030204" pitchFamily="18" charset="0"/>
                                      </a:rPr>
                                      <m:t>]</m:t>
                                    </m:r>
                                    <m:r>
                                      <a:rPr lang="en-US" altLang="ko-KR" sz="1400" b="0" i="1" smtClean="0">
                                        <a:latin typeface="Cambria Math" panose="02040503050406030204" pitchFamily="18" charset="0"/>
                                      </a:rPr>
                                      <m:t>h</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𝑥</m:t>
                                    </m:r>
                                    <m:r>
                                      <a:rPr lang="en-US" altLang="ko-KR" sz="1400" b="0" i="1" smtClean="0">
                                        <a:latin typeface="Cambria Math" panose="02040503050406030204" pitchFamily="18" charset="0"/>
                                      </a:rPr>
                                      <m:t>)</m:t>
                                    </m:r>
                                    <m:r>
                                      <a:rPr lang="en-US" altLang="ko-KR" sz="1400" b="0" i="0" smtClean="0">
                                        <a:latin typeface="Cambria Math" panose="02040503050406030204" pitchFamily="18" charset="0"/>
                                      </a:rPr>
                                      <m:t>]</m:t>
                                    </m:r>
                                  </m:e>
                                  <m:sup>
                                    <m:r>
                                      <a:rPr lang="en-US" altLang="ko-KR" sz="1400" b="0" i="1" smtClean="0">
                                        <a:latin typeface="Cambria Math" panose="02040503050406030204" pitchFamily="18" charset="0"/>
                                      </a:rPr>
                                      <m:t>′</m:t>
                                    </m:r>
                                  </m:sup>
                                </m:sSup>
                              </m:oMath>
                            </m:oMathPara>
                          </a14:m>
                          <a:endParaRPr lang="ko-KR" altLang="en-US" sz="14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50883624"/>
                      </a:ext>
                    </a:extLst>
                  </a:tr>
                  <a:tr h="6112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altLang="ko-KR" sz="1400" smtClean="0">
                                    <a:latin typeface="Cambria Math" panose="02040503050406030204" pitchFamily="18" charset="0"/>
                                  </a:rPr>
                                  <m:t>=</m:t>
                                </m:r>
                                <m:sSup>
                                  <m:sSupPr>
                                    <m:ctrlPr>
                                      <a:rPr lang="en-US" altLang="ko-KR" sz="1400" b="0" i="1" smtClean="0">
                                        <a:latin typeface="Cambria Math" panose="02040503050406030204" pitchFamily="18" charset="0"/>
                                      </a:rPr>
                                    </m:ctrlPr>
                                  </m:sSupPr>
                                  <m:e>
                                    <m:d>
                                      <m:dPr>
                                        <m:begChr m:val="["/>
                                        <m:endChr m:val="]"/>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𝑓</m:t>
                                        </m:r>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r>
                                          <a:rPr lang="en-US" altLang="ko-KR" sz="1400" b="0" i="1" smtClean="0">
                                            <a:latin typeface="Cambria Math" panose="02040503050406030204" pitchFamily="18" charset="0"/>
                                          </a:rPr>
                                          <m:t>𝑔</m:t>
                                        </m:r>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e>
                                    </m:d>
                                  </m:e>
                                  <m:sup>
                                    <m:r>
                                      <a:rPr lang="en-US" altLang="ko-KR" sz="1400" b="0" i="1" smtClean="0">
                                        <a:latin typeface="Cambria Math" panose="02040503050406030204" pitchFamily="18" charset="0"/>
                                      </a:rPr>
                                      <m:t>′</m:t>
                                    </m:r>
                                  </m:sup>
                                </m:sSup>
                                <m:r>
                                  <a:rPr lang="en-US" altLang="ko-KR" sz="1400" b="0" i="1" smtClean="0">
                                    <a:latin typeface="Cambria Math" panose="02040503050406030204" pitchFamily="18" charset="0"/>
                                  </a:rPr>
                                  <m:t>h</m:t>
                                </m:r>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𝑓</m:t>
                                </m:r>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r>
                                  <a:rPr lang="en-US" altLang="ko-KR" sz="1400" b="0" i="1" smtClean="0">
                                    <a:latin typeface="Cambria Math" panose="02040503050406030204" pitchFamily="18" charset="0"/>
                                  </a:rPr>
                                  <m:t>𝑔</m:t>
                                </m:r>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sSup>
                                  <m:sSupPr>
                                    <m:ctrlPr>
                                      <a:rPr lang="en-US" altLang="ko-KR" sz="1400" b="0" i="1" smtClean="0">
                                        <a:latin typeface="Cambria Math" panose="02040503050406030204" pitchFamily="18" charset="0"/>
                                      </a:rPr>
                                    </m:ctrlPr>
                                  </m:sSupPr>
                                  <m:e>
                                    <m:r>
                                      <a:rPr lang="en-US" altLang="ko-KR" sz="1400" b="0" i="1" smtClean="0">
                                        <a:latin typeface="Cambria Math" panose="02040503050406030204" pitchFamily="18" charset="0"/>
                                      </a:rPr>
                                      <m:t>h</m:t>
                                    </m:r>
                                  </m:e>
                                  <m:sup>
                                    <m:r>
                                      <a:rPr lang="en-US" altLang="ko-KR" sz="1400" b="0" i="1" smtClean="0">
                                        <a:latin typeface="Cambria Math" panose="02040503050406030204" pitchFamily="18" charset="0"/>
                                      </a:rPr>
                                      <m:t>′</m:t>
                                    </m:r>
                                  </m:sup>
                                </m:sSup>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oMath>
                            </m:oMathPara>
                          </a14:m>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9591821"/>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altLang="ko-KR" sz="1400" smtClean="0">
                                    <a:latin typeface="Cambria Math" panose="02040503050406030204" pitchFamily="18" charset="0"/>
                                  </a:rPr>
                                  <m:t>=</m:t>
                                </m:r>
                                <m:d>
                                  <m:dPr>
                                    <m:begChr m:val="["/>
                                    <m:endChr m:val="]"/>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𝑓</m:t>
                                    </m:r>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sSup>
                                      <m:sSupPr>
                                        <m:ctrlPr>
                                          <a:rPr lang="en-US" altLang="ko-KR" sz="1400" b="0" i="1" smtClean="0">
                                            <a:latin typeface="Cambria Math" panose="02040503050406030204" pitchFamily="18" charset="0"/>
                                          </a:rPr>
                                        </m:ctrlPr>
                                      </m:sSupPr>
                                      <m:e>
                                        <m:r>
                                          <a:rPr lang="en-US" altLang="ko-KR" sz="1400" b="0" i="1" smtClean="0">
                                            <a:latin typeface="Cambria Math" panose="02040503050406030204" pitchFamily="18" charset="0"/>
                                          </a:rPr>
                                          <m:t>𝑔</m:t>
                                        </m:r>
                                      </m:e>
                                      <m:sup>
                                        <m:r>
                                          <a:rPr lang="en-US" altLang="ko-KR" sz="1400" b="0" i="1" smtClean="0">
                                            <a:latin typeface="Cambria Math" panose="02040503050406030204" pitchFamily="18" charset="0"/>
                                          </a:rPr>
                                          <m:t>′</m:t>
                                        </m:r>
                                      </m:sup>
                                    </m:sSup>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r>
                                      <a:rPr lang="en-US" altLang="ko-KR" sz="1400" b="0" i="1" smtClean="0">
                                        <a:latin typeface="Cambria Math" panose="02040503050406030204" pitchFamily="18" charset="0"/>
                                      </a:rPr>
                                      <m:t>+</m:t>
                                    </m:r>
                                    <m:sSup>
                                      <m:sSupPr>
                                        <m:ctrlPr>
                                          <a:rPr lang="en-US" altLang="ko-KR" sz="1400" b="0" i="1" smtClean="0">
                                            <a:latin typeface="Cambria Math" panose="02040503050406030204" pitchFamily="18" charset="0"/>
                                          </a:rPr>
                                        </m:ctrlPr>
                                      </m:sSupPr>
                                      <m:e>
                                        <m:r>
                                          <a:rPr lang="en-US" altLang="ko-KR" sz="1400" b="0" i="1" smtClean="0">
                                            <a:latin typeface="Cambria Math" panose="02040503050406030204" pitchFamily="18" charset="0"/>
                                          </a:rPr>
                                          <m:t>𝑓</m:t>
                                        </m:r>
                                      </m:e>
                                      <m:sup>
                                        <m:r>
                                          <a:rPr lang="en-US" altLang="ko-KR" sz="1400" b="0" i="1" smtClean="0">
                                            <a:latin typeface="Cambria Math" panose="02040503050406030204" pitchFamily="18" charset="0"/>
                                          </a:rPr>
                                          <m:t>′</m:t>
                                        </m:r>
                                      </m:sup>
                                    </m:sSup>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r>
                                      <a:rPr lang="en-US" altLang="ko-KR" sz="1400" b="0" i="1" smtClean="0">
                                        <a:latin typeface="Cambria Math" panose="02040503050406030204" pitchFamily="18" charset="0"/>
                                      </a:rPr>
                                      <m:t>𝑔</m:t>
                                    </m:r>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e>
                                </m:d>
                                <m:r>
                                  <a:rPr lang="en-US" altLang="ko-KR" sz="1400" b="0" i="1" smtClean="0">
                                    <a:latin typeface="Cambria Math" panose="02040503050406030204" pitchFamily="18" charset="0"/>
                                  </a:rPr>
                                  <m:t>h</m:t>
                                </m:r>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𝑓</m:t>
                                </m:r>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r>
                                  <a:rPr lang="en-US" altLang="ko-KR" sz="1400" b="0" i="1" smtClean="0">
                                    <a:latin typeface="Cambria Math" panose="02040503050406030204" pitchFamily="18" charset="0"/>
                                  </a:rPr>
                                  <m:t>𝑔</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𝑥</m:t>
                                </m:r>
                                <m:r>
                                  <a:rPr lang="en-US" altLang="ko-KR" sz="1400" b="0" i="1" smtClean="0">
                                    <a:latin typeface="Cambria Math" panose="02040503050406030204" pitchFamily="18" charset="0"/>
                                  </a:rPr>
                                  <m:t>)</m:t>
                                </m:r>
                                <m:sSup>
                                  <m:sSupPr>
                                    <m:ctrlPr>
                                      <a:rPr lang="en-US" altLang="ko-KR" sz="1400" b="0" i="1" smtClean="0">
                                        <a:latin typeface="Cambria Math" panose="02040503050406030204" pitchFamily="18" charset="0"/>
                                      </a:rPr>
                                    </m:ctrlPr>
                                  </m:sSupPr>
                                  <m:e>
                                    <m:r>
                                      <a:rPr lang="en-US" altLang="ko-KR" sz="1400" b="0" i="1" smtClean="0">
                                        <a:latin typeface="Cambria Math" panose="02040503050406030204" pitchFamily="18" charset="0"/>
                                      </a:rPr>
                                      <m:t>h</m:t>
                                    </m:r>
                                  </m:e>
                                  <m:sup>
                                    <m:r>
                                      <a:rPr lang="en-US" altLang="ko-KR" sz="1400" b="0" i="1" smtClean="0">
                                        <a:latin typeface="Cambria Math" panose="02040503050406030204" pitchFamily="18" charset="0"/>
                                      </a:rPr>
                                      <m:t>′</m:t>
                                    </m:r>
                                  </m:sup>
                                </m:sSup>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oMath>
                            </m:oMathPara>
                          </a14:m>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71924127"/>
                      </a:ext>
                    </a:extLst>
                  </a:tr>
                  <a:tr h="549223">
                    <a:tc>
                      <a:txBody>
                        <a:bodyPr/>
                        <a:lstStyle/>
                        <a:p>
                          <a:pPr algn="l" latinLnBrk="1"/>
                          <a14:m>
                            <m:oMathPara xmlns:m="http://schemas.openxmlformats.org/officeDocument/2006/math">
                              <m:oMathParaPr>
                                <m:jc m:val="left"/>
                              </m:oMathParaPr>
                              <m:oMath xmlns:m="http://schemas.openxmlformats.org/officeDocument/2006/math">
                                <m:r>
                                  <a:rPr lang="en-US" altLang="ko-KR" sz="1400" b="0" i="1" smtClean="0">
                                    <a:latin typeface="Cambria Math" panose="02040503050406030204" pitchFamily="18" charset="0"/>
                                  </a:rPr>
                                  <m:t>=</m:t>
                                </m:r>
                                <m:sSup>
                                  <m:sSupPr>
                                    <m:ctrlPr>
                                      <a:rPr lang="en-US" altLang="ko-KR" sz="1400" b="0" i="1" smtClean="0">
                                        <a:latin typeface="Cambria Math" panose="02040503050406030204" pitchFamily="18" charset="0"/>
                                      </a:rPr>
                                    </m:ctrlPr>
                                  </m:sSupPr>
                                  <m:e>
                                    <m:r>
                                      <a:rPr lang="en-US" altLang="ko-KR" sz="1400" b="0" i="1" smtClean="0">
                                        <a:latin typeface="Cambria Math" panose="02040503050406030204" pitchFamily="18" charset="0"/>
                                      </a:rPr>
                                      <m:t>𝑓</m:t>
                                    </m:r>
                                  </m:e>
                                  <m:sup>
                                    <m:r>
                                      <a:rPr lang="en-US" altLang="ko-KR" sz="1400" b="0" i="1" smtClean="0">
                                        <a:latin typeface="Cambria Math" panose="02040503050406030204" pitchFamily="18" charset="0"/>
                                      </a:rPr>
                                      <m:t>′</m:t>
                                    </m:r>
                                  </m:sup>
                                </m:sSup>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r>
                                  <a:rPr lang="en-US" altLang="ko-KR" sz="1400" b="0" i="1" smtClean="0">
                                    <a:latin typeface="Cambria Math" panose="02040503050406030204" pitchFamily="18" charset="0"/>
                                  </a:rPr>
                                  <m:t>𝑔</m:t>
                                </m:r>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r>
                                  <a:rPr lang="en-US" altLang="ko-KR" sz="1400" b="0" i="1" smtClean="0">
                                    <a:latin typeface="Cambria Math" panose="02040503050406030204" pitchFamily="18" charset="0"/>
                                  </a:rPr>
                                  <m:t>h</m:t>
                                </m:r>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𝑓</m:t>
                                </m:r>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sSup>
                                  <m:sSupPr>
                                    <m:ctrlPr>
                                      <a:rPr lang="en-US" altLang="ko-KR" sz="1400" b="0" i="1" smtClean="0">
                                        <a:latin typeface="Cambria Math" panose="02040503050406030204" pitchFamily="18" charset="0"/>
                                      </a:rPr>
                                    </m:ctrlPr>
                                  </m:sSupPr>
                                  <m:e>
                                    <m:r>
                                      <a:rPr lang="en-US" altLang="ko-KR" sz="1400" b="0" i="1" smtClean="0">
                                        <a:latin typeface="Cambria Math" panose="02040503050406030204" pitchFamily="18" charset="0"/>
                                      </a:rPr>
                                      <m:t>𝑔</m:t>
                                    </m:r>
                                  </m:e>
                                  <m:sup>
                                    <m:r>
                                      <a:rPr lang="en-US" altLang="ko-KR" sz="1400" b="0" i="1" smtClean="0">
                                        <a:latin typeface="Cambria Math" panose="02040503050406030204" pitchFamily="18" charset="0"/>
                                      </a:rPr>
                                      <m:t>′</m:t>
                                    </m:r>
                                  </m:sup>
                                </m:sSup>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r>
                                  <a:rPr lang="en-US" altLang="ko-KR" sz="1400" b="0" i="1" smtClean="0">
                                    <a:latin typeface="Cambria Math" panose="02040503050406030204" pitchFamily="18" charset="0"/>
                                  </a:rPr>
                                  <m:t>h</m:t>
                                </m:r>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𝑓</m:t>
                                </m:r>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r>
                                  <a:rPr lang="en-US" altLang="ko-KR" sz="1400" b="0" i="1" smtClean="0">
                                    <a:latin typeface="Cambria Math" panose="02040503050406030204" pitchFamily="18" charset="0"/>
                                  </a:rPr>
                                  <m:t>𝑔</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𝑥</m:t>
                                </m:r>
                                <m:r>
                                  <a:rPr lang="en-US" altLang="ko-KR" sz="1400" b="0" i="1" smtClean="0">
                                    <a:latin typeface="Cambria Math" panose="02040503050406030204" pitchFamily="18" charset="0"/>
                                  </a:rPr>
                                  <m:t>)</m:t>
                                </m:r>
                                <m:sSup>
                                  <m:sSupPr>
                                    <m:ctrlPr>
                                      <a:rPr lang="en-US" altLang="ko-KR" sz="1400" b="0" i="1" smtClean="0">
                                        <a:latin typeface="Cambria Math" panose="02040503050406030204" pitchFamily="18" charset="0"/>
                                      </a:rPr>
                                    </m:ctrlPr>
                                  </m:sSupPr>
                                  <m:e>
                                    <m:r>
                                      <a:rPr lang="en-US" altLang="ko-KR" sz="1400" b="0" i="1" smtClean="0">
                                        <a:latin typeface="Cambria Math" panose="02040503050406030204" pitchFamily="18" charset="0"/>
                                      </a:rPr>
                                      <m:t>h</m:t>
                                    </m:r>
                                  </m:e>
                                  <m:sup>
                                    <m:r>
                                      <a:rPr lang="en-US" altLang="ko-KR" sz="1400" b="0" i="1" smtClean="0">
                                        <a:latin typeface="Cambria Math" panose="02040503050406030204" pitchFamily="18" charset="0"/>
                                      </a:rPr>
                                      <m:t>′</m:t>
                                    </m:r>
                                  </m:sup>
                                </m:sSup>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oMath>
                            </m:oMathPara>
                          </a14:m>
                          <a:endParaRPr lang="ko-KR" altLang="en-US" sz="14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33410646"/>
                      </a:ext>
                    </a:extLst>
                  </a:tr>
                </a:tbl>
              </a:graphicData>
            </a:graphic>
          </p:graphicFrame>
        </mc:Choice>
        <mc:Fallback xmlns="">
          <p:graphicFrame>
            <p:nvGraphicFramePr>
              <p:cNvPr id="10" name="표 9"/>
              <p:cNvGraphicFramePr>
                <a:graphicFrameLocks noGrp="1"/>
              </p:cNvGraphicFramePr>
              <p:nvPr>
                <p:extLst>
                  <p:ext uri="{D42A27DB-BD31-4B8C-83A1-F6EECF244321}">
                    <p14:modId xmlns:p14="http://schemas.microsoft.com/office/powerpoint/2010/main" val="1923391736"/>
                  </p:ext>
                </p:extLst>
              </p:nvPr>
            </p:nvGraphicFramePr>
            <p:xfrm>
              <a:off x="930342" y="2531450"/>
              <a:ext cx="6019098" cy="3541915"/>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41513">
                    <a:tc>
                      <a:txBody>
                        <a:bodyPr/>
                        <a:lstStyle/>
                        <a:p>
                          <a:pPr algn="l" latinLnBrk="1"/>
                          <a:endParaRPr lang="ko-KR" altLang="en-US" sz="14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49850590"/>
                      </a:ext>
                    </a:extLst>
                  </a:tr>
                  <a:tr h="641513">
                    <a:tc>
                      <a:txBody>
                        <a:bodyPr/>
                        <a:lstStyle/>
                        <a:p>
                          <a:endParaRPr lang="ko-K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99057" b="-350000"/>
                          </a:stretch>
                        </a:blipFill>
                      </a:tcPr>
                    </a:tc>
                    <a:extLst>
                      <a:ext uri="{0D108BD9-81ED-4DB2-BD59-A6C34878D82A}">
                        <a16:rowId xmlns:a16="http://schemas.microsoft.com/office/drawing/2014/main" val="450883624"/>
                      </a:ext>
                    </a:extLst>
                  </a:tr>
                  <a:tr h="611220">
                    <a:tc>
                      <a:txBody>
                        <a:bodyPr/>
                        <a:lstStyle/>
                        <a:p>
                          <a:endParaRPr lang="ko-K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211000" b="-271000"/>
                          </a:stretch>
                        </a:blipFill>
                      </a:tcPr>
                    </a:tc>
                    <a:extLst>
                      <a:ext uri="{0D108BD9-81ED-4DB2-BD59-A6C34878D82A}">
                        <a16:rowId xmlns:a16="http://schemas.microsoft.com/office/drawing/2014/main" val="549591821"/>
                      </a:ext>
                    </a:extLst>
                  </a:tr>
                  <a:tr h="549223">
                    <a:tc>
                      <a:txBody>
                        <a:bodyPr/>
                        <a:lstStyle/>
                        <a:p>
                          <a:endParaRPr lang="ko-K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341758" b="-197802"/>
                          </a:stretch>
                        </a:blipFill>
                      </a:tcPr>
                    </a:tc>
                    <a:extLst>
                      <a:ext uri="{0D108BD9-81ED-4DB2-BD59-A6C34878D82A}">
                        <a16:rowId xmlns:a16="http://schemas.microsoft.com/office/drawing/2014/main" val="2571924127"/>
                      </a:ext>
                    </a:extLst>
                  </a:tr>
                  <a:tr h="549223">
                    <a:tc>
                      <a:txBody>
                        <a:bodyPr/>
                        <a:lstStyle/>
                        <a:p>
                          <a:endParaRPr lang="ko-K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446667" b="-100000"/>
                          </a:stretch>
                        </a:blipFill>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33410646"/>
                      </a:ext>
                    </a:extLst>
                  </a:tr>
                </a:tbl>
              </a:graphicData>
            </a:graphic>
          </p:graphicFrame>
        </mc:Fallback>
      </mc:AlternateContent>
      <mc:AlternateContent xmlns:mc="http://schemas.openxmlformats.org/markup-compatibility/2006" xmlns:a14="http://schemas.microsoft.com/office/drawing/2010/main">
        <mc:Choice Requires="a14">
          <p:sp>
            <p:nvSpPr>
              <p:cNvPr id="9" name="TextBox 8"/>
              <p:cNvSpPr txBox="1"/>
              <p:nvPr/>
            </p:nvSpPr>
            <p:spPr>
              <a:xfrm>
                <a:off x="918754" y="1356592"/>
                <a:ext cx="7371805" cy="923330"/>
              </a:xfrm>
              <a:prstGeom prst="rect">
                <a:avLst/>
              </a:prstGeom>
              <a:noFill/>
            </p:spPr>
            <p:txBody>
              <a:bodyPr wrap="square" lIns="0" tIns="0" rIns="0" bIns="0" rtlCol="0">
                <a:spAutoFit/>
              </a:bodyPr>
              <a:lstStyle/>
              <a:p>
                <a:pPr>
                  <a:lnSpc>
                    <a:spcPct val="150000"/>
                  </a:lnSpc>
                </a:pPr>
                <a:r>
                  <a:rPr lang="ko-KR" altLang="en-US" sz="2000" dirty="0"/>
                  <a:t>⑧</a:t>
                </a:r>
                <a14:m>
                  <m:oMath xmlns:m="http://schemas.openxmlformats.org/officeDocument/2006/math">
                    <m:sSup>
                      <m:sSupPr>
                        <m:ctrlPr>
                          <a:rPr lang="en-US" altLang="ko-KR" sz="2000" i="1">
                            <a:latin typeface="Cambria Math" panose="02040503050406030204" pitchFamily="18" charset="0"/>
                          </a:rPr>
                        </m:ctrlPr>
                      </m:sSupPr>
                      <m:e>
                        <m:r>
                          <a:rPr lang="en-US" altLang="ko-KR" sz="2000" b="0" i="1" smtClean="0">
                            <a:latin typeface="Cambria Math" panose="02040503050406030204" pitchFamily="18" charset="0"/>
                          </a:rPr>
                          <m:t>𝐹</m:t>
                        </m:r>
                      </m:e>
                      <m:sup>
                        <m:r>
                          <a:rPr lang="en-US" altLang="ko-KR" sz="2000" i="1">
                            <a:latin typeface="Cambria Math" panose="02040503050406030204" pitchFamily="18" charset="0"/>
                          </a:rPr>
                          <m:t>′</m:t>
                        </m:r>
                      </m:sup>
                    </m:sSup>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sSup>
                      <m:sSupPr>
                        <m:ctrlPr>
                          <a:rPr lang="en-US" altLang="ko-KR" sz="2000" i="1">
                            <a:latin typeface="Cambria Math" panose="02040503050406030204" pitchFamily="18" charset="0"/>
                          </a:rPr>
                        </m:ctrlPr>
                      </m:sSupPr>
                      <m:e>
                        <m:r>
                          <a:rPr lang="en-US" altLang="ko-KR" sz="2000" i="1">
                            <a:latin typeface="Cambria Math" panose="02040503050406030204" pitchFamily="18" charset="0"/>
                          </a:rPr>
                          <m:t>𝑓</m:t>
                        </m:r>
                      </m:e>
                      <m:sup>
                        <m:r>
                          <a:rPr lang="en-US" altLang="ko-KR" sz="2000" i="1">
                            <a:latin typeface="Cambria Math" panose="02040503050406030204" pitchFamily="18" charset="0"/>
                          </a:rPr>
                          <m:t>′</m:t>
                        </m:r>
                      </m:sup>
                    </m:sSup>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𝑔</m:t>
                    </m:r>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b="0" i="1" smtClean="0">
                        <a:latin typeface="Cambria Math" panose="02040503050406030204" pitchFamily="18" charset="0"/>
                      </a:rPr>
                      <m:t>h</m:t>
                    </m:r>
                    <m:d>
                      <m:dPr>
                        <m:ctrlPr>
                          <a:rPr lang="en-US" altLang="ko-KR" sz="2000" b="0" i="1" smtClean="0">
                            <a:latin typeface="Cambria Math" panose="02040503050406030204" pitchFamily="18" charset="0"/>
                          </a:rPr>
                        </m:ctrlPr>
                      </m:dPr>
                      <m:e>
                        <m:r>
                          <a:rPr lang="en-US" altLang="ko-KR" sz="2000" b="0" i="1" smtClean="0">
                            <a:latin typeface="Cambria Math" panose="02040503050406030204" pitchFamily="18" charset="0"/>
                          </a:rPr>
                          <m:t>𝑥</m:t>
                        </m:r>
                      </m:e>
                    </m:d>
                    <m:r>
                      <a:rPr lang="en-US" altLang="ko-KR" sz="2000" b="0" i="1" smtClean="0">
                        <a:latin typeface="Cambria Math" panose="02040503050406030204" pitchFamily="18" charset="0"/>
                      </a:rPr>
                      <m:t>+ </m:t>
                    </m:r>
                    <m:r>
                      <a:rPr lang="en-US" altLang="ko-KR" sz="2000" i="1" smtClean="0">
                        <a:latin typeface="Cambria Math" panose="02040503050406030204" pitchFamily="18" charset="0"/>
                      </a:rPr>
                      <m:t>𝑓</m:t>
                    </m:r>
                    <m:d>
                      <m:dPr>
                        <m:ctrlPr>
                          <a:rPr lang="en-US" altLang="ko-KR" sz="2000" b="0" i="1" smtClean="0">
                            <a:latin typeface="Cambria Math" panose="02040503050406030204" pitchFamily="18" charset="0"/>
                          </a:rPr>
                        </m:ctrlPr>
                      </m:dPr>
                      <m:e>
                        <m:r>
                          <a:rPr lang="en-US" altLang="ko-KR" sz="2000" b="0" i="1" smtClean="0">
                            <a:latin typeface="Cambria Math" panose="02040503050406030204" pitchFamily="18" charset="0"/>
                          </a:rPr>
                          <m:t>𝑥</m:t>
                        </m:r>
                      </m:e>
                    </m:d>
                    <m:sSup>
                      <m:sSupPr>
                        <m:ctrlPr>
                          <a:rPr lang="en-US" altLang="ko-KR" sz="2000" b="0" i="1" smtClean="0">
                            <a:latin typeface="Cambria Math" panose="02040503050406030204" pitchFamily="18" charset="0"/>
                          </a:rPr>
                        </m:ctrlPr>
                      </m:sSupPr>
                      <m:e>
                        <m:r>
                          <a:rPr lang="en-US" altLang="ko-KR" sz="2000" b="0" i="1" smtClean="0">
                            <a:latin typeface="Cambria Math" panose="02040503050406030204" pitchFamily="18" charset="0"/>
                          </a:rPr>
                          <m:t>𝑔</m:t>
                        </m:r>
                      </m:e>
                      <m:sup>
                        <m:r>
                          <a:rPr lang="en-US" altLang="ko-KR" sz="2000" b="0" i="1" smtClean="0">
                            <a:latin typeface="Cambria Math" panose="02040503050406030204" pitchFamily="18" charset="0"/>
                          </a:rPr>
                          <m:t>′</m:t>
                        </m:r>
                      </m:sup>
                    </m:sSup>
                    <m:d>
                      <m:dPr>
                        <m:ctrlPr>
                          <a:rPr lang="en-US" altLang="ko-KR" sz="2000" b="0" i="1" smtClean="0">
                            <a:latin typeface="Cambria Math" panose="02040503050406030204" pitchFamily="18" charset="0"/>
                          </a:rPr>
                        </m:ctrlPr>
                      </m:dPr>
                      <m:e>
                        <m:r>
                          <a:rPr lang="en-US" altLang="ko-KR" sz="2000" b="0" i="1" smtClean="0">
                            <a:latin typeface="Cambria Math" panose="02040503050406030204" pitchFamily="18" charset="0"/>
                          </a:rPr>
                          <m:t>𝑥</m:t>
                        </m:r>
                      </m:e>
                    </m:d>
                    <m:r>
                      <a:rPr lang="en-US" altLang="ko-KR" sz="2000" b="0" i="1" smtClean="0">
                        <a:latin typeface="Cambria Math" panose="02040503050406030204" pitchFamily="18" charset="0"/>
                      </a:rPr>
                      <m:t>h</m:t>
                    </m:r>
                    <m:d>
                      <m:dPr>
                        <m:ctrlPr>
                          <a:rPr lang="en-US" altLang="ko-KR" sz="2000" b="0" i="1" smtClean="0">
                            <a:latin typeface="Cambria Math" panose="02040503050406030204" pitchFamily="18" charset="0"/>
                          </a:rPr>
                        </m:ctrlPr>
                      </m:dPr>
                      <m:e>
                        <m:r>
                          <a:rPr lang="en-US" altLang="ko-KR" sz="2000" b="0" i="1" smtClean="0">
                            <a:latin typeface="Cambria Math" panose="02040503050406030204" pitchFamily="18" charset="0"/>
                          </a:rPr>
                          <m:t>𝑥</m:t>
                        </m:r>
                      </m:e>
                    </m:d>
                    <m:r>
                      <a:rPr lang="en-US" altLang="ko-KR" sz="2000" b="0" i="1" smtClean="0">
                        <a:latin typeface="Cambria Math" panose="02040503050406030204" pitchFamily="18" charset="0"/>
                      </a:rPr>
                      <m:t>+</m:t>
                    </m:r>
                    <m:r>
                      <a:rPr lang="en-US" altLang="ko-KR" sz="2000" i="1">
                        <a:latin typeface="Cambria Math" panose="02040503050406030204" pitchFamily="18" charset="0"/>
                      </a:rPr>
                      <m:t>𝑓</m:t>
                    </m:r>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b="0" i="1" smtClean="0">
                        <a:latin typeface="Cambria Math" panose="02040503050406030204" pitchFamily="18" charset="0"/>
                      </a:rPr>
                      <m:t>𝑔</m:t>
                    </m:r>
                    <m:d>
                      <m:dPr>
                        <m:ctrlPr>
                          <a:rPr lang="en-US" altLang="ko-KR" sz="2000" b="0" i="1" smtClean="0">
                            <a:latin typeface="Cambria Math" panose="02040503050406030204" pitchFamily="18" charset="0"/>
                          </a:rPr>
                        </m:ctrlPr>
                      </m:dPr>
                      <m:e>
                        <m:r>
                          <a:rPr lang="en-US" altLang="ko-KR" sz="2000" i="1">
                            <a:latin typeface="Cambria Math" panose="02040503050406030204" pitchFamily="18" charset="0"/>
                          </a:rPr>
                          <m:t>𝑥</m:t>
                        </m:r>
                      </m:e>
                    </m:d>
                    <m:sSup>
                      <m:sSupPr>
                        <m:ctrlPr>
                          <a:rPr lang="en-US" altLang="ko-KR" sz="2000" i="1">
                            <a:latin typeface="Cambria Math" panose="02040503050406030204" pitchFamily="18" charset="0"/>
                          </a:rPr>
                        </m:ctrlPr>
                      </m:sSupPr>
                      <m:e>
                        <m:r>
                          <a:rPr lang="en-US" altLang="ko-KR" sz="2000" b="0" i="1" smtClean="0">
                            <a:latin typeface="Cambria Math" panose="02040503050406030204" pitchFamily="18" charset="0"/>
                          </a:rPr>
                          <m:t>h</m:t>
                        </m:r>
                      </m:e>
                      <m:sup>
                        <m:r>
                          <a:rPr lang="en-US" altLang="ko-KR" sz="2000" i="1">
                            <a:latin typeface="Cambria Math" panose="02040503050406030204" pitchFamily="18" charset="0"/>
                          </a:rPr>
                          <m:t>′</m:t>
                        </m:r>
                      </m:sup>
                    </m:sSup>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b="0" i="1" smtClean="0">
                        <a:latin typeface="Cambria Math" panose="02040503050406030204" pitchFamily="18" charset="0"/>
                      </a:rPr>
                      <m:t> ,</m:t>
                    </m:r>
                  </m:oMath>
                </a14:m>
                <a:endParaRPr lang="en-US" altLang="ko-KR" sz="2000" i="1" dirty="0">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centerGroup"/>
                    </m:oMathParaPr>
                    <m:oMath xmlns:m="http://schemas.openxmlformats.org/officeDocument/2006/math">
                      <m:r>
                        <a:rPr lang="en-US" altLang="ko-KR" sz="2000" i="1">
                          <a:latin typeface="Cambria Math" panose="02040503050406030204" pitchFamily="18" charset="0"/>
                          <a:ea typeface="Cambria Math" panose="02040503050406030204" pitchFamily="18" charset="0"/>
                        </a:rPr>
                        <m:t>  </m:t>
                      </m:r>
                      <m:r>
                        <a:rPr lang="en-US" altLang="ko-KR" sz="2000" i="1">
                          <a:latin typeface="Cambria Math" panose="02040503050406030204" pitchFamily="18" charset="0"/>
                        </a:rPr>
                        <m:t>𝑔𝑖𝑣𝑒𝑛</m:t>
                      </m:r>
                      <m:r>
                        <a:rPr lang="en-US" altLang="ko-KR" sz="2000" i="1">
                          <a:latin typeface="Cambria Math" panose="02040503050406030204" pitchFamily="18" charset="0"/>
                        </a:rPr>
                        <m:t> </m:t>
                      </m:r>
                      <m:r>
                        <a:rPr lang="en-US" altLang="ko-KR" sz="2000" b="0" i="1" smtClean="0">
                          <a:latin typeface="Cambria Math" panose="02040503050406030204" pitchFamily="18" charset="0"/>
                        </a:rPr>
                        <m:t>𝑡h𝑒</m:t>
                      </m:r>
                      <m:r>
                        <a:rPr lang="en-US" altLang="ko-KR" sz="2000" b="0" i="1" smtClean="0">
                          <a:latin typeface="Cambria Math" panose="02040503050406030204" pitchFamily="18" charset="0"/>
                        </a:rPr>
                        <m:t> </m:t>
                      </m:r>
                      <m:r>
                        <a:rPr lang="en-US" altLang="ko-KR" sz="2000" b="0" i="1" smtClean="0">
                          <a:latin typeface="Cambria Math" panose="02040503050406030204" pitchFamily="18" charset="0"/>
                        </a:rPr>
                        <m:t>𝑐𝑜𝑚𝑝𝑜𝑠𝑖𝑡𝑒</m:t>
                      </m:r>
                      <m:r>
                        <a:rPr lang="en-US" altLang="ko-KR" sz="2000" b="0" i="1" smtClean="0">
                          <a:latin typeface="Cambria Math" panose="02040503050406030204" pitchFamily="18" charset="0"/>
                        </a:rPr>
                        <m:t> </m:t>
                      </m:r>
                      <m:r>
                        <a:rPr lang="en-US" altLang="ko-KR" sz="2000" b="0" i="1" smtClean="0">
                          <a:latin typeface="Cambria Math" panose="02040503050406030204" pitchFamily="18" charset="0"/>
                        </a:rPr>
                        <m:t>𝑓𝑢𝑛𝑐𝑡𝑖𝑜𝑛</m:t>
                      </m:r>
                      <m:r>
                        <a:rPr lang="en-US" altLang="ko-KR" sz="2000" b="0" i="1" smtClean="0">
                          <a:latin typeface="Cambria Math" panose="02040503050406030204" pitchFamily="18" charset="0"/>
                        </a:rPr>
                        <m:t> </m:t>
                      </m:r>
                      <m:r>
                        <a:rPr lang="en-US" altLang="ko-KR" sz="2000" b="0" i="1" smtClean="0">
                          <a:latin typeface="Cambria Math" panose="02040503050406030204" pitchFamily="18" charset="0"/>
                        </a:rPr>
                        <m:t>𝐹</m:t>
                      </m:r>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r>
                        <a:rPr lang="en-US" altLang="ko-KR" sz="2000" i="1" smtClean="0">
                          <a:latin typeface="Cambria Math" panose="02040503050406030204" pitchFamily="18" charset="0"/>
                        </a:rPr>
                        <m:t>𝑓</m:t>
                      </m:r>
                      <m:d>
                        <m:dPr>
                          <m:ctrlPr>
                            <a:rPr lang="en-US" altLang="ko-KR" sz="2000" b="0" i="1" smtClean="0">
                              <a:latin typeface="Cambria Math" panose="02040503050406030204" pitchFamily="18" charset="0"/>
                            </a:rPr>
                          </m:ctrlPr>
                        </m:dPr>
                        <m:e>
                          <m:r>
                            <a:rPr lang="en-US" altLang="ko-KR" sz="2000" b="0" i="1" smtClean="0">
                              <a:latin typeface="Cambria Math" panose="02040503050406030204" pitchFamily="18" charset="0"/>
                            </a:rPr>
                            <m:t>𝑥</m:t>
                          </m:r>
                        </m:e>
                      </m:d>
                      <m:r>
                        <a:rPr lang="en-US" altLang="ko-KR" sz="2000" i="1">
                          <a:latin typeface="Cambria Math" panose="02040503050406030204" pitchFamily="18" charset="0"/>
                        </a:rPr>
                        <m:t>𝑔</m:t>
                      </m:r>
                      <m:r>
                        <a:rPr lang="en-US" altLang="ko-KR" sz="2000" i="1">
                          <a:latin typeface="Cambria Math" panose="02040503050406030204" pitchFamily="18" charset="0"/>
                        </a:rPr>
                        <m:t>(</m:t>
                      </m:r>
                      <m:r>
                        <a:rPr lang="en-US" altLang="ko-KR" sz="2000" i="1">
                          <a:latin typeface="Cambria Math" panose="02040503050406030204" pitchFamily="18" charset="0"/>
                        </a:rPr>
                        <m:t>𝑥</m:t>
                      </m:r>
                      <m:r>
                        <a:rPr lang="en-US" altLang="ko-KR" sz="2000" i="1">
                          <a:latin typeface="Cambria Math" panose="02040503050406030204" pitchFamily="18" charset="0"/>
                        </a:rPr>
                        <m:t>)</m:t>
                      </m:r>
                      <m:r>
                        <a:rPr lang="en-US" altLang="ko-KR" sz="2000" i="1">
                          <a:latin typeface="Cambria Math" panose="02040503050406030204" pitchFamily="18" charset="0"/>
                        </a:rPr>
                        <m:t>h</m:t>
                      </m:r>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oMath>
                  </m:oMathPara>
                </a14:m>
                <a:endParaRPr lang="ko-KR" altLang="en-US" sz="2000" i="1" dirty="0"/>
              </a:p>
            </p:txBody>
          </p:sp>
        </mc:Choice>
        <mc:Fallback xmlns="">
          <p:sp>
            <p:nvSpPr>
              <p:cNvPr id="9" name="TextBox 8"/>
              <p:cNvSpPr txBox="1">
                <a:spLocks noRot="1" noChangeAspect="1" noMove="1" noResize="1" noEditPoints="1" noAdjustHandles="1" noChangeArrowheads="1" noChangeShapeType="1" noTextEdit="1"/>
              </p:cNvSpPr>
              <p:nvPr/>
            </p:nvSpPr>
            <p:spPr>
              <a:xfrm>
                <a:off x="918754" y="1356592"/>
                <a:ext cx="7371805" cy="923330"/>
              </a:xfrm>
              <a:prstGeom prst="rect">
                <a:avLst/>
              </a:prstGeom>
              <a:blipFill>
                <a:blip r:embed="rId4"/>
                <a:stretch>
                  <a:fillRect l="-2151"/>
                </a:stretch>
              </a:blipFill>
            </p:spPr>
            <p:txBody>
              <a:bodyPr/>
              <a:lstStyle/>
              <a:p>
                <a:r>
                  <a:rPr lang="ko-KR" altLang="en-US">
                    <a:noFill/>
                  </a:rPr>
                  <a:t> </a:t>
                </a:r>
              </a:p>
            </p:txBody>
          </p:sp>
        </mc:Fallback>
      </mc:AlternateContent>
      <p:sp>
        <p:nvSpPr>
          <p:cNvPr id="13" name="원호 12">
            <a:extLst>
              <a:ext uri="{FF2B5EF4-FFF2-40B4-BE49-F238E27FC236}">
                <a16:creationId xmlns:a16="http://schemas.microsoft.com/office/drawing/2014/main" id="{720BE5F8-FF28-D338-132B-12A968F95379}"/>
              </a:ext>
            </a:extLst>
          </p:cNvPr>
          <p:cNvSpPr/>
          <p:nvPr/>
        </p:nvSpPr>
        <p:spPr>
          <a:xfrm>
            <a:off x="3707659" y="3279704"/>
            <a:ext cx="864341" cy="864207"/>
          </a:xfrm>
          <a:prstGeom prst="arc">
            <a:avLst>
              <a:gd name="adj1" fmla="val 19540042"/>
              <a:gd name="adj2" fmla="val 5728947"/>
            </a:avLst>
          </a:prstGeom>
          <a:ln w="9525">
            <a:solidFill>
              <a:srgbClr val="C00000"/>
            </a:solidFill>
            <a:headEnd type="non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sp>
        <p:nvSpPr>
          <p:cNvPr id="2" name="직사각형 1"/>
          <p:cNvSpPr/>
          <p:nvPr/>
        </p:nvSpPr>
        <p:spPr>
          <a:xfrm>
            <a:off x="4604656" y="3649061"/>
            <a:ext cx="2279791" cy="307777"/>
          </a:xfrm>
          <a:prstGeom prst="rect">
            <a:avLst/>
          </a:prstGeom>
        </p:spPr>
        <p:txBody>
          <a:bodyPr wrap="none">
            <a:spAutoFit/>
          </a:bodyPr>
          <a:lstStyle/>
          <a:p>
            <a:r>
              <a:rPr lang="en-US" altLang="ko-KR" sz="1400" dirty="0"/>
              <a:t>According to the theorem </a:t>
            </a:r>
            <a:r>
              <a:rPr lang="ko-KR" altLang="en-US" sz="1400" dirty="0"/>
              <a:t>⑦</a:t>
            </a:r>
            <a:endParaRPr lang="en-US" altLang="ko-KR" sz="1400" dirty="0"/>
          </a:p>
        </p:txBody>
      </p:sp>
    </p:spTree>
    <p:extLst>
      <p:ext uri="{BB962C8B-B14F-4D97-AF65-F5344CB8AC3E}">
        <p14:creationId xmlns:p14="http://schemas.microsoft.com/office/powerpoint/2010/main" val="87370771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mc:AlternateContent xmlns:mc="http://schemas.openxmlformats.org/markup-compatibility/2006" xmlns:a14="http://schemas.microsoft.com/office/drawing/2010/main">
        <mc:Choice Requires="a14">
          <p:graphicFrame>
            <p:nvGraphicFramePr>
              <p:cNvPr id="10" name="표 9"/>
              <p:cNvGraphicFramePr>
                <a:graphicFrameLocks noGrp="1"/>
              </p:cNvGraphicFramePr>
              <p:nvPr>
                <p:extLst>
                  <p:ext uri="{D42A27DB-BD31-4B8C-83A1-F6EECF244321}">
                    <p14:modId xmlns:p14="http://schemas.microsoft.com/office/powerpoint/2010/main" val="4279305582"/>
                  </p:ext>
                </p:extLst>
              </p:nvPr>
            </p:nvGraphicFramePr>
            <p:xfrm>
              <a:off x="930342" y="2531450"/>
              <a:ext cx="6019098" cy="3541915"/>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41513">
                    <a:tc>
                      <a:txBody>
                        <a:bodyPr/>
                        <a:lstStyle/>
                        <a:p>
                          <a:pPr algn="l" latinLnBrk="1"/>
                          <a:endParaRPr lang="ko-KR" altLang="en-US" sz="14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49850590"/>
                      </a:ext>
                    </a:extLst>
                  </a:tr>
                  <a:tr h="64151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altLang="ko-KR" sz="1400" i="1" smtClean="0">
                                    <a:latin typeface="Cambria Math" panose="02040503050406030204" pitchFamily="18" charset="0"/>
                                  </a:rPr>
                                  <m:t>𝑓</m:t>
                                </m:r>
                                <m:d>
                                  <m:dPr>
                                    <m:ctrlPr>
                                      <a:rPr lang="en-US" altLang="ko-KR" sz="1400" i="1">
                                        <a:latin typeface="Cambria Math" panose="02040503050406030204" pitchFamily="18" charset="0"/>
                                      </a:rPr>
                                    </m:ctrlPr>
                                  </m:dPr>
                                  <m:e>
                                    <m:r>
                                      <a:rPr lang="en-US" altLang="ko-KR" sz="1400" i="1">
                                        <a:latin typeface="Cambria Math" panose="02040503050406030204" pitchFamily="18" charset="0"/>
                                      </a:rPr>
                                      <m:t>𝑥</m:t>
                                    </m:r>
                                  </m:e>
                                </m:d>
                                <m:r>
                                  <a:rPr lang="en-US" altLang="ko-KR" sz="1400" b="0" i="1" smtClean="0">
                                    <a:latin typeface="Cambria Math" panose="02040503050406030204" pitchFamily="18" charset="0"/>
                                  </a:rPr>
                                  <m:t>= </m:t>
                                </m:r>
                                <m:r>
                                  <a:rPr lang="en-US" altLang="ko-KR" sz="1400" b="0" i="1" smtClean="0">
                                    <a:latin typeface="Cambria Math" panose="02040503050406030204" pitchFamily="18" charset="0"/>
                                  </a:rPr>
                                  <m:t>𝐹</m:t>
                                </m:r>
                                <m:d>
                                  <m:dPr>
                                    <m:ctrlPr>
                                      <a:rPr lang="en-US" altLang="ko-KR" sz="1400" i="1">
                                        <a:latin typeface="Cambria Math" panose="02040503050406030204" pitchFamily="18" charset="0"/>
                                      </a:rPr>
                                    </m:ctrlPr>
                                  </m:dPr>
                                  <m:e>
                                    <m:r>
                                      <a:rPr lang="en-US" altLang="ko-KR" sz="1400" i="1">
                                        <a:latin typeface="Cambria Math" panose="02040503050406030204" pitchFamily="18" charset="0"/>
                                      </a:rPr>
                                      <m:t>𝑥</m:t>
                                    </m:r>
                                  </m:e>
                                </m:d>
                                <m:r>
                                  <a:rPr lang="en-US" altLang="ko-KR" sz="1400" b="0" i="1" smtClean="0">
                                    <a:latin typeface="Cambria Math" panose="02040503050406030204" pitchFamily="18" charset="0"/>
                                  </a:rPr>
                                  <m:t>𝑔</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𝑥</m:t>
                                </m:r>
                                <m:r>
                                  <a:rPr lang="en-US" altLang="ko-KR" sz="1400" b="0" i="1" smtClean="0">
                                    <a:latin typeface="Cambria Math" panose="02040503050406030204" pitchFamily="18" charset="0"/>
                                  </a:rPr>
                                  <m:t>)</m:t>
                                </m:r>
                              </m:oMath>
                            </m:oMathPara>
                          </a14:m>
                          <a:endParaRPr lang="ko-KR" altLang="en-US" sz="14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50883624"/>
                      </a:ext>
                    </a:extLst>
                  </a:tr>
                  <a:tr h="6112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9591821"/>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71924127"/>
                      </a:ext>
                    </a:extLst>
                  </a:tr>
                  <a:tr h="549223">
                    <a:tc>
                      <a:txBody>
                        <a:bodyPr/>
                        <a:lstStyle/>
                        <a:p>
                          <a:pPr algn="l" latinLnBrk="1"/>
                          <a:endParaRPr lang="ko-KR" altLang="en-US" sz="14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33410646"/>
                      </a:ext>
                    </a:extLst>
                  </a:tr>
                </a:tbl>
              </a:graphicData>
            </a:graphic>
          </p:graphicFrame>
        </mc:Choice>
        <mc:Fallback xmlns="">
          <p:graphicFrame>
            <p:nvGraphicFramePr>
              <p:cNvPr id="10" name="표 9"/>
              <p:cNvGraphicFramePr>
                <a:graphicFrameLocks noGrp="1"/>
              </p:cNvGraphicFramePr>
              <p:nvPr>
                <p:extLst>
                  <p:ext uri="{D42A27DB-BD31-4B8C-83A1-F6EECF244321}">
                    <p14:modId xmlns:p14="http://schemas.microsoft.com/office/powerpoint/2010/main" val="4279305582"/>
                  </p:ext>
                </p:extLst>
              </p:nvPr>
            </p:nvGraphicFramePr>
            <p:xfrm>
              <a:off x="930342" y="2531450"/>
              <a:ext cx="6019098" cy="3541915"/>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41513">
                    <a:tc>
                      <a:txBody>
                        <a:bodyPr/>
                        <a:lstStyle/>
                        <a:p>
                          <a:pPr algn="l" latinLnBrk="1"/>
                          <a:endParaRPr lang="ko-KR" altLang="en-US" sz="14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49850590"/>
                      </a:ext>
                    </a:extLst>
                  </a:tr>
                  <a:tr h="641513">
                    <a:tc>
                      <a:txBody>
                        <a:bodyPr/>
                        <a:lstStyle/>
                        <a:p>
                          <a:endParaRPr lang="ko-K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99057" b="-350000"/>
                          </a:stretch>
                        </a:blipFill>
                      </a:tcPr>
                    </a:tc>
                    <a:extLst>
                      <a:ext uri="{0D108BD9-81ED-4DB2-BD59-A6C34878D82A}">
                        <a16:rowId xmlns:a16="http://schemas.microsoft.com/office/drawing/2014/main" val="450883624"/>
                      </a:ext>
                    </a:extLst>
                  </a:tr>
                  <a:tr h="6112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9591821"/>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71924127"/>
                      </a:ext>
                    </a:extLst>
                  </a:tr>
                  <a:tr h="549223">
                    <a:tc>
                      <a:txBody>
                        <a:bodyPr/>
                        <a:lstStyle/>
                        <a:p>
                          <a:pPr algn="l" latinLnBrk="1"/>
                          <a:endParaRPr lang="ko-KR" altLang="en-US" sz="14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33410646"/>
                      </a:ext>
                    </a:extLst>
                  </a:tr>
                </a:tbl>
              </a:graphicData>
            </a:graphic>
          </p:graphicFrame>
        </mc:Fallback>
      </mc:AlternateContent>
      <mc:AlternateContent xmlns:mc="http://schemas.openxmlformats.org/markup-compatibility/2006" xmlns:a14="http://schemas.microsoft.com/office/drawing/2010/main">
        <mc:Choice Requires="a14">
          <p:sp>
            <p:nvSpPr>
              <p:cNvPr id="7" name="TextBox 6"/>
              <p:cNvSpPr txBox="1"/>
              <p:nvPr/>
            </p:nvSpPr>
            <p:spPr>
              <a:xfrm>
                <a:off x="918754" y="1356592"/>
                <a:ext cx="7371805" cy="1166858"/>
              </a:xfrm>
              <a:prstGeom prst="rect">
                <a:avLst/>
              </a:prstGeom>
              <a:noFill/>
            </p:spPr>
            <p:txBody>
              <a:bodyPr wrap="square" lIns="0" tIns="0" rIns="0" bIns="0" rtlCol="0">
                <a:spAutoFit/>
              </a:bodyPr>
              <a:lstStyle/>
              <a:p>
                <a:r>
                  <a:rPr lang="ko-KR" altLang="en-US" sz="2000" dirty="0"/>
                  <a:t>⑨</a:t>
                </a:r>
                <a14:m>
                  <m:oMath xmlns:m="http://schemas.openxmlformats.org/officeDocument/2006/math">
                    <m:sSup>
                      <m:sSupPr>
                        <m:ctrlPr>
                          <a:rPr lang="en-US" altLang="ko-KR" sz="2000" i="1">
                            <a:latin typeface="Cambria Math" panose="02040503050406030204" pitchFamily="18" charset="0"/>
                          </a:rPr>
                        </m:ctrlPr>
                      </m:sSupPr>
                      <m:e>
                        <m:r>
                          <a:rPr lang="en-US" altLang="ko-KR" sz="2000" b="0" i="1" smtClean="0">
                            <a:latin typeface="Cambria Math" panose="02040503050406030204" pitchFamily="18" charset="0"/>
                          </a:rPr>
                          <m:t>𝐹</m:t>
                        </m:r>
                      </m:e>
                      <m:sup>
                        <m:r>
                          <a:rPr lang="en-US" altLang="ko-KR" sz="2000" i="1">
                            <a:latin typeface="Cambria Math" panose="02040503050406030204" pitchFamily="18" charset="0"/>
                          </a:rPr>
                          <m:t>′</m:t>
                        </m:r>
                      </m:sup>
                    </m:sSup>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f>
                      <m:fPr>
                        <m:ctrlPr>
                          <a:rPr lang="en-US" altLang="ko-KR" sz="2000" i="1">
                            <a:latin typeface="Cambria Math" panose="02040503050406030204" pitchFamily="18" charset="0"/>
                          </a:rPr>
                        </m:ctrlPr>
                      </m:fPr>
                      <m:num>
                        <m:sSup>
                          <m:sSupPr>
                            <m:ctrlPr>
                              <a:rPr lang="en-US" altLang="ko-KR" sz="2000" i="1">
                                <a:latin typeface="Cambria Math" panose="02040503050406030204" pitchFamily="18" charset="0"/>
                              </a:rPr>
                            </m:ctrlPr>
                          </m:sSupPr>
                          <m:e>
                            <m:r>
                              <a:rPr lang="en-US" altLang="ko-KR" sz="2000" i="1">
                                <a:latin typeface="Cambria Math" panose="02040503050406030204" pitchFamily="18" charset="0"/>
                              </a:rPr>
                              <m:t>𝑓</m:t>
                            </m:r>
                          </m:e>
                          <m:sup>
                            <m:r>
                              <a:rPr lang="en-US" altLang="ko-KR" sz="2000" i="1">
                                <a:latin typeface="Cambria Math" panose="02040503050406030204" pitchFamily="18" charset="0"/>
                              </a:rPr>
                              <m:t>′</m:t>
                            </m:r>
                          </m:sup>
                        </m:sSup>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𝑔</m:t>
                        </m:r>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b="0" i="1" smtClean="0">
                            <a:latin typeface="Cambria Math" panose="02040503050406030204" pitchFamily="18" charset="0"/>
                          </a:rPr>
                          <m:t>−</m:t>
                        </m:r>
                        <m:r>
                          <a:rPr lang="en-US" altLang="ko-KR" sz="2000" b="0" i="1" smtClean="0">
                            <a:latin typeface="Cambria Math" panose="02040503050406030204" pitchFamily="18" charset="0"/>
                          </a:rPr>
                          <m:t>𝑓</m:t>
                        </m:r>
                        <m:r>
                          <a:rPr lang="en-US" altLang="ko-KR" sz="2000" i="1">
                            <a:latin typeface="Cambria Math" panose="02040503050406030204" pitchFamily="18" charset="0"/>
                          </a:rPr>
                          <m:t>(</m:t>
                        </m:r>
                        <m:r>
                          <a:rPr lang="en-US" altLang="ko-KR" sz="2000" i="1">
                            <a:latin typeface="Cambria Math" panose="02040503050406030204" pitchFamily="18" charset="0"/>
                          </a:rPr>
                          <m:t>𝑥</m:t>
                        </m:r>
                        <m:r>
                          <a:rPr lang="en-US" altLang="ko-KR" sz="2000" i="1">
                            <a:latin typeface="Cambria Math" panose="02040503050406030204" pitchFamily="18" charset="0"/>
                          </a:rPr>
                          <m:t>)</m:t>
                        </m:r>
                        <m:sSup>
                          <m:sSupPr>
                            <m:ctrlPr>
                              <a:rPr lang="en-US" altLang="ko-KR" sz="2000" i="1">
                                <a:latin typeface="Cambria Math" panose="02040503050406030204" pitchFamily="18" charset="0"/>
                              </a:rPr>
                            </m:ctrlPr>
                          </m:sSupPr>
                          <m:e>
                            <m:r>
                              <a:rPr lang="en-US" altLang="ko-KR" sz="2000" b="0" i="1" smtClean="0">
                                <a:latin typeface="Cambria Math" panose="02040503050406030204" pitchFamily="18" charset="0"/>
                              </a:rPr>
                              <m:t>𝑔</m:t>
                            </m:r>
                          </m:e>
                          <m:sup>
                            <m:r>
                              <a:rPr lang="en-US" altLang="ko-KR" sz="2000" i="1">
                                <a:latin typeface="Cambria Math" panose="02040503050406030204" pitchFamily="18" charset="0"/>
                              </a:rPr>
                              <m:t>′</m:t>
                            </m:r>
                          </m:sup>
                        </m:sSup>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num>
                      <m:den>
                        <m:sSup>
                          <m:sSupPr>
                            <m:ctrlPr>
                              <a:rPr lang="en-US" altLang="ko-KR" sz="2000" i="1" smtClean="0">
                                <a:latin typeface="Cambria Math" panose="02040503050406030204" pitchFamily="18" charset="0"/>
                              </a:rPr>
                            </m:ctrlPr>
                          </m:sSupPr>
                          <m:e>
                            <m:d>
                              <m:dPr>
                                <m:begChr m:val="["/>
                                <m:endChr m:val="]"/>
                                <m:ctrlPr>
                                  <a:rPr lang="en-US" altLang="ko-KR" sz="2000" i="1" smtClean="0">
                                    <a:latin typeface="Cambria Math" panose="02040503050406030204" pitchFamily="18" charset="0"/>
                                  </a:rPr>
                                </m:ctrlPr>
                              </m:dPr>
                              <m:e>
                                <m:r>
                                  <a:rPr lang="en-US" altLang="ko-KR" sz="2000" i="1">
                                    <a:latin typeface="Cambria Math" panose="02040503050406030204" pitchFamily="18" charset="0"/>
                                  </a:rPr>
                                  <m:t>𝑔</m:t>
                                </m:r>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e>
                            </m:d>
                          </m:e>
                          <m:sup>
                            <m:r>
                              <a:rPr lang="en-US" altLang="ko-KR" sz="2000" b="0" i="1" smtClean="0">
                                <a:latin typeface="Cambria Math" panose="02040503050406030204" pitchFamily="18" charset="0"/>
                              </a:rPr>
                              <m:t>2</m:t>
                            </m:r>
                          </m:sup>
                        </m:sSup>
                      </m:den>
                    </m:f>
                    <m:r>
                      <a:rPr lang="en-US" altLang="ko-KR" sz="2000" b="0" i="1" smtClean="0">
                        <a:latin typeface="Cambria Math" panose="02040503050406030204" pitchFamily="18" charset="0"/>
                      </a:rPr>
                      <m:t>,</m:t>
                    </m:r>
                  </m:oMath>
                </a14:m>
                <a:r>
                  <a:rPr lang="en-US" altLang="ko-KR" sz="2000" i="1" dirty="0">
                    <a:latin typeface="Cambria Math" panose="02040503050406030204" pitchFamily="18" charset="0"/>
                    <a:ea typeface="Cambria Math" panose="02040503050406030204" pitchFamily="18" charset="0"/>
                  </a:rPr>
                  <a:t> </a:t>
                </a:r>
              </a:p>
              <a:p>
                <a:pPr/>
                <a14:m>
                  <m:oMathPara xmlns:m="http://schemas.openxmlformats.org/officeDocument/2006/math">
                    <m:oMathParaPr>
                      <m:jc m:val="centerGroup"/>
                    </m:oMathParaPr>
                    <m:oMath xmlns:m="http://schemas.openxmlformats.org/officeDocument/2006/math">
                      <m:r>
                        <a:rPr lang="en-US" altLang="ko-KR" sz="2000" i="1">
                          <a:latin typeface="Cambria Math" panose="02040503050406030204" pitchFamily="18" charset="0"/>
                          <a:ea typeface="Cambria Math" panose="02040503050406030204" pitchFamily="18" charset="0"/>
                        </a:rPr>
                        <m:t>  </m:t>
                      </m:r>
                      <m:r>
                        <a:rPr lang="en-US" altLang="ko-KR" sz="2000" i="1">
                          <a:latin typeface="Cambria Math" panose="02040503050406030204" pitchFamily="18" charset="0"/>
                        </a:rPr>
                        <m:t>𝑔𝑖𝑣𝑒𝑛</m:t>
                      </m:r>
                      <m:r>
                        <a:rPr lang="en-US" altLang="ko-KR" sz="2000" i="1">
                          <a:latin typeface="Cambria Math" panose="02040503050406030204" pitchFamily="18" charset="0"/>
                        </a:rPr>
                        <m:t> </m:t>
                      </m:r>
                      <m:r>
                        <a:rPr lang="en-US" altLang="ko-KR" sz="2000" b="0" i="1" smtClean="0">
                          <a:latin typeface="Cambria Math" panose="02040503050406030204" pitchFamily="18" charset="0"/>
                        </a:rPr>
                        <m:t>𝑡h𝑒</m:t>
                      </m:r>
                      <m:r>
                        <a:rPr lang="en-US" altLang="ko-KR" sz="2000" b="0" i="1" smtClean="0">
                          <a:latin typeface="Cambria Math" panose="02040503050406030204" pitchFamily="18" charset="0"/>
                        </a:rPr>
                        <m:t> </m:t>
                      </m:r>
                      <m:r>
                        <a:rPr lang="en-US" altLang="ko-KR" sz="2000" b="0" i="1" smtClean="0">
                          <a:latin typeface="Cambria Math" panose="02040503050406030204" pitchFamily="18" charset="0"/>
                        </a:rPr>
                        <m:t>𝑐𝑜𝑚𝑝𝑜𝑠𝑖𝑡𝑒</m:t>
                      </m:r>
                      <m:r>
                        <a:rPr lang="en-US" altLang="ko-KR" sz="2000" b="0" i="1" smtClean="0">
                          <a:latin typeface="Cambria Math" panose="02040503050406030204" pitchFamily="18" charset="0"/>
                        </a:rPr>
                        <m:t> </m:t>
                      </m:r>
                      <m:r>
                        <a:rPr lang="en-US" altLang="ko-KR" sz="2000" b="0" i="1" smtClean="0">
                          <a:latin typeface="Cambria Math" panose="02040503050406030204" pitchFamily="18" charset="0"/>
                        </a:rPr>
                        <m:t>𝑓𝑢𝑛𝑐𝑡𝑖𝑜𝑛</m:t>
                      </m:r>
                      <m:r>
                        <a:rPr lang="en-US" altLang="ko-KR" sz="2000" b="0" i="1" smtClean="0">
                          <a:latin typeface="Cambria Math" panose="02040503050406030204" pitchFamily="18" charset="0"/>
                        </a:rPr>
                        <m:t> </m:t>
                      </m:r>
                      <m:r>
                        <a:rPr lang="en-US" altLang="ko-KR" sz="2000" b="0" i="1" smtClean="0">
                          <a:latin typeface="Cambria Math" panose="02040503050406030204" pitchFamily="18" charset="0"/>
                        </a:rPr>
                        <m:t>𝐹</m:t>
                      </m:r>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f>
                        <m:fPr>
                          <m:ctrlPr>
                            <a:rPr lang="en-US" altLang="ko-KR" sz="2000" i="1" smtClean="0">
                              <a:latin typeface="Cambria Math" panose="02040503050406030204" pitchFamily="18" charset="0"/>
                            </a:rPr>
                          </m:ctrlPr>
                        </m:fPr>
                        <m:num>
                          <m:r>
                            <a:rPr lang="en-US" altLang="ko-KR" sz="2000" i="1">
                              <a:latin typeface="Cambria Math" panose="02040503050406030204" pitchFamily="18" charset="0"/>
                            </a:rPr>
                            <m:t>𝑓</m:t>
                          </m:r>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num>
                        <m:den>
                          <m:r>
                            <a:rPr lang="en-US" altLang="ko-KR" sz="2000" b="0" i="1" smtClean="0">
                              <a:latin typeface="Cambria Math" panose="02040503050406030204" pitchFamily="18" charset="0"/>
                            </a:rPr>
                            <m:t>𝑔</m:t>
                          </m:r>
                          <m:r>
                            <a:rPr lang="en-US" altLang="ko-KR" sz="2000" b="0" i="1" smtClean="0">
                              <a:latin typeface="Cambria Math" panose="02040503050406030204" pitchFamily="18" charset="0"/>
                            </a:rPr>
                            <m:t>(</m:t>
                          </m:r>
                          <m:r>
                            <a:rPr lang="en-US" altLang="ko-KR" sz="2000" b="0" i="1" smtClean="0">
                              <a:latin typeface="Cambria Math" panose="02040503050406030204" pitchFamily="18" charset="0"/>
                            </a:rPr>
                            <m:t>𝑥</m:t>
                          </m:r>
                          <m:r>
                            <a:rPr lang="en-US" altLang="ko-KR" sz="2000" b="0" i="1" smtClean="0">
                              <a:latin typeface="Cambria Math" panose="02040503050406030204" pitchFamily="18" charset="0"/>
                            </a:rPr>
                            <m:t>)</m:t>
                          </m:r>
                        </m:den>
                      </m:f>
                      <m:r>
                        <a:rPr lang="en-US" altLang="ko-KR" sz="2000" b="0" i="1" smtClean="0">
                          <a:latin typeface="Cambria Math" panose="02040503050406030204" pitchFamily="18" charset="0"/>
                        </a:rPr>
                        <m:t> , </m:t>
                      </m:r>
                      <m:r>
                        <a:rPr lang="en-US" altLang="ko-KR" sz="2000" b="0" i="1" smtClean="0">
                          <a:latin typeface="Cambria Math" panose="02040503050406030204" pitchFamily="18" charset="0"/>
                        </a:rPr>
                        <m:t>𝑔</m:t>
                      </m:r>
                      <m:d>
                        <m:dPr>
                          <m:ctrlPr>
                            <a:rPr lang="en-US" altLang="ko-KR" sz="2000" b="0" i="1" smtClean="0">
                              <a:latin typeface="Cambria Math" panose="02040503050406030204" pitchFamily="18" charset="0"/>
                            </a:rPr>
                          </m:ctrlPr>
                        </m:dPr>
                        <m:e>
                          <m:r>
                            <a:rPr lang="en-US" altLang="ko-KR" sz="2000" b="0" i="1" smtClean="0">
                              <a:latin typeface="Cambria Math" panose="02040503050406030204" pitchFamily="18" charset="0"/>
                            </a:rPr>
                            <m:t>𝑥</m:t>
                          </m:r>
                        </m:e>
                      </m:d>
                      <m:r>
                        <a:rPr lang="en-US" altLang="ko-KR" sz="2000" b="0" i="1" smtClean="0">
                          <a:latin typeface="Cambria Math" panose="02040503050406030204" pitchFamily="18" charset="0"/>
                          <a:ea typeface="Cambria Math" panose="02040503050406030204" pitchFamily="18" charset="0"/>
                        </a:rPr>
                        <m:t>≠</m:t>
                      </m:r>
                      <m:r>
                        <a:rPr lang="en-US" altLang="ko-KR" sz="2000" b="0" i="1" smtClean="0">
                          <a:latin typeface="Cambria Math" panose="02040503050406030204" pitchFamily="18" charset="0"/>
                        </a:rPr>
                        <m:t>0</m:t>
                      </m:r>
                    </m:oMath>
                  </m:oMathPara>
                </a14:m>
                <a:endParaRPr lang="ko-KR" altLang="en-US" sz="2000" i="1" dirty="0"/>
              </a:p>
            </p:txBody>
          </p:sp>
        </mc:Choice>
        <mc:Fallback xmlns="">
          <p:sp>
            <p:nvSpPr>
              <p:cNvPr id="7" name="TextBox 6"/>
              <p:cNvSpPr txBox="1">
                <a:spLocks noRot="1" noChangeAspect="1" noMove="1" noResize="1" noEditPoints="1" noAdjustHandles="1" noChangeArrowheads="1" noChangeShapeType="1" noTextEdit="1"/>
              </p:cNvSpPr>
              <p:nvPr/>
            </p:nvSpPr>
            <p:spPr>
              <a:xfrm>
                <a:off x="918754" y="1356592"/>
                <a:ext cx="7371805" cy="1166858"/>
              </a:xfrm>
              <a:prstGeom prst="rect">
                <a:avLst/>
              </a:prstGeom>
              <a:blipFill>
                <a:blip r:embed="rId4"/>
                <a:stretch>
                  <a:fillRect l="-2151"/>
                </a:stretch>
              </a:blipFill>
            </p:spPr>
            <p:txBody>
              <a:bodyPr/>
              <a:lstStyle/>
              <a:p>
                <a:r>
                  <a:rPr lang="ko-KR" altLang="en-US">
                    <a:noFill/>
                  </a:rPr>
                  <a:t> </a:t>
                </a:r>
              </a:p>
            </p:txBody>
          </p:sp>
        </mc:Fallback>
      </mc:AlternateContent>
      <p:sp>
        <p:nvSpPr>
          <p:cNvPr id="3" name="TextBox 2">
            <a:extLst>
              <a:ext uri="{FF2B5EF4-FFF2-40B4-BE49-F238E27FC236}">
                <a16:creationId xmlns:a16="http://schemas.microsoft.com/office/drawing/2014/main" id="{D8A97430-FEF7-10A6-C28C-633703948FEF}"/>
              </a:ext>
            </a:extLst>
          </p:cNvPr>
          <p:cNvSpPr txBox="1"/>
          <p:nvPr/>
        </p:nvSpPr>
        <p:spPr>
          <a:xfrm>
            <a:off x="4397604" y="1356592"/>
            <a:ext cx="1465868" cy="369332"/>
          </a:xfrm>
          <a:prstGeom prst="rect">
            <a:avLst/>
          </a:prstGeom>
          <a:noFill/>
        </p:spPr>
        <p:txBody>
          <a:bodyPr wrap="square">
            <a:spAutoFit/>
          </a:bodyPr>
          <a:lstStyle/>
          <a:p>
            <a:r>
              <a:rPr lang="en-US" altLang="ko-KR" dirty="0">
                <a:latin typeface="Arial Narrow" panose="020B0606020202030204" pitchFamily="34" charset="0"/>
              </a:rPr>
              <a:t>“quotient rule”</a:t>
            </a:r>
            <a:endParaRPr lang="ko-KR" altLang="en-US" dirty="0">
              <a:latin typeface="Arial Narrow" panose="020B0606020202030204" pitchFamily="34" charset="0"/>
            </a:endParaRPr>
          </a:p>
        </p:txBody>
      </p:sp>
    </p:spTree>
    <p:extLst>
      <p:ext uri="{BB962C8B-B14F-4D97-AF65-F5344CB8AC3E}">
        <p14:creationId xmlns:p14="http://schemas.microsoft.com/office/powerpoint/2010/main" val="226604573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mc:AlternateContent xmlns:mc="http://schemas.openxmlformats.org/markup-compatibility/2006" xmlns:a14="http://schemas.microsoft.com/office/drawing/2010/main">
        <mc:Choice Requires="a14">
          <p:graphicFrame>
            <p:nvGraphicFramePr>
              <p:cNvPr id="10" name="표 9"/>
              <p:cNvGraphicFramePr>
                <a:graphicFrameLocks noGrp="1"/>
              </p:cNvGraphicFramePr>
              <p:nvPr>
                <p:extLst>
                  <p:ext uri="{D42A27DB-BD31-4B8C-83A1-F6EECF244321}">
                    <p14:modId xmlns:p14="http://schemas.microsoft.com/office/powerpoint/2010/main" val="3357249272"/>
                  </p:ext>
                </p:extLst>
              </p:nvPr>
            </p:nvGraphicFramePr>
            <p:xfrm>
              <a:off x="930342" y="2531450"/>
              <a:ext cx="6019098" cy="3541915"/>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41513">
                    <a:tc>
                      <a:txBody>
                        <a:bodyPr/>
                        <a:lstStyle/>
                        <a:p>
                          <a:pPr algn="l" latinLnBrk="1"/>
                          <a:endParaRPr lang="ko-KR" altLang="en-US" sz="14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49850590"/>
                      </a:ext>
                    </a:extLst>
                  </a:tr>
                  <a:tr h="64151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altLang="ko-KR" sz="1400" i="1" smtClean="0">
                                    <a:latin typeface="Cambria Math" panose="02040503050406030204" pitchFamily="18" charset="0"/>
                                  </a:rPr>
                                  <m:t>𝑓</m:t>
                                </m:r>
                                <m:d>
                                  <m:dPr>
                                    <m:ctrlPr>
                                      <a:rPr lang="en-US" altLang="ko-KR" sz="1400" i="1">
                                        <a:latin typeface="Cambria Math" panose="02040503050406030204" pitchFamily="18" charset="0"/>
                                      </a:rPr>
                                    </m:ctrlPr>
                                  </m:dPr>
                                  <m:e>
                                    <m:r>
                                      <a:rPr lang="en-US" altLang="ko-KR" sz="1400" i="1">
                                        <a:latin typeface="Cambria Math" panose="02040503050406030204" pitchFamily="18" charset="0"/>
                                      </a:rPr>
                                      <m:t>𝑥</m:t>
                                    </m:r>
                                  </m:e>
                                </m:d>
                                <m:r>
                                  <a:rPr lang="en-US" altLang="ko-KR" sz="1400" b="0" i="1" smtClean="0">
                                    <a:latin typeface="Cambria Math" panose="02040503050406030204" pitchFamily="18" charset="0"/>
                                  </a:rPr>
                                  <m:t>= </m:t>
                                </m:r>
                                <m:r>
                                  <a:rPr lang="en-US" altLang="ko-KR" sz="1400" b="0" i="1" smtClean="0">
                                    <a:latin typeface="Cambria Math" panose="02040503050406030204" pitchFamily="18" charset="0"/>
                                  </a:rPr>
                                  <m:t>𝐹</m:t>
                                </m:r>
                                <m:d>
                                  <m:dPr>
                                    <m:ctrlPr>
                                      <a:rPr lang="en-US" altLang="ko-KR" sz="1400" i="1">
                                        <a:latin typeface="Cambria Math" panose="02040503050406030204" pitchFamily="18" charset="0"/>
                                      </a:rPr>
                                    </m:ctrlPr>
                                  </m:dPr>
                                  <m:e>
                                    <m:r>
                                      <a:rPr lang="en-US" altLang="ko-KR" sz="1400" i="1">
                                        <a:latin typeface="Cambria Math" panose="02040503050406030204" pitchFamily="18" charset="0"/>
                                      </a:rPr>
                                      <m:t>𝑥</m:t>
                                    </m:r>
                                  </m:e>
                                </m:d>
                                <m:r>
                                  <a:rPr lang="en-US" altLang="ko-KR" sz="1400" b="0" i="1" smtClean="0">
                                    <a:latin typeface="Cambria Math" panose="02040503050406030204" pitchFamily="18" charset="0"/>
                                  </a:rPr>
                                  <m:t>𝑔</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𝑥</m:t>
                                </m:r>
                                <m:r>
                                  <a:rPr lang="en-US" altLang="ko-KR" sz="1400" b="0" i="1" smtClean="0">
                                    <a:latin typeface="Cambria Math" panose="02040503050406030204" pitchFamily="18" charset="0"/>
                                  </a:rPr>
                                  <m:t>)</m:t>
                                </m:r>
                              </m:oMath>
                            </m:oMathPara>
                          </a14:m>
                          <a:endParaRPr lang="ko-KR" altLang="en-US" sz="14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50883624"/>
                      </a:ext>
                    </a:extLst>
                  </a:tr>
                  <a:tr h="6112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p>
                                  <m:sSupPr>
                                    <m:ctrlPr>
                                      <a:rPr lang="en-US" altLang="ko-KR" sz="1400" b="0" i="1" smtClean="0">
                                        <a:latin typeface="Cambria Math" panose="02040503050406030204" pitchFamily="18" charset="0"/>
                                      </a:rPr>
                                    </m:ctrlPr>
                                  </m:sSupPr>
                                  <m:e>
                                    <m:r>
                                      <a:rPr lang="en-US" altLang="ko-KR" sz="1400" b="0" i="1" smtClean="0">
                                        <a:latin typeface="Cambria Math" panose="02040503050406030204" pitchFamily="18" charset="0"/>
                                      </a:rPr>
                                      <m:t>𝑓</m:t>
                                    </m:r>
                                  </m:e>
                                  <m:sup>
                                    <m:r>
                                      <a:rPr lang="en-US" altLang="ko-KR" sz="1400" b="0" i="1" smtClean="0">
                                        <a:latin typeface="Cambria Math" panose="02040503050406030204" pitchFamily="18" charset="0"/>
                                      </a:rPr>
                                      <m:t>′</m:t>
                                    </m:r>
                                  </m:sup>
                                </m:sSup>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r>
                                  <a:rPr lang="en-US" altLang="ko-KR" sz="1400" b="0" i="1" smtClean="0">
                                    <a:latin typeface="Cambria Math" panose="02040503050406030204" pitchFamily="18" charset="0"/>
                                  </a:rPr>
                                  <m:t>= </m:t>
                                </m:r>
                                <m:r>
                                  <a:rPr lang="en-US" altLang="ko-KR" sz="1400" b="0" i="1" smtClean="0">
                                    <a:latin typeface="Cambria Math" panose="02040503050406030204" pitchFamily="18" charset="0"/>
                                  </a:rPr>
                                  <m:t>𝐹</m:t>
                                </m:r>
                                <m:d>
                                  <m:dPr>
                                    <m:ctrlPr>
                                      <a:rPr lang="en-US" altLang="ko-KR" sz="1400" i="1">
                                        <a:latin typeface="Cambria Math" panose="02040503050406030204" pitchFamily="18" charset="0"/>
                                      </a:rPr>
                                    </m:ctrlPr>
                                  </m:dPr>
                                  <m:e>
                                    <m:r>
                                      <a:rPr lang="en-US" altLang="ko-KR" sz="1400" i="1">
                                        <a:latin typeface="Cambria Math" panose="02040503050406030204" pitchFamily="18" charset="0"/>
                                      </a:rPr>
                                      <m:t>𝑥</m:t>
                                    </m:r>
                                  </m:e>
                                </m:d>
                                <m:sSup>
                                  <m:sSupPr>
                                    <m:ctrlPr>
                                      <a:rPr lang="en-US" altLang="ko-KR" sz="1400" b="0" i="1" smtClean="0">
                                        <a:latin typeface="Cambria Math" panose="02040503050406030204" pitchFamily="18" charset="0"/>
                                      </a:rPr>
                                    </m:ctrlPr>
                                  </m:sSupPr>
                                  <m:e>
                                    <m:r>
                                      <a:rPr lang="en-US" altLang="ko-KR" sz="1400" b="0" i="1" smtClean="0">
                                        <a:latin typeface="Cambria Math" panose="02040503050406030204" pitchFamily="18" charset="0"/>
                                      </a:rPr>
                                      <m:t>𝑔</m:t>
                                    </m:r>
                                  </m:e>
                                  <m:sup>
                                    <m:r>
                                      <a:rPr lang="en-US" altLang="ko-KR" sz="1400" b="0" i="1" smtClean="0">
                                        <a:latin typeface="Cambria Math" panose="02040503050406030204" pitchFamily="18" charset="0"/>
                                      </a:rPr>
                                      <m:t>′</m:t>
                                    </m:r>
                                  </m:sup>
                                </m:sSup>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r>
                                  <a:rPr lang="en-US" altLang="ko-KR" sz="1400" b="0" i="1" smtClean="0">
                                    <a:latin typeface="Cambria Math" panose="02040503050406030204" pitchFamily="18" charset="0"/>
                                  </a:rPr>
                                  <m:t>+</m:t>
                                </m:r>
                                <m:sSup>
                                  <m:sSupPr>
                                    <m:ctrlPr>
                                      <a:rPr lang="en-US" altLang="ko-KR" sz="1400" b="0" i="1" smtClean="0">
                                        <a:latin typeface="Cambria Math" panose="02040503050406030204" pitchFamily="18" charset="0"/>
                                      </a:rPr>
                                    </m:ctrlPr>
                                  </m:sSupPr>
                                  <m:e>
                                    <m:r>
                                      <a:rPr lang="en-US" altLang="ko-KR" sz="1400" b="0" i="1" smtClean="0">
                                        <a:latin typeface="Cambria Math" panose="02040503050406030204" pitchFamily="18" charset="0"/>
                                      </a:rPr>
                                      <m:t>𝐹</m:t>
                                    </m:r>
                                  </m:e>
                                  <m:sup>
                                    <m:r>
                                      <a:rPr lang="en-US" altLang="ko-KR" sz="1400" b="0" i="1" smtClean="0">
                                        <a:latin typeface="Cambria Math" panose="02040503050406030204" pitchFamily="18" charset="0"/>
                                      </a:rPr>
                                      <m:t>′</m:t>
                                    </m:r>
                                  </m:sup>
                                </m:sSup>
                                <m:d>
                                  <m:dPr>
                                    <m:ctrlPr>
                                      <a:rPr lang="en-US" altLang="ko-KR" sz="1400" i="1">
                                        <a:latin typeface="Cambria Math" panose="02040503050406030204" pitchFamily="18" charset="0"/>
                                      </a:rPr>
                                    </m:ctrlPr>
                                  </m:dPr>
                                  <m:e>
                                    <m:r>
                                      <a:rPr lang="en-US" altLang="ko-KR" sz="1400" i="1">
                                        <a:latin typeface="Cambria Math" panose="02040503050406030204" pitchFamily="18" charset="0"/>
                                      </a:rPr>
                                      <m:t>𝑥</m:t>
                                    </m:r>
                                  </m:e>
                                </m:d>
                                <m:r>
                                  <a:rPr lang="en-US" altLang="ko-KR" sz="1400" b="0" i="1" smtClean="0">
                                    <a:latin typeface="Cambria Math" panose="02040503050406030204" pitchFamily="18" charset="0"/>
                                  </a:rPr>
                                  <m:t>𝑔</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𝑥</m:t>
                                </m:r>
                                <m:r>
                                  <a:rPr lang="en-US" altLang="ko-KR" sz="1400" b="0" i="1" smtClean="0">
                                    <a:latin typeface="Cambria Math" panose="02040503050406030204" pitchFamily="18" charset="0"/>
                                  </a:rPr>
                                  <m:t>)</m:t>
                                </m:r>
                              </m:oMath>
                            </m:oMathPara>
                          </a14:m>
                          <a:endParaRPr lang="ko-KR" altLang="en-US" sz="14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9591821"/>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71924127"/>
                      </a:ext>
                    </a:extLst>
                  </a:tr>
                  <a:tr h="549223">
                    <a:tc>
                      <a:txBody>
                        <a:bodyPr/>
                        <a:lstStyle/>
                        <a:p>
                          <a:pPr algn="l" latinLnBrk="1"/>
                          <a:endParaRPr lang="ko-KR" altLang="en-US" sz="14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33410646"/>
                      </a:ext>
                    </a:extLst>
                  </a:tr>
                </a:tbl>
              </a:graphicData>
            </a:graphic>
          </p:graphicFrame>
        </mc:Choice>
        <mc:Fallback xmlns="">
          <p:graphicFrame>
            <p:nvGraphicFramePr>
              <p:cNvPr id="10" name="표 9"/>
              <p:cNvGraphicFramePr>
                <a:graphicFrameLocks noGrp="1"/>
              </p:cNvGraphicFramePr>
              <p:nvPr>
                <p:extLst>
                  <p:ext uri="{D42A27DB-BD31-4B8C-83A1-F6EECF244321}">
                    <p14:modId xmlns:p14="http://schemas.microsoft.com/office/powerpoint/2010/main" val="3357249272"/>
                  </p:ext>
                </p:extLst>
              </p:nvPr>
            </p:nvGraphicFramePr>
            <p:xfrm>
              <a:off x="930342" y="2531450"/>
              <a:ext cx="6019098" cy="3541915"/>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41513">
                    <a:tc>
                      <a:txBody>
                        <a:bodyPr/>
                        <a:lstStyle/>
                        <a:p>
                          <a:pPr algn="l" latinLnBrk="1"/>
                          <a:endParaRPr lang="ko-KR" altLang="en-US" sz="14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49850590"/>
                      </a:ext>
                    </a:extLst>
                  </a:tr>
                  <a:tr h="641513">
                    <a:tc>
                      <a:txBody>
                        <a:bodyPr/>
                        <a:lstStyle/>
                        <a:p>
                          <a:endParaRPr lang="ko-K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99057" b="-350000"/>
                          </a:stretch>
                        </a:blipFill>
                      </a:tcPr>
                    </a:tc>
                    <a:extLst>
                      <a:ext uri="{0D108BD9-81ED-4DB2-BD59-A6C34878D82A}">
                        <a16:rowId xmlns:a16="http://schemas.microsoft.com/office/drawing/2014/main" val="450883624"/>
                      </a:ext>
                    </a:extLst>
                  </a:tr>
                  <a:tr h="611220">
                    <a:tc>
                      <a:txBody>
                        <a:bodyPr/>
                        <a:lstStyle/>
                        <a:p>
                          <a:endParaRPr lang="ko-K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211000" b="-271000"/>
                          </a:stretch>
                        </a:blipFill>
                      </a:tcPr>
                    </a:tc>
                    <a:extLst>
                      <a:ext uri="{0D108BD9-81ED-4DB2-BD59-A6C34878D82A}">
                        <a16:rowId xmlns:a16="http://schemas.microsoft.com/office/drawing/2014/main" val="549591821"/>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71924127"/>
                      </a:ext>
                    </a:extLst>
                  </a:tr>
                  <a:tr h="549223">
                    <a:tc>
                      <a:txBody>
                        <a:bodyPr/>
                        <a:lstStyle/>
                        <a:p>
                          <a:pPr algn="l" latinLnBrk="1"/>
                          <a:endParaRPr lang="ko-KR" altLang="en-US" sz="14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33410646"/>
                      </a:ext>
                    </a:extLst>
                  </a:tr>
                </a:tbl>
              </a:graphicData>
            </a:graphic>
          </p:graphicFrame>
        </mc:Fallback>
      </mc:AlternateContent>
      <mc:AlternateContent xmlns:mc="http://schemas.openxmlformats.org/markup-compatibility/2006" xmlns:a14="http://schemas.microsoft.com/office/drawing/2010/main">
        <mc:Choice Requires="a14">
          <p:sp>
            <p:nvSpPr>
              <p:cNvPr id="7" name="TextBox 6"/>
              <p:cNvSpPr txBox="1"/>
              <p:nvPr/>
            </p:nvSpPr>
            <p:spPr>
              <a:xfrm>
                <a:off x="918754" y="1356592"/>
                <a:ext cx="7371805" cy="1166858"/>
              </a:xfrm>
              <a:prstGeom prst="rect">
                <a:avLst/>
              </a:prstGeom>
              <a:noFill/>
            </p:spPr>
            <p:txBody>
              <a:bodyPr wrap="square" lIns="0" tIns="0" rIns="0" bIns="0" rtlCol="0">
                <a:spAutoFit/>
              </a:bodyPr>
              <a:lstStyle/>
              <a:p>
                <a:r>
                  <a:rPr lang="ko-KR" altLang="en-US" sz="2000" dirty="0"/>
                  <a:t>⑨</a:t>
                </a:r>
                <a14:m>
                  <m:oMath xmlns:m="http://schemas.openxmlformats.org/officeDocument/2006/math">
                    <m:sSup>
                      <m:sSupPr>
                        <m:ctrlPr>
                          <a:rPr lang="en-US" altLang="ko-KR" sz="2000" i="1">
                            <a:latin typeface="Cambria Math" panose="02040503050406030204" pitchFamily="18" charset="0"/>
                          </a:rPr>
                        </m:ctrlPr>
                      </m:sSupPr>
                      <m:e>
                        <m:r>
                          <a:rPr lang="en-US" altLang="ko-KR" sz="2000" b="0" i="1" smtClean="0">
                            <a:latin typeface="Cambria Math" panose="02040503050406030204" pitchFamily="18" charset="0"/>
                          </a:rPr>
                          <m:t>𝐹</m:t>
                        </m:r>
                      </m:e>
                      <m:sup>
                        <m:r>
                          <a:rPr lang="en-US" altLang="ko-KR" sz="2000" i="1">
                            <a:latin typeface="Cambria Math" panose="02040503050406030204" pitchFamily="18" charset="0"/>
                          </a:rPr>
                          <m:t>′</m:t>
                        </m:r>
                      </m:sup>
                    </m:sSup>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f>
                      <m:fPr>
                        <m:ctrlPr>
                          <a:rPr lang="en-US" altLang="ko-KR" sz="2000" i="1">
                            <a:latin typeface="Cambria Math" panose="02040503050406030204" pitchFamily="18" charset="0"/>
                          </a:rPr>
                        </m:ctrlPr>
                      </m:fPr>
                      <m:num>
                        <m:sSup>
                          <m:sSupPr>
                            <m:ctrlPr>
                              <a:rPr lang="en-US" altLang="ko-KR" sz="2000" i="1">
                                <a:latin typeface="Cambria Math" panose="02040503050406030204" pitchFamily="18" charset="0"/>
                              </a:rPr>
                            </m:ctrlPr>
                          </m:sSupPr>
                          <m:e>
                            <m:r>
                              <a:rPr lang="en-US" altLang="ko-KR" sz="2000" i="1">
                                <a:latin typeface="Cambria Math" panose="02040503050406030204" pitchFamily="18" charset="0"/>
                              </a:rPr>
                              <m:t>𝑓</m:t>
                            </m:r>
                          </m:e>
                          <m:sup>
                            <m:r>
                              <a:rPr lang="en-US" altLang="ko-KR" sz="2000" i="1">
                                <a:latin typeface="Cambria Math" panose="02040503050406030204" pitchFamily="18" charset="0"/>
                              </a:rPr>
                              <m:t>′</m:t>
                            </m:r>
                          </m:sup>
                        </m:sSup>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𝑔</m:t>
                        </m:r>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b="0" i="1" smtClean="0">
                            <a:latin typeface="Cambria Math" panose="02040503050406030204" pitchFamily="18" charset="0"/>
                          </a:rPr>
                          <m:t>−</m:t>
                        </m:r>
                        <m:r>
                          <a:rPr lang="en-US" altLang="ko-KR" sz="2000" b="0" i="1" smtClean="0">
                            <a:latin typeface="Cambria Math" panose="02040503050406030204" pitchFamily="18" charset="0"/>
                          </a:rPr>
                          <m:t>𝑓</m:t>
                        </m:r>
                        <m:r>
                          <a:rPr lang="en-US" altLang="ko-KR" sz="2000" i="1">
                            <a:latin typeface="Cambria Math" panose="02040503050406030204" pitchFamily="18" charset="0"/>
                          </a:rPr>
                          <m:t>(</m:t>
                        </m:r>
                        <m:r>
                          <a:rPr lang="en-US" altLang="ko-KR" sz="2000" i="1">
                            <a:latin typeface="Cambria Math" panose="02040503050406030204" pitchFamily="18" charset="0"/>
                          </a:rPr>
                          <m:t>𝑥</m:t>
                        </m:r>
                        <m:r>
                          <a:rPr lang="en-US" altLang="ko-KR" sz="2000" i="1">
                            <a:latin typeface="Cambria Math" panose="02040503050406030204" pitchFamily="18" charset="0"/>
                          </a:rPr>
                          <m:t>)</m:t>
                        </m:r>
                        <m:sSup>
                          <m:sSupPr>
                            <m:ctrlPr>
                              <a:rPr lang="en-US" altLang="ko-KR" sz="2000" i="1">
                                <a:latin typeface="Cambria Math" panose="02040503050406030204" pitchFamily="18" charset="0"/>
                              </a:rPr>
                            </m:ctrlPr>
                          </m:sSupPr>
                          <m:e>
                            <m:r>
                              <a:rPr lang="en-US" altLang="ko-KR" sz="2000" b="0" i="1" smtClean="0">
                                <a:latin typeface="Cambria Math" panose="02040503050406030204" pitchFamily="18" charset="0"/>
                              </a:rPr>
                              <m:t>𝑔</m:t>
                            </m:r>
                          </m:e>
                          <m:sup>
                            <m:r>
                              <a:rPr lang="en-US" altLang="ko-KR" sz="2000" i="1">
                                <a:latin typeface="Cambria Math" panose="02040503050406030204" pitchFamily="18" charset="0"/>
                              </a:rPr>
                              <m:t>′</m:t>
                            </m:r>
                          </m:sup>
                        </m:sSup>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num>
                      <m:den>
                        <m:sSup>
                          <m:sSupPr>
                            <m:ctrlPr>
                              <a:rPr lang="en-US" altLang="ko-KR" sz="2000" i="1" smtClean="0">
                                <a:latin typeface="Cambria Math" panose="02040503050406030204" pitchFamily="18" charset="0"/>
                              </a:rPr>
                            </m:ctrlPr>
                          </m:sSupPr>
                          <m:e>
                            <m:d>
                              <m:dPr>
                                <m:begChr m:val="["/>
                                <m:endChr m:val="]"/>
                                <m:ctrlPr>
                                  <a:rPr lang="en-US" altLang="ko-KR" sz="2000" i="1" smtClean="0">
                                    <a:latin typeface="Cambria Math" panose="02040503050406030204" pitchFamily="18" charset="0"/>
                                  </a:rPr>
                                </m:ctrlPr>
                              </m:dPr>
                              <m:e>
                                <m:r>
                                  <a:rPr lang="en-US" altLang="ko-KR" sz="2000" i="1">
                                    <a:latin typeface="Cambria Math" panose="02040503050406030204" pitchFamily="18" charset="0"/>
                                  </a:rPr>
                                  <m:t>𝑔</m:t>
                                </m:r>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e>
                            </m:d>
                          </m:e>
                          <m:sup>
                            <m:r>
                              <a:rPr lang="en-US" altLang="ko-KR" sz="2000" b="0" i="1" smtClean="0">
                                <a:latin typeface="Cambria Math" panose="02040503050406030204" pitchFamily="18" charset="0"/>
                              </a:rPr>
                              <m:t>2</m:t>
                            </m:r>
                          </m:sup>
                        </m:sSup>
                      </m:den>
                    </m:f>
                    <m:r>
                      <a:rPr lang="en-US" altLang="ko-KR" sz="2000" b="0" i="1" smtClean="0">
                        <a:latin typeface="Cambria Math" panose="02040503050406030204" pitchFamily="18" charset="0"/>
                      </a:rPr>
                      <m:t>,</m:t>
                    </m:r>
                  </m:oMath>
                </a14:m>
                <a:endParaRPr lang="en-US" altLang="ko-KR" sz="200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altLang="ko-KR" sz="2000" i="1">
                          <a:latin typeface="Cambria Math" panose="02040503050406030204" pitchFamily="18" charset="0"/>
                          <a:ea typeface="Cambria Math" panose="02040503050406030204" pitchFamily="18" charset="0"/>
                        </a:rPr>
                        <m:t>  </m:t>
                      </m:r>
                      <m:r>
                        <a:rPr lang="en-US" altLang="ko-KR" sz="2000" i="1">
                          <a:latin typeface="Cambria Math" panose="02040503050406030204" pitchFamily="18" charset="0"/>
                        </a:rPr>
                        <m:t>𝑔𝑖𝑣𝑒𝑛</m:t>
                      </m:r>
                      <m:r>
                        <a:rPr lang="en-US" altLang="ko-KR" sz="2000" i="1">
                          <a:latin typeface="Cambria Math" panose="02040503050406030204" pitchFamily="18" charset="0"/>
                        </a:rPr>
                        <m:t> </m:t>
                      </m:r>
                      <m:r>
                        <a:rPr lang="en-US" altLang="ko-KR" sz="2000" b="0" i="1" smtClean="0">
                          <a:latin typeface="Cambria Math" panose="02040503050406030204" pitchFamily="18" charset="0"/>
                        </a:rPr>
                        <m:t>𝑡h𝑒</m:t>
                      </m:r>
                      <m:r>
                        <a:rPr lang="en-US" altLang="ko-KR" sz="2000" b="0" i="1" smtClean="0">
                          <a:latin typeface="Cambria Math" panose="02040503050406030204" pitchFamily="18" charset="0"/>
                        </a:rPr>
                        <m:t> </m:t>
                      </m:r>
                      <m:r>
                        <a:rPr lang="en-US" altLang="ko-KR" sz="2000" b="0" i="1" smtClean="0">
                          <a:latin typeface="Cambria Math" panose="02040503050406030204" pitchFamily="18" charset="0"/>
                        </a:rPr>
                        <m:t>𝑐𝑜𝑚𝑝𝑜𝑠𝑖𝑡𝑒</m:t>
                      </m:r>
                      <m:r>
                        <a:rPr lang="en-US" altLang="ko-KR" sz="2000" b="0" i="1" smtClean="0">
                          <a:latin typeface="Cambria Math" panose="02040503050406030204" pitchFamily="18" charset="0"/>
                        </a:rPr>
                        <m:t> </m:t>
                      </m:r>
                      <m:r>
                        <a:rPr lang="en-US" altLang="ko-KR" sz="2000" b="0" i="1" smtClean="0">
                          <a:latin typeface="Cambria Math" panose="02040503050406030204" pitchFamily="18" charset="0"/>
                        </a:rPr>
                        <m:t>𝑓𝑢𝑛𝑐𝑡𝑖𝑜𝑛</m:t>
                      </m:r>
                      <m:r>
                        <a:rPr lang="en-US" altLang="ko-KR" sz="2000" b="0" i="1" smtClean="0">
                          <a:latin typeface="Cambria Math" panose="02040503050406030204" pitchFamily="18" charset="0"/>
                        </a:rPr>
                        <m:t> </m:t>
                      </m:r>
                      <m:r>
                        <a:rPr lang="en-US" altLang="ko-KR" sz="2000" b="0" i="1" smtClean="0">
                          <a:latin typeface="Cambria Math" panose="02040503050406030204" pitchFamily="18" charset="0"/>
                        </a:rPr>
                        <m:t>𝐹</m:t>
                      </m:r>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f>
                        <m:fPr>
                          <m:ctrlPr>
                            <a:rPr lang="en-US" altLang="ko-KR" sz="2000" i="1" smtClean="0">
                              <a:latin typeface="Cambria Math" panose="02040503050406030204" pitchFamily="18" charset="0"/>
                            </a:rPr>
                          </m:ctrlPr>
                        </m:fPr>
                        <m:num>
                          <m:r>
                            <a:rPr lang="en-US" altLang="ko-KR" sz="2000" i="1">
                              <a:latin typeface="Cambria Math" panose="02040503050406030204" pitchFamily="18" charset="0"/>
                            </a:rPr>
                            <m:t>𝑓</m:t>
                          </m:r>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num>
                        <m:den>
                          <m:r>
                            <a:rPr lang="en-US" altLang="ko-KR" sz="2000" b="0" i="1" smtClean="0">
                              <a:latin typeface="Cambria Math" panose="02040503050406030204" pitchFamily="18" charset="0"/>
                            </a:rPr>
                            <m:t>𝑔</m:t>
                          </m:r>
                          <m:r>
                            <a:rPr lang="en-US" altLang="ko-KR" sz="2000" b="0" i="1" smtClean="0">
                              <a:latin typeface="Cambria Math" panose="02040503050406030204" pitchFamily="18" charset="0"/>
                            </a:rPr>
                            <m:t>(</m:t>
                          </m:r>
                          <m:r>
                            <a:rPr lang="en-US" altLang="ko-KR" sz="2000" b="0" i="1" smtClean="0">
                              <a:latin typeface="Cambria Math" panose="02040503050406030204" pitchFamily="18" charset="0"/>
                            </a:rPr>
                            <m:t>𝑥</m:t>
                          </m:r>
                          <m:r>
                            <a:rPr lang="en-US" altLang="ko-KR" sz="2000" b="0" i="1" smtClean="0">
                              <a:latin typeface="Cambria Math" panose="02040503050406030204" pitchFamily="18" charset="0"/>
                            </a:rPr>
                            <m:t>)</m:t>
                          </m:r>
                        </m:den>
                      </m:f>
                      <m:r>
                        <a:rPr lang="en-US" altLang="ko-KR" sz="2000" b="0" i="1" smtClean="0">
                          <a:latin typeface="Cambria Math" panose="02040503050406030204" pitchFamily="18" charset="0"/>
                        </a:rPr>
                        <m:t> , </m:t>
                      </m:r>
                      <m:r>
                        <a:rPr lang="en-US" altLang="ko-KR" sz="2000" b="0" i="1" smtClean="0">
                          <a:latin typeface="Cambria Math" panose="02040503050406030204" pitchFamily="18" charset="0"/>
                        </a:rPr>
                        <m:t>𝑔</m:t>
                      </m:r>
                      <m:d>
                        <m:dPr>
                          <m:ctrlPr>
                            <a:rPr lang="en-US" altLang="ko-KR" sz="2000" b="0" i="1" smtClean="0">
                              <a:latin typeface="Cambria Math" panose="02040503050406030204" pitchFamily="18" charset="0"/>
                            </a:rPr>
                          </m:ctrlPr>
                        </m:dPr>
                        <m:e>
                          <m:r>
                            <a:rPr lang="en-US" altLang="ko-KR" sz="2000" b="0" i="1" smtClean="0">
                              <a:latin typeface="Cambria Math" panose="02040503050406030204" pitchFamily="18" charset="0"/>
                            </a:rPr>
                            <m:t>𝑥</m:t>
                          </m:r>
                        </m:e>
                      </m:d>
                      <m:r>
                        <a:rPr lang="en-US" altLang="ko-KR" sz="2000" b="0" i="1" smtClean="0">
                          <a:latin typeface="Cambria Math" panose="02040503050406030204" pitchFamily="18" charset="0"/>
                          <a:ea typeface="Cambria Math" panose="02040503050406030204" pitchFamily="18" charset="0"/>
                        </a:rPr>
                        <m:t>≠</m:t>
                      </m:r>
                      <m:r>
                        <a:rPr lang="en-US" altLang="ko-KR" sz="2000" b="0" i="1" smtClean="0">
                          <a:latin typeface="Cambria Math" panose="02040503050406030204" pitchFamily="18" charset="0"/>
                        </a:rPr>
                        <m:t>0</m:t>
                      </m:r>
                    </m:oMath>
                  </m:oMathPara>
                </a14:m>
                <a:endParaRPr lang="ko-KR" altLang="en-US" sz="2000" i="1" dirty="0"/>
              </a:p>
            </p:txBody>
          </p:sp>
        </mc:Choice>
        <mc:Fallback xmlns="">
          <p:sp>
            <p:nvSpPr>
              <p:cNvPr id="7" name="TextBox 6"/>
              <p:cNvSpPr txBox="1">
                <a:spLocks noRot="1" noChangeAspect="1" noMove="1" noResize="1" noEditPoints="1" noAdjustHandles="1" noChangeArrowheads="1" noChangeShapeType="1" noTextEdit="1"/>
              </p:cNvSpPr>
              <p:nvPr/>
            </p:nvSpPr>
            <p:spPr>
              <a:xfrm>
                <a:off x="918754" y="1356592"/>
                <a:ext cx="7371805" cy="1166858"/>
              </a:xfrm>
              <a:prstGeom prst="rect">
                <a:avLst/>
              </a:prstGeom>
              <a:blipFill>
                <a:blip r:embed="rId4"/>
                <a:stretch>
                  <a:fillRect l="-2151"/>
                </a:stretch>
              </a:blipFill>
            </p:spPr>
            <p:txBody>
              <a:bodyPr/>
              <a:lstStyle/>
              <a:p>
                <a:r>
                  <a:rPr lang="ko-KR" altLang="en-US">
                    <a:noFill/>
                  </a:rPr>
                  <a:t> </a:t>
                </a:r>
              </a:p>
            </p:txBody>
          </p:sp>
        </mc:Fallback>
      </mc:AlternateContent>
      <p:sp>
        <p:nvSpPr>
          <p:cNvPr id="11" name="원호 10">
            <a:extLst>
              <a:ext uri="{FF2B5EF4-FFF2-40B4-BE49-F238E27FC236}">
                <a16:creationId xmlns:a16="http://schemas.microsoft.com/office/drawing/2014/main" id="{720BE5F8-FF28-D338-132B-12A968F95379}"/>
              </a:ext>
            </a:extLst>
          </p:cNvPr>
          <p:cNvSpPr/>
          <p:nvPr/>
        </p:nvSpPr>
        <p:spPr>
          <a:xfrm>
            <a:off x="1631209" y="3362000"/>
            <a:ext cx="864341" cy="864207"/>
          </a:xfrm>
          <a:prstGeom prst="arc">
            <a:avLst>
              <a:gd name="adj1" fmla="val 19540042"/>
              <a:gd name="adj2" fmla="val 1749812"/>
            </a:avLst>
          </a:prstGeom>
          <a:ln w="9525">
            <a:solidFill>
              <a:srgbClr val="C00000"/>
            </a:solidFill>
            <a:headEnd type="non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sp>
        <p:nvSpPr>
          <p:cNvPr id="12" name="직사각형 11"/>
          <p:cNvSpPr/>
          <p:nvPr/>
        </p:nvSpPr>
        <p:spPr>
          <a:xfrm>
            <a:off x="2495550" y="3592589"/>
            <a:ext cx="2279791" cy="307777"/>
          </a:xfrm>
          <a:prstGeom prst="rect">
            <a:avLst/>
          </a:prstGeom>
        </p:spPr>
        <p:txBody>
          <a:bodyPr wrap="none">
            <a:spAutoFit/>
          </a:bodyPr>
          <a:lstStyle/>
          <a:p>
            <a:r>
              <a:rPr lang="en-US" altLang="ko-KR" sz="1400" dirty="0"/>
              <a:t>According to the theorem </a:t>
            </a:r>
            <a:r>
              <a:rPr lang="ko-KR" altLang="en-US" sz="1400" dirty="0"/>
              <a:t>⑦</a:t>
            </a:r>
            <a:endParaRPr lang="en-US" altLang="ko-KR" sz="1400" dirty="0"/>
          </a:p>
        </p:txBody>
      </p:sp>
    </p:spTree>
    <p:extLst>
      <p:ext uri="{BB962C8B-B14F-4D97-AF65-F5344CB8AC3E}">
        <p14:creationId xmlns:p14="http://schemas.microsoft.com/office/powerpoint/2010/main" val="407190508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mc:AlternateContent xmlns:mc="http://schemas.openxmlformats.org/markup-compatibility/2006" xmlns:a14="http://schemas.microsoft.com/office/drawing/2010/main">
        <mc:Choice Requires="a14">
          <p:graphicFrame>
            <p:nvGraphicFramePr>
              <p:cNvPr id="10" name="표 9"/>
              <p:cNvGraphicFramePr>
                <a:graphicFrameLocks noGrp="1"/>
              </p:cNvGraphicFramePr>
              <p:nvPr>
                <p:extLst>
                  <p:ext uri="{D42A27DB-BD31-4B8C-83A1-F6EECF244321}">
                    <p14:modId xmlns:p14="http://schemas.microsoft.com/office/powerpoint/2010/main" val="3351045905"/>
                  </p:ext>
                </p:extLst>
              </p:nvPr>
            </p:nvGraphicFramePr>
            <p:xfrm>
              <a:off x="930342" y="2531450"/>
              <a:ext cx="6019098" cy="3541915"/>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41513">
                    <a:tc>
                      <a:txBody>
                        <a:bodyPr/>
                        <a:lstStyle/>
                        <a:p>
                          <a:pPr algn="l" latinLnBrk="1"/>
                          <a:endParaRPr lang="ko-KR" altLang="en-US" sz="14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49850590"/>
                      </a:ext>
                    </a:extLst>
                  </a:tr>
                  <a:tr h="64151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altLang="ko-KR" sz="1400" i="1" smtClean="0">
                                    <a:latin typeface="Cambria Math" panose="02040503050406030204" pitchFamily="18" charset="0"/>
                                  </a:rPr>
                                  <m:t>𝑓</m:t>
                                </m:r>
                                <m:d>
                                  <m:dPr>
                                    <m:ctrlPr>
                                      <a:rPr lang="en-US" altLang="ko-KR" sz="1400" i="1">
                                        <a:latin typeface="Cambria Math" panose="02040503050406030204" pitchFamily="18" charset="0"/>
                                      </a:rPr>
                                    </m:ctrlPr>
                                  </m:dPr>
                                  <m:e>
                                    <m:r>
                                      <a:rPr lang="en-US" altLang="ko-KR" sz="1400" i="1">
                                        <a:latin typeface="Cambria Math" panose="02040503050406030204" pitchFamily="18" charset="0"/>
                                      </a:rPr>
                                      <m:t>𝑥</m:t>
                                    </m:r>
                                  </m:e>
                                </m:d>
                                <m:r>
                                  <a:rPr lang="en-US" altLang="ko-KR" sz="1400" b="0" i="1" smtClean="0">
                                    <a:latin typeface="Cambria Math" panose="02040503050406030204" pitchFamily="18" charset="0"/>
                                  </a:rPr>
                                  <m:t>= </m:t>
                                </m:r>
                                <m:r>
                                  <a:rPr lang="en-US" altLang="ko-KR" sz="1400" b="0" i="1" smtClean="0">
                                    <a:latin typeface="Cambria Math" panose="02040503050406030204" pitchFamily="18" charset="0"/>
                                  </a:rPr>
                                  <m:t>𝐹</m:t>
                                </m:r>
                                <m:d>
                                  <m:dPr>
                                    <m:ctrlPr>
                                      <a:rPr lang="en-US" altLang="ko-KR" sz="1400" i="1">
                                        <a:latin typeface="Cambria Math" panose="02040503050406030204" pitchFamily="18" charset="0"/>
                                      </a:rPr>
                                    </m:ctrlPr>
                                  </m:dPr>
                                  <m:e>
                                    <m:r>
                                      <a:rPr lang="en-US" altLang="ko-KR" sz="1400" i="1">
                                        <a:latin typeface="Cambria Math" panose="02040503050406030204" pitchFamily="18" charset="0"/>
                                      </a:rPr>
                                      <m:t>𝑥</m:t>
                                    </m:r>
                                  </m:e>
                                </m:d>
                                <m:r>
                                  <a:rPr lang="en-US" altLang="ko-KR" sz="1400" b="0" i="1" smtClean="0">
                                    <a:latin typeface="Cambria Math" panose="02040503050406030204" pitchFamily="18" charset="0"/>
                                  </a:rPr>
                                  <m:t>𝑔</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𝑥</m:t>
                                </m:r>
                                <m:r>
                                  <a:rPr lang="en-US" altLang="ko-KR" sz="1400" b="0" i="1" smtClean="0">
                                    <a:latin typeface="Cambria Math" panose="02040503050406030204" pitchFamily="18" charset="0"/>
                                  </a:rPr>
                                  <m:t>)</m:t>
                                </m:r>
                              </m:oMath>
                            </m:oMathPara>
                          </a14:m>
                          <a:endParaRPr lang="ko-KR" altLang="en-US" sz="14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50883624"/>
                      </a:ext>
                    </a:extLst>
                  </a:tr>
                  <a:tr h="6112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p>
                                  <m:sSupPr>
                                    <m:ctrlPr>
                                      <a:rPr lang="en-US" altLang="ko-KR" sz="1400" b="0" i="1" smtClean="0">
                                        <a:latin typeface="Cambria Math" panose="02040503050406030204" pitchFamily="18" charset="0"/>
                                      </a:rPr>
                                    </m:ctrlPr>
                                  </m:sSupPr>
                                  <m:e>
                                    <m:r>
                                      <a:rPr lang="en-US" altLang="ko-KR" sz="1400" b="0" i="1" smtClean="0">
                                        <a:latin typeface="Cambria Math" panose="02040503050406030204" pitchFamily="18" charset="0"/>
                                      </a:rPr>
                                      <m:t>𝑓</m:t>
                                    </m:r>
                                  </m:e>
                                  <m:sup>
                                    <m:r>
                                      <a:rPr lang="en-US" altLang="ko-KR" sz="1400" b="0" i="1" smtClean="0">
                                        <a:latin typeface="Cambria Math" panose="02040503050406030204" pitchFamily="18" charset="0"/>
                                      </a:rPr>
                                      <m:t>′</m:t>
                                    </m:r>
                                  </m:sup>
                                </m:sSup>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r>
                                  <a:rPr lang="en-US" altLang="ko-KR" sz="1400" b="0" i="1" smtClean="0">
                                    <a:latin typeface="Cambria Math" panose="02040503050406030204" pitchFamily="18" charset="0"/>
                                  </a:rPr>
                                  <m:t>= </m:t>
                                </m:r>
                                <m:r>
                                  <a:rPr lang="en-US" altLang="ko-KR" sz="1400" b="0" i="1" smtClean="0">
                                    <a:latin typeface="Cambria Math" panose="02040503050406030204" pitchFamily="18" charset="0"/>
                                  </a:rPr>
                                  <m:t>𝐹</m:t>
                                </m:r>
                                <m:d>
                                  <m:dPr>
                                    <m:ctrlPr>
                                      <a:rPr lang="en-US" altLang="ko-KR" sz="1400" i="1">
                                        <a:latin typeface="Cambria Math" panose="02040503050406030204" pitchFamily="18" charset="0"/>
                                      </a:rPr>
                                    </m:ctrlPr>
                                  </m:dPr>
                                  <m:e>
                                    <m:r>
                                      <a:rPr lang="en-US" altLang="ko-KR" sz="1400" i="1">
                                        <a:latin typeface="Cambria Math" panose="02040503050406030204" pitchFamily="18" charset="0"/>
                                      </a:rPr>
                                      <m:t>𝑥</m:t>
                                    </m:r>
                                  </m:e>
                                </m:d>
                                <m:sSup>
                                  <m:sSupPr>
                                    <m:ctrlPr>
                                      <a:rPr lang="en-US" altLang="ko-KR" sz="1400" b="0" i="1" smtClean="0">
                                        <a:latin typeface="Cambria Math" panose="02040503050406030204" pitchFamily="18" charset="0"/>
                                      </a:rPr>
                                    </m:ctrlPr>
                                  </m:sSupPr>
                                  <m:e>
                                    <m:r>
                                      <a:rPr lang="en-US" altLang="ko-KR" sz="1400" b="0" i="1" smtClean="0">
                                        <a:latin typeface="Cambria Math" panose="02040503050406030204" pitchFamily="18" charset="0"/>
                                      </a:rPr>
                                      <m:t>𝑔</m:t>
                                    </m:r>
                                  </m:e>
                                  <m:sup>
                                    <m:r>
                                      <a:rPr lang="en-US" altLang="ko-KR" sz="1400" b="0" i="1" smtClean="0">
                                        <a:latin typeface="Cambria Math" panose="02040503050406030204" pitchFamily="18" charset="0"/>
                                      </a:rPr>
                                      <m:t>′</m:t>
                                    </m:r>
                                  </m:sup>
                                </m:sSup>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r>
                                  <a:rPr lang="en-US" altLang="ko-KR" sz="1400" b="0" i="1" smtClean="0">
                                    <a:latin typeface="Cambria Math" panose="02040503050406030204" pitchFamily="18" charset="0"/>
                                  </a:rPr>
                                  <m:t>+</m:t>
                                </m:r>
                                <m:sSup>
                                  <m:sSupPr>
                                    <m:ctrlPr>
                                      <a:rPr lang="en-US" altLang="ko-KR" sz="1400" b="0" i="1" smtClean="0">
                                        <a:latin typeface="Cambria Math" panose="02040503050406030204" pitchFamily="18" charset="0"/>
                                      </a:rPr>
                                    </m:ctrlPr>
                                  </m:sSupPr>
                                  <m:e>
                                    <m:r>
                                      <a:rPr lang="en-US" altLang="ko-KR" sz="1400" b="0" i="1" smtClean="0">
                                        <a:latin typeface="Cambria Math" panose="02040503050406030204" pitchFamily="18" charset="0"/>
                                      </a:rPr>
                                      <m:t>𝐹</m:t>
                                    </m:r>
                                  </m:e>
                                  <m:sup>
                                    <m:r>
                                      <a:rPr lang="en-US" altLang="ko-KR" sz="1400" b="0" i="1" smtClean="0">
                                        <a:latin typeface="Cambria Math" panose="02040503050406030204" pitchFamily="18" charset="0"/>
                                      </a:rPr>
                                      <m:t>′</m:t>
                                    </m:r>
                                  </m:sup>
                                </m:sSup>
                                <m:d>
                                  <m:dPr>
                                    <m:ctrlPr>
                                      <a:rPr lang="en-US" altLang="ko-KR" sz="1400" i="1">
                                        <a:latin typeface="Cambria Math" panose="02040503050406030204" pitchFamily="18" charset="0"/>
                                      </a:rPr>
                                    </m:ctrlPr>
                                  </m:dPr>
                                  <m:e>
                                    <m:r>
                                      <a:rPr lang="en-US" altLang="ko-KR" sz="1400" i="1">
                                        <a:latin typeface="Cambria Math" panose="02040503050406030204" pitchFamily="18" charset="0"/>
                                      </a:rPr>
                                      <m:t>𝑥</m:t>
                                    </m:r>
                                  </m:e>
                                </m:d>
                                <m:r>
                                  <a:rPr lang="en-US" altLang="ko-KR" sz="1400" b="0" i="1" smtClean="0">
                                    <a:latin typeface="Cambria Math" panose="02040503050406030204" pitchFamily="18" charset="0"/>
                                  </a:rPr>
                                  <m:t>𝑔</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𝑥</m:t>
                                </m:r>
                                <m:r>
                                  <a:rPr lang="en-US" altLang="ko-KR" sz="1400" b="0" i="1" smtClean="0">
                                    <a:latin typeface="Cambria Math" panose="02040503050406030204" pitchFamily="18" charset="0"/>
                                  </a:rPr>
                                  <m:t>)</m:t>
                                </m:r>
                              </m:oMath>
                            </m:oMathPara>
                          </a14:m>
                          <a:endParaRPr lang="ko-KR" altLang="en-US" sz="14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9591821"/>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p>
                                  <m:sSupPr>
                                    <m:ctrlPr>
                                      <a:rPr lang="en-US" altLang="ko-KR" sz="1400" b="0" i="1" smtClean="0">
                                        <a:latin typeface="Cambria Math" panose="02040503050406030204" pitchFamily="18" charset="0"/>
                                      </a:rPr>
                                    </m:ctrlPr>
                                  </m:sSupPr>
                                  <m:e>
                                    <m:r>
                                      <a:rPr lang="en-US" altLang="ko-KR" sz="1400" b="0" i="1" smtClean="0">
                                        <a:latin typeface="Cambria Math" panose="02040503050406030204" pitchFamily="18" charset="0"/>
                                      </a:rPr>
                                      <m:t>𝐹</m:t>
                                    </m:r>
                                  </m:e>
                                  <m:sup>
                                    <m:r>
                                      <a:rPr lang="en-US" altLang="ko-KR" sz="1400" b="0" i="1" smtClean="0">
                                        <a:latin typeface="Cambria Math" panose="02040503050406030204" pitchFamily="18" charset="0"/>
                                      </a:rPr>
                                      <m:t>′</m:t>
                                    </m:r>
                                  </m:sup>
                                </m:sSup>
                                <m:d>
                                  <m:dPr>
                                    <m:ctrlPr>
                                      <a:rPr lang="en-US" altLang="ko-KR" sz="1400" i="1">
                                        <a:latin typeface="Cambria Math" panose="02040503050406030204" pitchFamily="18" charset="0"/>
                                      </a:rPr>
                                    </m:ctrlPr>
                                  </m:dPr>
                                  <m:e>
                                    <m:r>
                                      <a:rPr lang="en-US" altLang="ko-KR" sz="1400" i="1">
                                        <a:latin typeface="Cambria Math" panose="02040503050406030204" pitchFamily="18" charset="0"/>
                                      </a:rPr>
                                      <m:t>𝑥</m:t>
                                    </m:r>
                                  </m:e>
                                </m:d>
                                <m:r>
                                  <a:rPr lang="en-US" altLang="ko-KR" sz="1400" smtClean="0">
                                    <a:latin typeface="Cambria Math" panose="02040503050406030204" pitchFamily="18" charset="0"/>
                                  </a:rPr>
                                  <m:t>=</m:t>
                                </m:r>
                                <m:f>
                                  <m:fPr>
                                    <m:ctrlPr>
                                      <a:rPr lang="en-US" altLang="ko-KR" sz="1400" i="1" smtClean="0">
                                        <a:latin typeface="Cambria Math" panose="02040503050406030204" pitchFamily="18" charset="0"/>
                                      </a:rPr>
                                    </m:ctrlPr>
                                  </m:fPr>
                                  <m:num>
                                    <m:sSup>
                                      <m:sSupPr>
                                        <m:ctrlPr>
                                          <a:rPr lang="en-US" altLang="ko-KR" sz="1400" i="1" smtClean="0">
                                            <a:latin typeface="Cambria Math" panose="02040503050406030204" pitchFamily="18" charset="0"/>
                                          </a:rPr>
                                        </m:ctrlPr>
                                      </m:sSupPr>
                                      <m:e>
                                        <m:r>
                                          <a:rPr lang="en-US" altLang="ko-KR" sz="1400" i="1">
                                            <a:latin typeface="Cambria Math" panose="02040503050406030204" pitchFamily="18" charset="0"/>
                                          </a:rPr>
                                          <m:t>𝑓</m:t>
                                        </m:r>
                                      </m:e>
                                      <m:sup>
                                        <m:r>
                                          <a:rPr lang="en-US" altLang="ko-KR" sz="1400" i="1">
                                            <a:latin typeface="Cambria Math" panose="02040503050406030204" pitchFamily="18" charset="0"/>
                                          </a:rPr>
                                          <m:t>′</m:t>
                                        </m:r>
                                      </m:sup>
                                    </m:sSup>
                                    <m:d>
                                      <m:dPr>
                                        <m:ctrlPr>
                                          <a:rPr lang="en-US" altLang="ko-KR" sz="1400" i="1">
                                            <a:latin typeface="Cambria Math" panose="02040503050406030204" pitchFamily="18" charset="0"/>
                                          </a:rPr>
                                        </m:ctrlPr>
                                      </m:dPr>
                                      <m:e>
                                        <m:r>
                                          <a:rPr lang="en-US" altLang="ko-KR" sz="1400" i="1">
                                            <a:latin typeface="Cambria Math" panose="02040503050406030204" pitchFamily="18" charset="0"/>
                                          </a:rPr>
                                          <m:t>𝑥</m:t>
                                        </m:r>
                                      </m:e>
                                    </m:d>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𝐹</m:t>
                                    </m:r>
                                    <m:d>
                                      <m:dPr>
                                        <m:ctrlPr>
                                          <a:rPr lang="en-US" altLang="ko-KR" sz="1400" i="1">
                                            <a:latin typeface="Cambria Math" panose="02040503050406030204" pitchFamily="18" charset="0"/>
                                          </a:rPr>
                                        </m:ctrlPr>
                                      </m:dPr>
                                      <m:e>
                                        <m:r>
                                          <a:rPr lang="en-US" altLang="ko-KR" sz="1400" i="1">
                                            <a:latin typeface="Cambria Math" panose="02040503050406030204" pitchFamily="18" charset="0"/>
                                          </a:rPr>
                                          <m:t>𝑥</m:t>
                                        </m:r>
                                      </m:e>
                                    </m:d>
                                    <m:sSup>
                                      <m:sSupPr>
                                        <m:ctrlPr>
                                          <a:rPr lang="en-US" altLang="ko-KR" sz="1400" b="0" i="1" smtClean="0">
                                            <a:latin typeface="Cambria Math" panose="02040503050406030204" pitchFamily="18" charset="0"/>
                                          </a:rPr>
                                        </m:ctrlPr>
                                      </m:sSupPr>
                                      <m:e>
                                        <m:r>
                                          <a:rPr lang="en-US" altLang="ko-KR" sz="1400" b="0" i="1" smtClean="0">
                                            <a:latin typeface="Cambria Math" panose="02040503050406030204" pitchFamily="18" charset="0"/>
                                          </a:rPr>
                                          <m:t>𝑔</m:t>
                                        </m:r>
                                      </m:e>
                                      <m:sup>
                                        <m:r>
                                          <a:rPr lang="en-US" altLang="ko-KR" sz="1400" b="0" i="1" smtClean="0">
                                            <a:latin typeface="Cambria Math" panose="02040503050406030204" pitchFamily="18" charset="0"/>
                                          </a:rPr>
                                          <m:t>′</m:t>
                                        </m:r>
                                      </m:sup>
                                    </m:sSup>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num>
                                  <m:den>
                                    <m:r>
                                      <a:rPr lang="en-US" altLang="ko-KR" sz="1400" b="0" i="1" smtClean="0">
                                        <a:latin typeface="Cambria Math" panose="02040503050406030204" pitchFamily="18" charset="0"/>
                                      </a:rPr>
                                      <m:t>𝑔</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𝑥</m:t>
                                    </m:r>
                                    <m:r>
                                      <a:rPr lang="en-US" altLang="ko-KR" sz="1400" b="0" i="1" smtClean="0">
                                        <a:latin typeface="Cambria Math" panose="02040503050406030204" pitchFamily="18" charset="0"/>
                                      </a:rPr>
                                      <m:t>)</m:t>
                                    </m:r>
                                  </m:den>
                                </m:f>
                              </m:oMath>
                            </m:oMathPara>
                          </a14:m>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71924127"/>
                      </a:ext>
                    </a:extLst>
                  </a:tr>
                  <a:tr h="549223">
                    <a:tc>
                      <a:txBody>
                        <a:bodyPr/>
                        <a:lstStyle/>
                        <a:p>
                          <a:pPr algn="l" latinLnBrk="1"/>
                          <a:endParaRPr lang="ko-KR" altLang="en-US" sz="14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33410646"/>
                      </a:ext>
                    </a:extLst>
                  </a:tr>
                </a:tbl>
              </a:graphicData>
            </a:graphic>
          </p:graphicFrame>
        </mc:Choice>
        <mc:Fallback xmlns="">
          <p:graphicFrame>
            <p:nvGraphicFramePr>
              <p:cNvPr id="10" name="표 9"/>
              <p:cNvGraphicFramePr>
                <a:graphicFrameLocks noGrp="1"/>
              </p:cNvGraphicFramePr>
              <p:nvPr>
                <p:extLst>
                  <p:ext uri="{D42A27DB-BD31-4B8C-83A1-F6EECF244321}">
                    <p14:modId xmlns:p14="http://schemas.microsoft.com/office/powerpoint/2010/main" val="3351045905"/>
                  </p:ext>
                </p:extLst>
              </p:nvPr>
            </p:nvGraphicFramePr>
            <p:xfrm>
              <a:off x="930342" y="2531450"/>
              <a:ext cx="6019098" cy="3541915"/>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41513">
                    <a:tc>
                      <a:txBody>
                        <a:bodyPr/>
                        <a:lstStyle/>
                        <a:p>
                          <a:pPr algn="l" latinLnBrk="1"/>
                          <a:endParaRPr lang="ko-KR" altLang="en-US" sz="14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49850590"/>
                      </a:ext>
                    </a:extLst>
                  </a:tr>
                  <a:tr h="641513">
                    <a:tc>
                      <a:txBody>
                        <a:bodyPr/>
                        <a:lstStyle/>
                        <a:p>
                          <a:endParaRPr lang="ko-K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99057" b="-350000"/>
                          </a:stretch>
                        </a:blipFill>
                      </a:tcPr>
                    </a:tc>
                    <a:extLst>
                      <a:ext uri="{0D108BD9-81ED-4DB2-BD59-A6C34878D82A}">
                        <a16:rowId xmlns:a16="http://schemas.microsoft.com/office/drawing/2014/main" val="450883624"/>
                      </a:ext>
                    </a:extLst>
                  </a:tr>
                  <a:tr h="611220">
                    <a:tc>
                      <a:txBody>
                        <a:bodyPr/>
                        <a:lstStyle/>
                        <a:p>
                          <a:endParaRPr lang="ko-K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211000" b="-271000"/>
                          </a:stretch>
                        </a:blipFill>
                      </a:tcPr>
                    </a:tc>
                    <a:extLst>
                      <a:ext uri="{0D108BD9-81ED-4DB2-BD59-A6C34878D82A}">
                        <a16:rowId xmlns:a16="http://schemas.microsoft.com/office/drawing/2014/main" val="549591821"/>
                      </a:ext>
                    </a:extLst>
                  </a:tr>
                  <a:tr h="549223">
                    <a:tc>
                      <a:txBody>
                        <a:bodyPr/>
                        <a:lstStyle/>
                        <a:p>
                          <a:endParaRPr lang="ko-K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341758" b="-197802"/>
                          </a:stretch>
                        </a:blipFill>
                      </a:tcPr>
                    </a:tc>
                    <a:extLst>
                      <a:ext uri="{0D108BD9-81ED-4DB2-BD59-A6C34878D82A}">
                        <a16:rowId xmlns:a16="http://schemas.microsoft.com/office/drawing/2014/main" val="2571924127"/>
                      </a:ext>
                    </a:extLst>
                  </a:tr>
                  <a:tr h="549223">
                    <a:tc>
                      <a:txBody>
                        <a:bodyPr/>
                        <a:lstStyle/>
                        <a:p>
                          <a:pPr algn="l" latinLnBrk="1"/>
                          <a:endParaRPr lang="ko-KR" altLang="en-US" sz="14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33410646"/>
                      </a:ext>
                    </a:extLst>
                  </a:tr>
                </a:tbl>
              </a:graphicData>
            </a:graphic>
          </p:graphicFrame>
        </mc:Fallback>
      </mc:AlternateContent>
      <mc:AlternateContent xmlns:mc="http://schemas.openxmlformats.org/markup-compatibility/2006" xmlns:a14="http://schemas.microsoft.com/office/drawing/2010/main">
        <mc:Choice Requires="a14">
          <p:sp>
            <p:nvSpPr>
              <p:cNvPr id="7" name="TextBox 6"/>
              <p:cNvSpPr txBox="1"/>
              <p:nvPr/>
            </p:nvSpPr>
            <p:spPr>
              <a:xfrm>
                <a:off x="918754" y="1356592"/>
                <a:ext cx="7371805" cy="1166858"/>
              </a:xfrm>
              <a:prstGeom prst="rect">
                <a:avLst/>
              </a:prstGeom>
              <a:noFill/>
            </p:spPr>
            <p:txBody>
              <a:bodyPr wrap="square" lIns="0" tIns="0" rIns="0" bIns="0" rtlCol="0">
                <a:spAutoFit/>
              </a:bodyPr>
              <a:lstStyle/>
              <a:p>
                <a:r>
                  <a:rPr lang="ko-KR" altLang="en-US" sz="2000" dirty="0"/>
                  <a:t>⑨</a:t>
                </a:r>
                <a14:m>
                  <m:oMath xmlns:m="http://schemas.openxmlformats.org/officeDocument/2006/math">
                    <m:sSup>
                      <m:sSupPr>
                        <m:ctrlPr>
                          <a:rPr lang="en-US" altLang="ko-KR" sz="2000" i="1">
                            <a:latin typeface="Cambria Math" panose="02040503050406030204" pitchFamily="18" charset="0"/>
                          </a:rPr>
                        </m:ctrlPr>
                      </m:sSupPr>
                      <m:e>
                        <m:r>
                          <a:rPr lang="en-US" altLang="ko-KR" sz="2000" b="0" i="1" smtClean="0">
                            <a:latin typeface="Cambria Math" panose="02040503050406030204" pitchFamily="18" charset="0"/>
                          </a:rPr>
                          <m:t>𝐹</m:t>
                        </m:r>
                      </m:e>
                      <m:sup>
                        <m:r>
                          <a:rPr lang="en-US" altLang="ko-KR" sz="2000" i="1">
                            <a:latin typeface="Cambria Math" panose="02040503050406030204" pitchFamily="18" charset="0"/>
                          </a:rPr>
                          <m:t>′</m:t>
                        </m:r>
                      </m:sup>
                    </m:sSup>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f>
                      <m:fPr>
                        <m:ctrlPr>
                          <a:rPr lang="en-US" altLang="ko-KR" sz="2000" i="1">
                            <a:latin typeface="Cambria Math" panose="02040503050406030204" pitchFamily="18" charset="0"/>
                          </a:rPr>
                        </m:ctrlPr>
                      </m:fPr>
                      <m:num>
                        <m:sSup>
                          <m:sSupPr>
                            <m:ctrlPr>
                              <a:rPr lang="en-US" altLang="ko-KR" sz="2000" i="1">
                                <a:latin typeface="Cambria Math" panose="02040503050406030204" pitchFamily="18" charset="0"/>
                              </a:rPr>
                            </m:ctrlPr>
                          </m:sSupPr>
                          <m:e>
                            <m:r>
                              <a:rPr lang="en-US" altLang="ko-KR" sz="2000" i="1">
                                <a:latin typeface="Cambria Math" panose="02040503050406030204" pitchFamily="18" charset="0"/>
                              </a:rPr>
                              <m:t>𝑓</m:t>
                            </m:r>
                          </m:e>
                          <m:sup>
                            <m:r>
                              <a:rPr lang="en-US" altLang="ko-KR" sz="2000" i="1">
                                <a:latin typeface="Cambria Math" panose="02040503050406030204" pitchFamily="18" charset="0"/>
                              </a:rPr>
                              <m:t>′</m:t>
                            </m:r>
                          </m:sup>
                        </m:sSup>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𝑔</m:t>
                        </m:r>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b="0" i="1" smtClean="0">
                            <a:latin typeface="Cambria Math" panose="02040503050406030204" pitchFamily="18" charset="0"/>
                          </a:rPr>
                          <m:t>−</m:t>
                        </m:r>
                        <m:r>
                          <a:rPr lang="en-US" altLang="ko-KR" sz="2000" b="0" i="1" smtClean="0">
                            <a:latin typeface="Cambria Math" panose="02040503050406030204" pitchFamily="18" charset="0"/>
                          </a:rPr>
                          <m:t>𝑓</m:t>
                        </m:r>
                        <m:r>
                          <a:rPr lang="en-US" altLang="ko-KR" sz="2000" i="1">
                            <a:latin typeface="Cambria Math" panose="02040503050406030204" pitchFamily="18" charset="0"/>
                          </a:rPr>
                          <m:t>(</m:t>
                        </m:r>
                        <m:r>
                          <a:rPr lang="en-US" altLang="ko-KR" sz="2000" i="1">
                            <a:latin typeface="Cambria Math" panose="02040503050406030204" pitchFamily="18" charset="0"/>
                          </a:rPr>
                          <m:t>𝑥</m:t>
                        </m:r>
                        <m:r>
                          <a:rPr lang="en-US" altLang="ko-KR" sz="2000" i="1">
                            <a:latin typeface="Cambria Math" panose="02040503050406030204" pitchFamily="18" charset="0"/>
                          </a:rPr>
                          <m:t>)</m:t>
                        </m:r>
                        <m:sSup>
                          <m:sSupPr>
                            <m:ctrlPr>
                              <a:rPr lang="en-US" altLang="ko-KR" sz="2000" i="1">
                                <a:latin typeface="Cambria Math" panose="02040503050406030204" pitchFamily="18" charset="0"/>
                              </a:rPr>
                            </m:ctrlPr>
                          </m:sSupPr>
                          <m:e>
                            <m:r>
                              <a:rPr lang="en-US" altLang="ko-KR" sz="2000" b="0" i="1" smtClean="0">
                                <a:latin typeface="Cambria Math" panose="02040503050406030204" pitchFamily="18" charset="0"/>
                              </a:rPr>
                              <m:t>𝑔</m:t>
                            </m:r>
                          </m:e>
                          <m:sup>
                            <m:r>
                              <a:rPr lang="en-US" altLang="ko-KR" sz="2000" i="1">
                                <a:latin typeface="Cambria Math" panose="02040503050406030204" pitchFamily="18" charset="0"/>
                              </a:rPr>
                              <m:t>′</m:t>
                            </m:r>
                          </m:sup>
                        </m:sSup>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num>
                      <m:den>
                        <m:sSup>
                          <m:sSupPr>
                            <m:ctrlPr>
                              <a:rPr lang="en-US" altLang="ko-KR" sz="2000" i="1" smtClean="0">
                                <a:latin typeface="Cambria Math" panose="02040503050406030204" pitchFamily="18" charset="0"/>
                              </a:rPr>
                            </m:ctrlPr>
                          </m:sSupPr>
                          <m:e>
                            <m:d>
                              <m:dPr>
                                <m:begChr m:val="["/>
                                <m:endChr m:val="]"/>
                                <m:ctrlPr>
                                  <a:rPr lang="en-US" altLang="ko-KR" sz="2000" i="1" smtClean="0">
                                    <a:latin typeface="Cambria Math" panose="02040503050406030204" pitchFamily="18" charset="0"/>
                                  </a:rPr>
                                </m:ctrlPr>
                              </m:dPr>
                              <m:e>
                                <m:r>
                                  <a:rPr lang="en-US" altLang="ko-KR" sz="2000" i="1">
                                    <a:latin typeface="Cambria Math" panose="02040503050406030204" pitchFamily="18" charset="0"/>
                                  </a:rPr>
                                  <m:t>𝑔</m:t>
                                </m:r>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e>
                            </m:d>
                          </m:e>
                          <m:sup>
                            <m:r>
                              <a:rPr lang="en-US" altLang="ko-KR" sz="2000" b="0" i="1" smtClean="0">
                                <a:latin typeface="Cambria Math" panose="02040503050406030204" pitchFamily="18" charset="0"/>
                              </a:rPr>
                              <m:t>2</m:t>
                            </m:r>
                          </m:sup>
                        </m:sSup>
                      </m:den>
                    </m:f>
                    <m:r>
                      <a:rPr lang="en-US" altLang="ko-KR" sz="2000" b="0" i="1" smtClean="0">
                        <a:latin typeface="Cambria Math" panose="02040503050406030204" pitchFamily="18" charset="0"/>
                      </a:rPr>
                      <m:t>,</m:t>
                    </m:r>
                  </m:oMath>
                </a14:m>
                <a:endParaRPr lang="en-US" altLang="ko-KR" sz="200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altLang="ko-KR" sz="2000" i="1">
                          <a:latin typeface="Cambria Math" panose="02040503050406030204" pitchFamily="18" charset="0"/>
                          <a:ea typeface="Cambria Math" panose="02040503050406030204" pitchFamily="18" charset="0"/>
                        </a:rPr>
                        <m:t>  </m:t>
                      </m:r>
                      <m:r>
                        <a:rPr lang="en-US" altLang="ko-KR" sz="2000" i="1">
                          <a:latin typeface="Cambria Math" panose="02040503050406030204" pitchFamily="18" charset="0"/>
                        </a:rPr>
                        <m:t>𝑔𝑖𝑣𝑒𝑛</m:t>
                      </m:r>
                      <m:r>
                        <a:rPr lang="en-US" altLang="ko-KR" sz="2000" i="1">
                          <a:latin typeface="Cambria Math" panose="02040503050406030204" pitchFamily="18" charset="0"/>
                        </a:rPr>
                        <m:t> </m:t>
                      </m:r>
                      <m:r>
                        <a:rPr lang="en-US" altLang="ko-KR" sz="2000" b="0" i="1" smtClean="0">
                          <a:latin typeface="Cambria Math" panose="02040503050406030204" pitchFamily="18" charset="0"/>
                        </a:rPr>
                        <m:t>𝑡h𝑒</m:t>
                      </m:r>
                      <m:r>
                        <a:rPr lang="en-US" altLang="ko-KR" sz="2000" b="0" i="1" smtClean="0">
                          <a:latin typeface="Cambria Math" panose="02040503050406030204" pitchFamily="18" charset="0"/>
                        </a:rPr>
                        <m:t> </m:t>
                      </m:r>
                      <m:r>
                        <a:rPr lang="en-US" altLang="ko-KR" sz="2000" b="0" i="1" smtClean="0">
                          <a:latin typeface="Cambria Math" panose="02040503050406030204" pitchFamily="18" charset="0"/>
                        </a:rPr>
                        <m:t>𝑐𝑜𝑚𝑝𝑜𝑠𝑖𝑡𝑒</m:t>
                      </m:r>
                      <m:r>
                        <a:rPr lang="en-US" altLang="ko-KR" sz="2000" b="0" i="1" smtClean="0">
                          <a:latin typeface="Cambria Math" panose="02040503050406030204" pitchFamily="18" charset="0"/>
                        </a:rPr>
                        <m:t> </m:t>
                      </m:r>
                      <m:r>
                        <a:rPr lang="en-US" altLang="ko-KR" sz="2000" b="0" i="1" smtClean="0">
                          <a:latin typeface="Cambria Math" panose="02040503050406030204" pitchFamily="18" charset="0"/>
                        </a:rPr>
                        <m:t>𝑓𝑢𝑛𝑐𝑡𝑖𝑜𝑛</m:t>
                      </m:r>
                      <m:r>
                        <a:rPr lang="en-US" altLang="ko-KR" sz="2000" b="0" i="1" smtClean="0">
                          <a:latin typeface="Cambria Math" panose="02040503050406030204" pitchFamily="18" charset="0"/>
                        </a:rPr>
                        <m:t> </m:t>
                      </m:r>
                      <m:r>
                        <a:rPr lang="en-US" altLang="ko-KR" sz="2000" b="0" i="1" smtClean="0">
                          <a:latin typeface="Cambria Math" panose="02040503050406030204" pitchFamily="18" charset="0"/>
                        </a:rPr>
                        <m:t>𝐹</m:t>
                      </m:r>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f>
                        <m:fPr>
                          <m:ctrlPr>
                            <a:rPr lang="en-US" altLang="ko-KR" sz="2000" i="1" smtClean="0">
                              <a:latin typeface="Cambria Math" panose="02040503050406030204" pitchFamily="18" charset="0"/>
                            </a:rPr>
                          </m:ctrlPr>
                        </m:fPr>
                        <m:num>
                          <m:r>
                            <a:rPr lang="en-US" altLang="ko-KR" sz="2000" i="1">
                              <a:latin typeface="Cambria Math" panose="02040503050406030204" pitchFamily="18" charset="0"/>
                            </a:rPr>
                            <m:t>𝑓</m:t>
                          </m:r>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num>
                        <m:den>
                          <m:r>
                            <a:rPr lang="en-US" altLang="ko-KR" sz="2000" b="0" i="1" smtClean="0">
                              <a:latin typeface="Cambria Math" panose="02040503050406030204" pitchFamily="18" charset="0"/>
                            </a:rPr>
                            <m:t>𝑔</m:t>
                          </m:r>
                          <m:r>
                            <a:rPr lang="en-US" altLang="ko-KR" sz="2000" b="0" i="1" smtClean="0">
                              <a:latin typeface="Cambria Math" panose="02040503050406030204" pitchFamily="18" charset="0"/>
                            </a:rPr>
                            <m:t>(</m:t>
                          </m:r>
                          <m:r>
                            <a:rPr lang="en-US" altLang="ko-KR" sz="2000" b="0" i="1" smtClean="0">
                              <a:latin typeface="Cambria Math" panose="02040503050406030204" pitchFamily="18" charset="0"/>
                            </a:rPr>
                            <m:t>𝑥</m:t>
                          </m:r>
                          <m:r>
                            <a:rPr lang="en-US" altLang="ko-KR" sz="2000" b="0" i="1" smtClean="0">
                              <a:latin typeface="Cambria Math" panose="02040503050406030204" pitchFamily="18" charset="0"/>
                            </a:rPr>
                            <m:t>)</m:t>
                          </m:r>
                        </m:den>
                      </m:f>
                      <m:r>
                        <a:rPr lang="en-US" altLang="ko-KR" sz="2000" b="0" i="1" smtClean="0">
                          <a:latin typeface="Cambria Math" panose="02040503050406030204" pitchFamily="18" charset="0"/>
                        </a:rPr>
                        <m:t> , </m:t>
                      </m:r>
                      <m:r>
                        <a:rPr lang="en-US" altLang="ko-KR" sz="2000" b="0" i="1" smtClean="0">
                          <a:latin typeface="Cambria Math" panose="02040503050406030204" pitchFamily="18" charset="0"/>
                        </a:rPr>
                        <m:t>𝑔</m:t>
                      </m:r>
                      <m:d>
                        <m:dPr>
                          <m:ctrlPr>
                            <a:rPr lang="en-US" altLang="ko-KR" sz="2000" b="0" i="1" smtClean="0">
                              <a:latin typeface="Cambria Math" panose="02040503050406030204" pitchFamily="18" charset="0"/>
                            </a:rPr>
                          </m:ctrlPr>
                        </m:dPr>
                        <m:e>
                          <m:r>
                            <a:rPr lang="en-US" altLang="ko-KR" sz="2000" b="0" i="1" smtClean="0">
                              <a:latin typeface="Cambria Math" panose="02040503050406030204" pitchFamily="18" charset="0"/>
                            </a:rPr>
                            <m:t>𝑥</m:t>
                          </m:r>
                        </m:e>
                      </m:d>
                      <m:r>
                        <a:rPr lang="en-US" altLang="ko-KR" sz="2000" b="0" i="1" smtClean="0">
                          <a:latin typeface="Cambria Math" panose="02040503050406030204" pitchFamily="18" charset="0"/>
                          <a:ea typeface="Cambria Math" panose="02040503050406030204" pitchFamily="18" charset="0"/>
                        </a:rPr>
                        <m:t>≠</m:t>
                      </m:r>
                      <m:r>
                        <a:rPr lang="en-US" altLang="ko-KR" sz="2000" b="0" i="1" smtClean="0">
                          <a:latin typeface="Cambria Math" panose="02040503050406030204" pitchFamily="18" charset="0"/>
                        </a:rPr>
                        <m:t>0</m:t>
                      </m:r>
                    </m:oMath>
                  </m:oMathPara>
                </a14:m>
                <a:endParaRPr lang="ko-KR" altLang="en-US" sz="2000" i="1" dirty="0"/>
              </a:p>
            </p:txBody>
          </p:sp>
        </mc:Choice>
        <mc:Fallback xmlns="">
          <p:sp>
            <p:nvSpPr>
              <p:cNvPr id="7" name="TextBox 6"/>
              <p:cNvSpPr txBox="1">
                <a:spLocks noRot="1" noChangeAspect="1" noMove="1" noResize="1" noEditPoints="1" noAdjustHandles="1" noChangeArrowheads="1" noChangeShapeType="1" noTextEdit="1"/>
              </p:cNvSpPr>
              <p:nvPr/>
            </p:nvSpPr>
            <p:spPr>
              <a:xfrm>
                <a:off x="918754" y="1356592"/>
                <a:ext cx="7371805" cy="1166858"/>
              </a:xfrm>
              <a:prstGeom prst="rect">
                <a:avLst/>
              </a:prstGeom>
              <a:blipFill>
                <a:blip r:embed="rId4"/>
                <a:stretch>
                  <a:fillRect l="-2151"/>
                </a:stretch>
              </a:blipFill>
            </p:spPr>
            <p:txBody>
              <a:bodyPr/>
              <a:lstStyle/>
              <a:p>
                <a:r>
                  <a:rPr lang="ko-KR" altLang="en-US">
                    <a:noFill/>
                  </a:rPr>
                  <a:t> </a:t>
                </a:r>
              </a:p>
            </p:txBody>
          </p:sp>
        </mc:Fallback>
      </mc:AlternateContent>
      <p:sp>
        <p:nvSpPr>
          <p:cNvPr id="11" name="원호 10">
            <a:extLst>
              <a:ext uri="{FF2B5EF4-FFF2-40B4-BE49-F238E27FC236}">
                <a16:creationId xmlns:a16="http://schemas.microsoft.com/office/drawing/2014/main" id="{720BE5F8-FF28-D338-132B-12A968F95379}"/>
              </a:ext>
            </a:extLst>
          </p:cNvPr>
          <p:cNvSpPr/>
          <p:nvPr/>
        </p:nvSpPr>
        <p:spPr>
          <a:xfrm>
            <a:off x="1631209" y="3362000"/>
            <a:ext cx="864341" cy="864207"/>
          </a:xfrm>
          <a:prstGeom prst="arc">
            <a:avLst>
              <a:gd name="adj1" fmla="val 19540042"/>
              <a:gd name="adj2" fmla="val 1749812"/>
            </a:avLst>
          </a:prstGeom>
          <a:ln w="9525">
            <a:solidFill>
              <a:srgbClr val="C00000"/>
            </a:solidFill>
            <a:headEnd type="non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sp>
        <p:nvSpPr>
          <p:cNvPr id="12" name="직사각형 11"/>
          <p:cNvSpPr/>
          <p:nvPr/>
        </p:nvSpPr>
        <p:spPr>
          <a:xfrm>
            <a:off x="2495550" y="3592589"/>
            <a:ext cx="2279791" cy="307777"/>
          </a:xfrm>
          <a:prstGeom prst="rect">
            <a:avLst/>
          </a:prstGeom>
        </p:spPr>
        <p:txBody>
          <a:bodyPr wrap="none">
            <a:spAutoFit/>
          </a:bodyPr>
          <a:lstStyle/>
          <a:p>
            <a:r>
              <a:rPr lang="en-US" altLang="ko-KR" sz="1400" dirty="0"/>
              <a:t>According to the theorem </a:t>
            </a:r>
            <a:r>
              <a:rPr lang="ko-KR" altLang="en-US" sz="1400" dirty="0"/>
              <a:t>⑦</a:t>
            </a:r>
            <a:endParaRPr lang="en-US" altLang="ko-KR" sz="1400" dirty="0"/>
          </a:p>
        </p:txBody>
      </p:sp>
    </p:spTree>
    <p:extLst>
      <p:ext uri="{BB962C8B-B14F-4D97-AF65-F5344CB8AC3E}">
        <p14:creationId xmlns:p14="http://schemas.microsoft.com/office/powerpoint/2010/main" val="146420427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mc:AlternateContent xmlns:mc="http://schemas.openxmlformats.org/markup-compatibility/2006" xmlns:a14="http://schemas.microsoft.com/office/drawing/2010/main">
        <mc:Choice Requires="a14">
          <p:graphicFrame>
            <p:nvGraphicFramePr>
              <p:cNvPr id="10" name="표 9"/>
              <p:cNvGraphicFramePr>
                <a:graphicFrameLocks noGrp="1"/>
              </p:cNvGraphicFramePr>
              <p:nvPr>
                <p:extLst>
                  <p:ext uri="{D42A27DB-BD31-4B8C-83A1-F6EECF244321}">
                    <p14:modId xmlns:p14="http://schemas.microsoft.com/office/powerpoint/2010/main" val="1641177710"/>
                  </p:ext>
                </p:extLst>
              </p:nvPr>
            </p:nvGraphicFramePr>
            <p:xfrm>
              <a:off x="930342" y="2531450"/>
              <a:ext cx="6019098" cy="3718815"/>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41513">
                    <a:tc>
                      <a:txBody>
                        <a:bodyPr/>
                        <a:lstStyle/>
                        <a:p>
                          <a:pPr algn="l" latinLnBrk="1"/>
                          <a:endParaRPr lang="ko-KR" altLang="en-US" sz="14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49850590"/>
                      </a:ext>
                    </a:extLst>
                  </a:tr>
                  <a:tr h="64151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altLang="ko-KR" sz="1400" i="1" smtClean="0">
                                    <a:latin typeface="Cambria Math" panose="02040503050406030204" pitchFamily="18" charset="0"/>
                                  </a:rPr>
                                  <m:t>𝑓</m:t>
                                </m:r>
                                <m:d>
                                  <m:dPr>
                                    <m:ctrlPr>
                                      <a:rPr lang="en-US" altLang="ko-KR" sz="1400" i="1">
                                        <a:latin typeface="Cambria Math" panose="02040503050406030204" pitchFamily="18" charset="0"/>
                                      </a:rPr>
                                    </m:ctrlPr>
                                  </m:dPr>
                                  <m:e>
                                    <m:r>
                                      <a:rPr lang="en-US" altLang="ko-KR" sz="1400" i="1">
                                        <a:latin typeface="Cambria Math" panose="02040503050406030204" pitchFamily="18" charset="0"/>
                                      </a:rPr>
                                      <m:t>𝑥</m:t>
                                    </m:r>
                                  </m:e>
                                </m:d>
                                <m:r>
                                  <a:rPr lang="en-US" altLang="ko-KR" sz="1400" b="0" i="1" smtClean="0">
                                    <a:latin typeface="Cambria Math" panose="02040503050406030204" pitchFamily="18" charset="0"/>
                                  </a:rPr>
                                  <m:t>= </m:t>
                                </m:r>
                                <m:r>
                                  <a:rPr lang="en-US" altLang="ko-KR" sz="1400" b="0" i="1" smtClean="0">
                                    <a:latin typeface="Cambria Math" panose="02040503050406030204" pitchFamily="18" charset="0"/>
                                  </a:rPr>
                                  <m:t>𝐹</m:t>
                                </m:r>
                                <m:d>
                                  <m:dPr>
                                    <m:ctrlPr>
                                      <a:rPr lang="en-US" altLang="ko-KR" sz="1400" i="1">
                                        <a:latin typeface="Cambria Math" panose="02040503050406030204" pitchFamily="18" charset="0"/>
                                      </a:rPr>
                                    </m:ctrlPr>
                                  </m:dPr>
                                  <m:e>
                                    <m:r>
                                      <a:rPr lang="en-US" altLang="ko-KR" sz="1400" i="1">
                                        <a:latin typeface="Cambria Math" panose="02040503050406030204" pitchFamily="18" charset="0"/>
                                      </a:rPr>
                                      <m:t>𝑥</m:t>
                                    </m:r>
                                  </m:e>
                                </m:d>
                                <m:r>
                                  <a:rPr lang="en-US" altLang="ko-KR" sz="1400" b="0" i="1" smtClean="0">
                                    <a:latin typeface="Cambria Math" panose="02040503050406030204" pitchFamily="18" charset="0"/>
                                  </a:rPr>
                                  <m:t>𝑔</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𝑥</m:t>
                                </m:r>
                                <m:r>
                                  <a:rPr lang="en-US" altLang="ko-KR" sz="1400" b="0" i="1" smtClean="0">
                                    <a:latin typeface="Cambria Math" panose="02040503050406030204" pitchFamily="18" charset="0"/>
                                  </a:rPr>
                                  <m:t>)</m:t>
                                </m:r>
                              </m:oMath>
                            </m:oMathPara>
                          </a14:m>
                          <a:endParaRPr lang="ko-KR" altLang="en-US" sz="14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50883624"/>
                      </a:ext>
                    </a:extLst>
                  </a:tr>
                  <a:tr h="6112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p>
                                  <m:sSupPr>
                                    <m:ctrlPr>
                                      <a:rPr lang="en-US" altLang="ko-KR" sz="1400" b="0" i="1" smtClean="0">
                                        <a:latin typeface="Cambria Math" panose="02040503050406030204" pitchFamily="18" charset="0"/>
                                      </a:rPr>
                                    </m:ctrlPr>
                                  </m:sSupPr>
                                  <m:e>
                                    <m:r>
                                      <a:rPr lang="en-US" altLang="ko-KR" sz="1400" b="0" i="1" smtClean="0">
                                        <a:latin typeface="Cambria Math" panose="02040503050406030204" pitchFamily="18" charset="0"/>
                                      </a:rPr>
                                      <m:t>𝑓</m:t>
                                    </m:r>
                                  </m:e>
                                  <m:sup>
                                    <m:r>
                                      <a:rPr lang="en-US" altLang="ko-KR" sz="1400" b="0" i="1" smtClean="0">
                                        <a:latin typeface="Cambria Math" panose="02040503050406030204" pitchFamily="18" charset="0"/>
                                      </a:rPr>
                                      <m:t>′</m:t>
                                    </m:r>
                                  </m:sup>
                                </m:sSup>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r>
                                  <a:rPr lang="en-US" altLang="ko-KR" sz="1400" b="0" i="1" smtClean="0">
                                    <a:latin typeface="Cambria Math" panose="02040503050406030204" pitchFamily="18" charset="0"/>
                                  </a:rPr>
                                  <m:t>= </m:t>
                                </m:r>
                                <m:r>
                                  <a:rPr lang="en-US" altLang="ko-KR" sz="1400" b="0" i="1" smtClean="0">
                                    <a:latin typeface="Cambria Math" panose="02040503050406030204" pitchFamily="18" charset="0"/>
                                  </a:rPr>
                                  <m:t>𝐹</m:t>
                                </m:r>
                                <m:d>
                                  <m:dPr>
                                    <m:ctrlPr>
                                      <a:rPr lang="en-US" altLang="ko-KR" sz="1400" i="1">
                                        <a:latin typeface="Cambria Math" panose="02040503050406030204" pitchFamily="18" charset="0"/>
                                      </a:rPr>
                                    </m:ctrlPr>
                                  </m:dPr>
                                  <m:e>
                                    <m:r>
                                      <a:rPr lang="en-US" altLang="ko-KR" sz="1400" i="1">
                                        <a:latin typeface="Cambria Math" panose="02040503050406030204" pitchFamily="18" charset="0"/>
                                      </a:rPr>
                                      <m:t>𝑥</m:t>
                                    </m:r>
                                  </m:e>
                                </m:d>
                                <m:sSup>
                                  <m:sSupPr>
                                    <m:ctrlPr>
                                      <a:rPr lang="en-US" altLang="ko-KR" sz="1400" b="0" i="1" smtClean="0">
                                        <a:latin typeface="Cambria Math" panose="02040503050406030204" pitchFamily="18" charset="0"/>
                                      </a:rPr>
                                    </m:ctrlPr>
                                  </m:sSupPr>
                                  <m:e>
                                    <m:r>
                                      <a:rPr lang="en-US" altLang="ko-KR" sz="1400" b="0" i="1" smtClean="0">
                                        <a:latin typeface="Cambria Math" panose="02040503050406030204" pitchFamily="18" charset="0"/>
                                      </a:rPr>
                                      <m:t>𝑔</m:t>
                                    </m:r>
                                  </m:e>
                                  <m:sup>
                                    <m:r>
                                      <a:rPr lang="en-US" altLang="ko-KR" sz="1400" b="0" i="1" smtClean="0">
                                        <a:latin typeface="Cambria Math" panose="02040503050406030204" pitchFamily="18" charset="0"/>
                                      </a:rPr>
                                      <m:t>′</m:t>
                                    </m:r>
                                  </m:sup>
                                </m:sSup>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r>
                                  <a:rPr lang="en-US" altLang="ko-KR" sz="1400" b="0" i="1" smtClean="0">
                                    <a:latin typeface="Cambria Math" panose="02040503050406030204" pitchFamily="18" charset="0"/>
                                  </a:rPr>
                                  <m:t>+</m:t>
                                </m:r>
                                <m:sSup>
                                  <m:sSupPr>
                                    <m:ctrlPr>
                                      <a:rPr lang="en-US" altLang="ko-KR" sz="1400" b="0" i="1" smtClean="0">
                                        <a:latin typeface="Cambria Math" panose="02040503050406030204" pitchFamily="18" charset="0"/>
                                      </a:rPr>
                                    </m:ctrlPr>
                                  </m:sSupPr>
                                  <m:e>
                                    <m:r>
                                      <a:rPr lang="en-US" altLang="ko-KR" sz="1400" b="0" i="1" smtClean="0">
                                        <a:latin typeface="Cambria Math" panose="02040503050406030204" pitchFamily="18" charset="0"/>
                                      </a:rPr>
                                      <m:t>𝐹</m:t>
                                    </m:r>
                                  </m:e>
                                  <m:sup>
                                    <m:r>
                                      <a:rPr lang="en-US" altLang="ko-KR" sz="1400" b="0" i="1" smtClean="0">
                                        <a:latin typeface="Cambria Math" panose="02040503050406030204" pitchFamily="18" charset="0"/>
                                      </a:rPr>
                                      <m:t>′</m:t>
                                    </m:r>
                                  </m:sup>
                                </m:sSup>
                                <m:d>
                                  <m:dPr>
                                    <m:ctrlPr>
                                      <a:rPr lang="en-US" altLang="ko-KR" sz="1400" i="1">
                                        <a:latin typeface="Cambria Math" panose="02040503050406030204" pitchFamily="18" charset="0"/>
                                      </a:rPr>
                                    </m:ctrlPr>
                                  </m:dPr>
                                  <m:e>
                                    <m:r>
                                      <a:rPr lang="en-US" altLang="ko-KR" sz="1400" i="1">
                                        <a:latin typeface="Cambria Math" panose="02040503050406030204" pitchFamily="18" charset="0"/>
                                      </a:rPr>
                                      <m:t>𝑥</m:t>
                                    </m:r>
                                  </m:e>
                                </m:d>
                                <m:r>
                                  <a:rPr lang="en-US" altLang="ko-KR" sz="1400" b="0" i="1" smtClean="0">
                                    <a:latin typeface="Cambria Math" panose="02040503050406030204" pitchFamily="18" charset="0"/>
                                  </a:rPr>
                                  <m:t>𝑔</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𝑥</m:t>
                                </m:r>
                                <m:r>
                                  <a:rPr lang="en-US" altLang="ko-KR" sz="1400" b="0" i="1" smtClean="0">
                                    <a:latin typeface="Cambria Math" panose="02040503050406030204" pitchFamily="18" charset="0"/>
                                  </a:rPr>
                                  <m:t>)</m:t>
                                </m:r>
                              </m:oMath>
                            </m:oMathPara>
                          </a14:m>
                          <a:endParaRPr lang="ko-KR" altLang="en-US" sz="14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9591821"/>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p>
                                  <m:sSupPr>
                                    <m:ctrlPr>
                                      <a:rPr lang="en-US" altLang="ko-KR" sz="1400" b="0" i="1" smtClean="0">
                                        <a:latin typeface="Cambria Math" panose="02040503050406030204" pitchFamily="18" charset="0"/>
                                      </a:rPr>
                                    </m:ctrlPr>
                                  </m:sSupPr>
                                  <m:e>
                                    <m:r>
                                      <a:rPr lang="en-US" altLang="ko-KR" sz="1400" b="0" i="1" smtClean="0">
                                        <a:latin typeface="Cambria Math" panose="02040503050406030204" pitchFamily="18" charset="0"/>
                                      </a:rPr>
                                      <m:t>𝐹</m:t>
                                    </m:r>
                                  </m:e>
                                  <m:sup>
                                    <m:r>
                                      <a:rPr lang="en-US" altLang="ko-KR" sz="1400" b="0" i="1" smtClean="0">
                                        <a:latin typeface="Cambria Math" panose="02040503050406030204" pitchFamily="18" charset="0"/>
                                      </a:rPr>
                                      <m:t>′</m:t>
                                    </m:r>
                                  </m:sup>
                                </m:sSup>
                                <m:d>
                                  <m:dPr>
                                    <m:ctrlPr>
                                      <a:rPr lang="en-US" altLang="ko-KR" sz="1400" i="1">
                                        <a:latin typeface="Cambria Math" panose="02040503050406030204" pitchFamily="18" charset="0"/>
                                      </a:rPr>
                                    </m:ctrlPr>
                                  </m:dPr>
                                  <m:e>
                                    <m:r>
                                      <a:rPr lang="en-US" altLang="ko-KR" sz="1400" i="1">
                                        <a:latin typeface="Cambria Math" panose="02040503050406030204" pitchFamily="18" charset="0"/>
                                      </a:rPr>
                                      <m:t>𝑥</m:t>
                                    </m:r>
                                  </m:e>
                                </m:d>
                                <m:r>
                                  <a:rPr lang="en-US" altLang="ko-KR" sz="1400" smtClean="0">
                                    <a:latin typeface="Cambria Math" panose="02040503050406030204" pitchFamily="18" charset="0"/>
                                  </a:rPr>
                                  <m:t>=</m:t>
                                </m:r>
                                <m:f>
                                  <m:fPr>
                                    <m:ctrlPr>
                                      <a:rPr lang="en-US" altLang="ko-KR" sz="1400" i="1" smtClean="0">
                                        <a:latin typeface="Cambria Math" panose="02040503050406030204" pitchFamily="18" charset="0"/>
                                      </a:rPr>
                                    </m:ctrlPr>
                                  </m:fPr>
                                  <m:num>
                                    <m:sSup>
                                      <m:sSupPr>
                                        <m:ctrlPr>
                                          <a:rPr lang="en-US" altLang="ko-KR" sz="1400" i="1" smtClean="0">
                                            <a:latin typeface="Cambria Math" panose="02040503050406030204" pitchFamily="18" charset="0"/>
                                          </a:rPr>
                                        </m:ctrlPr>
                                      </m:sSupPr>
                                      <m:e>
                                        <m:r>
                                          <a:rPr lang="en-US" altLang="ko-KR" sz="1400" i="1">
                                            <a:latin typeface="Cambria Math" panose="02040503050406030204" pitchFamily="18" charset="0"/>
                                          </a:rPr>
                                          <m:t>𝑓</m:t>
                                        </m:r>
                                      </m:e>
                                      <m:sup>
                                        <m:r>
                                          <a:rPr lang="en-US" altLang="ko-KR" sz="1400" i="1">
                                            <a:latin typeface="Cambria Math" panose="02040503050406030204" pitchFamily="18" charset="0"/>
                                          </a:rPr>
                                          <m:t>′</m:t>
                                        </m:r>
                                      </m:sup>
                                    </m:sSup>
                                    <m:d>
                                      <m:dPr>
                                        <m:ctrlPr>
                                          <a:rPr lang="en-US" altLang="ko-KR" sz="1400" i="1">
                                            <a:latin typeface="Cambria Math" panose="02040503050406030204" pitchFamily="18" charset="0"/>
                                          </a:rPr>
                                        </m:ctrlPr>
                                      </m:dPr>
                                      <m:e>
                                        <m:r>
                                          <a:rPr lang="en-US" altLang="ko-KR" sz="1400" i="1">
                                            <a:latin typeface="Cambria Math" panose="02040503050406030204" pitchFamily="18" charset="0"/>
                                          </a:rPr>
                                          <m:t>𝑥</m:t>
                                        </m:r>
                                      </m:e>
                                    </m:d>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𝐹</m:t>
                                    </m:r>
                                    <m:d>
                                      <m:dPr>
                                        <m:ctrlPr>
                                          <a:rPr lang="en-US" altLang="ko-KR" sz="1400" i="1">
                                            <a:latin typeface="Cambria Math" panose="02040503050406030204" pitchFamily="18" charset="0"/>
                                          </a:rPr>
                                        </m:ctrlPr>
                                      </m:dPr>
                                      <m:e>
                                        <m:r>
                                          <a:rPr lang="en-US" altLang="ko-KR" sz="1400" i="1">
                                            <a:latin typeface="Cambria Math" panose="02040503050406030204" pitchFamily="18" charset="0"/>
                                          </a:rPr>
                                          <m:t>𝑥</m:t>
                                        </m:r>
                                      </m:e>
                                    </m:d>
                                    <m:sSup>
                                      <m:sSupPr>
                                        <m:ctrlPr>
                                          <a:rPr lang="en-US" altLang="ko-KR" sz="1400" b="0" i="1" smtClean="0">
                                            <a:latin typeface="Cambria Math" panose="02040503050406030204" pitchFamily="18" charset="0"/>
                                          </a:rPr>
                                        </m:ctrlPr>
                                      </m:sSupPr>
                                      <m:e>
                                        <m:r>
                                          <a:rPr lang="en-US" altLang="ko-KR" sz="1400" b="0" i="1" smtClean="0">
                                            <a:latin typeface="Cambria Math" panose="02040503050406030204" pitchFamily="18" charset="0"/>
                                          </a:rPr>
                                          <m:t>𝑔</m:t>
                                        </m:r>
                                      </m:e>
                                      <m:sup>
                                        <m:r>
                                          <a:rPr lang="en-US" altLang="ko-KR" sz="1400" b="0" i="1" smtClean="0">
                                            <a:latin typeface="Cambria Math" panose="02040503050406030204" pitchFamily="18" charset="0"/>
                                          </a:rPr>
                                          <m:t>′</m:t>
                                        </m:r>
                                      </m:sup>
                                    </m:sSup>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num>
                                  <m:den>
                                    <m:r>
                                      <a:rPr lang="en-US" altLang="ko-KR" sz="1400" b="0" i="1" smtClean="0">
                                        <a:latin typeface="Cambria Math" panose="02040503050406030204" pitchFamily="18" charset="0"/>
                                      </a:rPr>
                                      <m:t>𝑔</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𝑥</m:t>
                                    </m:r>
                                    <m:r>
                                      <a:rPr lang="en-US" altLang="ko-KR" sz="1400" b="0" i="1" smtClean="0">
                                        <a:latin typeface="Cambria Math" panose="02040503050406030204" pitchFamily="18" charset="0"/>
                                      </a:rPr>
                                      <m:t>)</m:t>
                                    </m:r>
                                  </m:den>
                                </m:f>
                              </m:oMath>
                            </m:oMathPara>
                          </a14:m>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71924127"/>
                      </a:ext>
                    </a:extLst>
                  </a:tr>
                  <a:tr h="549223">
                    <a:tc>
                      <a:txBody>
                        <a:bodyPr/>
                        <a:lstStyle/>
                        <a:p>
                          <a:pPr algn="l" latinLnBrk="1"/>
                          <a14:m>
                            <m:oMathPara xmlns:m="http://schemas.openxmlformats.org/officeDocument/2006/math">
                              <m:oMathParaPr>
                                <m:jc m:val="left"/>
                              </m:oMathParaPr>
                              <m:oMath xmlns:m="http://schemas.openxmlformats.org/officeDocument/2006/math">
                                <m:r>
                                  <a:rPr lang="en-US" altLang="ko-KR" sz="1400" smtClean="0">
                                    <a:latin typeface="Cambria Math" panose="02040503050406030204" pitchFamily="18" charset="0"/>
                                  </a:rPr>
                                  <m:t>=</m:t>
                                </m:r>
                                <m:f>
                                  <m:fPr>
                                    <m:ctrlPr>
                                      <a:rPr lang="en-US" altLang="ko-KR" sz="1400" i="1" smtClean="0">
                                        <a:latin typeface="Cambria Math" panose="02040503050406030204" pitchFamily="18" charset="0"/>
                                      </a:rPr>
                                    </m:ctrlPr>
                                  </m:fPr>
                                  <m:num>
                                    <m:sSup>
                                      <m:sSupPr>
                                        <m:ctrlPr>
                                          <a:rPr lang="en-US" altLang="ko-KR" sz="1400" i="1" smtClean="0">
                                            <a:latin typeface="Cambria Math" panose="02040503050406030204" pitchFamily="18" charset="0"/>
                                          </a:rPr>
                                        </m:ctrlPr>
                                      </m:sSupPr>
                                      <m:e>
                                        <m:r>
                                          <a:rPr lang="en-US" altLang="ko-KR" sz="1400" i="1">
                                            <a:latin typeface="Cambria Math" panose="02040503050406030204" pitchFamily="18" charset="0"/>
                                          </a:rPr>
                                          <m:t>𝑓</m:t>
                                        </m:r>
                                      </m:e>
                                      <m:sup>
                                        <m:r>
                                          <a:rPr lang="en-US" altLang="ko-KR" sz="1400" i="1">
                                            <a:latin typeface="Cambria Math" panose="02040503050406030204" pitchFamily="18" charset="0"/>
                                          </a:rPr>
                                          <m:t>′</m:t>
                                        </m:r>
                                      </m:sup>
                                    </m:sSup>
                                    <m:d>
                                      <m:dPr>
                                        <m:ctrlPr>
                                          <a:rPr lang="en-US" altLang="ko-KR" sz="1400" i="1">
                                            <a:latin typeface="Cambria Math" panose="02040503050406030204" pitchFamily="18" charset="0"/>
                                          </a:rPr>
                                        </m:ctrlPr>
                                      </m:dPr>
                                      <m:e>
                                        <m:r>
                                          <a:rPr lang="en-US" altLang="ko-KR" sz="1400" i="1">
                                            <a:latin typeface="Cambria Math" panose="02040503050406030204" pitchFamily="18" charset="0"/>
                                          </a:rPr>
                                          <m:t>𝑥</m:t>
                                        </m:r>
                                      </m:e>
                                    </m:d>
                                    <m:r>
                                      <a:rPr lang="en-US" altLang="ko-KR" sz="1400" b="0" i="1" smtClean="0">
                                        <a:latin typeface="Cambria Math" panose="02040503050406030204" pitchFamily="18" charset="0"/>
                                      </a:rPr>
                                      <m:t>−</m:t>
                                    </m:r>
                                    <m:f>
                                      <m:fPr>
                                        <m:ctrlPr>
                                          <a:rPr lang="en-US" altLang="ko-KR" sz="1400" i="1" smtClean="0">
                                            <a:latin typeface="Cambria Math" panose="02040503050406030204" pitchFamily="18" charset="0"/>
                                          </a:rPr>
                                        </m:ctrlPr>
                                      </m:fPr>
                                      <m:num>
                                        <m:r>
                                          <a:rPr lang="en-US" altLang="ko-KR" sz="1400" i="1">
                                            <a:latin typeface="Cambria Math" panose="02040503050406030204" pitchFamily="18" charset="0"/>
                                          </a:rPr>
                                          <m:t>𝑓</m:t>
                                        </m:r>
                                        <m:d>
                                          <m:dPr>
                                            <m:ctrlPr>
                                              <a:rPr lang="en-US" altLang="ko-KR" sz="1400" i="1">
                                                <a:latin typeface="Cambria Math" panose="02040503050406030204" pitchFamily="18" charset="0"/>
                                              </a:rPr>
                                            </m:ctrlPr>
                                          </m:dPr>
                                          <m:e>
                                            <m:r>
                                              <a:rPr lang="en-US" altLang="ko-KR" sz="1400" i="1">
                                                <a:latin typeface="Cambria Math" panose="02040503050406030204" pitchFamily="18" charset="0"/>
                                              </a:rPr>
                                              <m:t>𝑥</m:t>
                                            </m:r>
                                          </m:e>
                                        </m:d>
                                      </m:num>
                                      <m:den>
                                        <m:r>
                                          <a:rPr lang="en-US" altLang="ko-KR" sz="1400" b="0" i="1" smtClean="0">
                                            <a:latin typeface="Cambria Math" panose="02040503050406030204" pitchFamily="18" charset="0"/>
                                          </a:rPr>
                                          <m:t>𝑔</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𝑥</m:t>
                                        </m:r>
                                        <m:r>
                                          <a:rPr lang="en-US" altLang="ko-KR" sz="1400" b="0" i="1" smtClean="0">
                                            <a:latin typeface="Cambria Math" panose="02040503050406030204" pitchFamily="18" charset="0"/>
                                          </a:rPr>
                                          <m:t>)</m:t>
                                        </m:r>
                                      </m:den>
                                    </m:f>
                                    <m:sSup>
                                      <m:sSupPr>
                                        <m:ctrlPr>
                                          <a:rPr lang="en-US" altLang="ko-KR" sz="1400" b="0" i="1" smtClean="0">
                                            <a:latin typeface="Cambria Math" panose="02040503050406030204" pitchFamily="18" charset="0"/>
                                          </a:rPr>
                                        </m:ctrlPr>
                                      </m:sSupPr>
                                      <m:e>
                                        <m:r>
                                          <a:rPr lang="en-US" altLang="ko-KR" sz="1400" b="0" i="1" smtClean="0">
                                            <a:latin typeface="Cambria Math" panose="02040503050406030204" pitchFamily="18" charset="0"/>
                                          </a:rPr>
                                          <m:t>𝑔</m:t>
                                        </m:r>
                                      </m:e>
                                      <m:sup>
                                        <m:r>
                                          <a:rPr lang="en-US" altLang="ko-KR" sz="1400" b="0" i="1" smtClean="0">
                                            <a:latin typeface="Cambria Math" panose="02040503050406030204" pitchFamily="18" charset="0"/>
                                          </a:rPr>
                                          <m:t>′</m:t>
                                        </m:r>
                                      </m:sup>
                                    </m:sSup>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num>
                                  <m:den>
                                    <m:r>
                                      <a:rPr lang="en-US" altLang="ko-KR" sz="1400" b="0" i="1" smtClean="0">
                                        <a:latin typeface="Cambria Math" panose="02040503050406030204" pitchFamily="18" charset="0"/>
                                      </a:rPr>
                                      <m:t>𝑔</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𝑥</m:t>
                                    </m:r>
                                    <m:r>
                                      <a:rPr lang="en-US" altLang="ko-KR" sz="1400" b="0" i="1" smtClean="0">
                                        <a:latin typeface="Cambria Math" panose="02040503050406030204" pitchFamily="18" charset="0"/>
                                      </a:rPr>
                                      <m:t>)</m:t>
                                    </m:r>
                                  </m:den>
                                </m:f>
                                <m:r>
                                  <a:rPr lang="en-US" altLang="ko-KR" sz="1400" b="0" i="1" smtClean="0">
                                    <a:latin typeface="Cambria Math" panose="02040503050406030204" pitchFamily="18" charset="0"/>
                                  </a:rPr>
                                  <m:t> ,  </m:t>
                                </m:r>
                                <m:r>
                                  <a:rPr lang="en-US" altLang="ko-KR" sz="1400" b="0" i="1" smtClean="0">
                                    <a:latin typeface="Cambria Math" panose="02040503050406030204" pitchFamily="18" charset="0"/>
                                  </a:rPr>
                                  <m:t>𝑠𝑖𝑛𝑐𝑒</m:t>
                                </m:r>
                                <m:r>
                                  <a:rPr lang="en-US" altLang="ko-KR" sz="1400" b="0" i="1" smtClean="0">
                                    <a:latin typeface="Cambria Math" panose="02040503050406030204" pitchFamily="18" charset="0"/>
                                  </a:rPr>
                                  <m:t> </m:t>
                                </m:r>
                                <m:r>
                                  <a:rPr lang="en-US" altLang="ko-KR" sz="1400" b="0" i="1" smtClean="0">
                                    <a:latin typeface="Cambria Math" panose="02040503050406030204" pitchFamily="18" charset="0"/>
                                  </a:rPr>
                                  <m:t>𝐹</m:t>
                                </m:r>
                                <m:d>
                                  <m:dPr>
                                    <m:ctrlPr>
                                      <a:rPr lang="en-US" altLang="ko-KR" sz="1400" i="1">
                                        <a:latin typeface="Cambria Math" panose="02040503050406030204" pitchFamily="18" charset="0"/>
                                      </a:rPr>
                                    </m:ctrlPr>
                                  </m:dPr>
                                  <m:e>
                                    <m:r>
                                      <a:rPr lang="en-US" altLang="ko-KR" sz="1400" i="1">
                                        <a:latin typeface="Cambria Math" panose="02040503050406030204" pitchFamily="18" charset="0"/>
                                      </a:rPr>
                                      <m:t>𝑥</m:t>
                                    </m:r>
                                  </m:e>
                                </m:d>
                                <m:r>
                                  <a:rPr lang="en-US" altLang="ko-KR" sz="1400" i="1">
                                    <a:latin typeface="Cambria Math" panose="02040503050406030204" pitchFamily="18" charset="0"/>
                                  </a:rPr>
                                  <m:t>=</m:t>
                                </m:r>
                                <m:f>
                                  <m:fPr>
                                    <m:ctrlPr>
                                      <a:rPr lang="en-US" altLang="ko-KR" sz="1400" i="1" smtClean="0">
                                        <a:latin typeface="Cambria Math" panose="02040503050406030204" pitchFamily="18" charset="0"/>
                                      </a:rPr>
                                    </m:ctrlPr>
                                  </m:fPr>
                                  <m:num>
                                    <m:r>
                                      <a:rPr lang="en-US" altLang="ko-KR" sz="1400" i="1">
                                        <a:latin typeface="Cambria Math" panose="02040503050406030204" pitchFamily="18" charset="0"/>
                                      </a:rPr>
                                      <m:t>𝑓</m:t>
                                    </m:r>
                                    <m:d>
                                      <m:dPr>
                                        <m:ctrlPr>
                                          <a:rPr lang="en-US" altLang="ko-KR" sz="1400" i="1">
                                            <a:latin typeface="Cambria Math" panose="02040503050406030204" pitchFamily="18" charset="0"/>
                                          </a:rPr>
                                        </m:ctrlPr>
                                      </m:dPr>
                                      <m:e>
                                        <m:r>
                                          <a:rPr lang="en-US" altLang="ko-KR" sz="1400" i="1">
                                            <a:latin typeface="Cambria Math" panose="02040503050406030204" pitchFamily="18" charset="0"/>
                                          </a:rPr>
                                          <m:t>𝑥</m:t>
                                        </m:r>
                                      </m:e>
                                    </m:d>
                                  </m:num>
                                  <m:den>
                                    <m:r>
                                      <a:rPr lang="en-US" altLang="ko-KR" sz="1400" b="0" i="1" smtClean="0">
                                        <a:latin typeface="Cambria Math" panose="02040503050406030204" pitchFamily="18" charset="0"/>
                                      </a:rPr>
                                      <m:t>𝑔</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𝑥</m:t>
                                    </m:r>
                                    <m:r>
                                      <a:rPr lang="en-US" altLang="ko-KR" sz="1400" b="0" i="1" smtClean="0">
                                        <a:latin typeface="Cambria Math" panose="02040503050406030204" pitchFamily="18" charset="0"/>
                                      </a:rPr>
                                      <m:t>)</m:t>
                                    </m:r>
                                  </m:den>
                                </m:f>
                              </m:oMath>
                            </m:oMathPara>
                          </a14:m>
                          <a:endParaRPr lang="ko-KR" altLang="en-US" sz="14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33410646"/>
                      </a:ext>
                    </a:extLst>
                  </a:tr>
                </a:tbl>
              </a:graphicData>
            </a:graphic>
          </p:graphicFrame>
        </mc:Choice>
        <mc:Fallback xmlns="">
          <p:graphicFrame>
            <p:nvGraphicFramePr>
              <p:cNvPr id="10" name="표 9"/>
              <p:cNvGraphicFramePr>
                <a:graphicFrameLocks noGrp="1"/>
              </p:cNvGraphicFramePr>
              <p:nvPr>
                <p:extLst>
                  <p:ext uri="{D42A27DB-BD31-4B8C-83A1-F6EECF244321}">
                    <p14:modId xmlns:p14="http://schemas.microsoft.com/office/powerpoint/2010/main" val="1641177710"/>
                  </p:ext>
                </p:extLst>
              </p:nvPr>
            </p:nvGraphicFramePr>
            <p:xfrm>
              <a:off x="930342" y="2531450"/>
              <a:ext cx="6019098" cy="3718815"/>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41513">
                    <a:tc>
                      <a:txBody>
                        <a:bodyPr/>
                        <a:lstStyle/>
                        <a:p>
                          <a:pPr algn="l" latinLnBrk="1"/>
                          <a:endParaRPr lang="ko-KR" altLang="en-US" sz="14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49850590"/>
                      </a:ext>
                    </a:extLst>
                  </a:tr>
                  <a:tr h="641513">
                    <a:tc>
                      <a:txBody>
                        <a:bodyPr/>
                        <a:lstStyle/>
                        <a:p>
                          <a:endParaRPr lang="ko-K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99057" b="-377358"/>
                          </a:stretch>
                        </a:blipFill>
                      </a:tcPr>
                    </a:tc>
                    <a:extLst>
                      <a:ext uri="{0D108BD9-81ED-4DB2-BD59-A6C34878D82A}">
                        <a16:rowId xmlns:a16="http://schemas.microsoft.com/office/drawing/2014/main" val="450883624"/>
                      </a:ext>
                    </a:extLst>
                  </a:tr>
                  <a:tr h="611220">
                    <a:tc>
                      <a:txBody>
                        <a:bodyPr/>
                        <a:lstStyle/>
                        <a:p>
                          <a:endParaRPr lang="ko-K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211000" b="-300000"/>
                          </a:stretch>
                        </a:blipFill>
                      </a:tcPr>
                    </a:tc>
                    <a:extLst>
                      <a:ext uri="{0D108BD9-81ED-4DB2-BD59-A6C34878D82A}">
                        <a16:rowId xmlns:a16="http://schemas.microsoft.com/office/drawing/2014/main" val="549591821"/>
                      </a:ext>
                    </a:extLst>
                  </a:tr>
                  <a:tr h="549223">
                    <a:tc>
                      <a:txBody>
                        <a:bodyPr/>
                        <a:lstStyle/>
                        <a:p>
                          <a:endParaRPr lang="ko-K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345556" b="-233333"/>
                          </a:stretch>
                        </a:blipFill>
                      </a:tcPr>
                    </a:tc>
                    <a:extLst>
                      <a:ext uri="{0D108BD9-81ED-4DB2-BD59-A6C34878D82A}">
                        <a16:rowId xmlns:a16="http://schemas.microsoft.com/office/drawing/2014/main" val="2571924127"/>
                      </a:ext>
                    </a:extLst>
                  </a:tr>
                  <a:tr h="726123">
                    <a:tc>
                      <a:txBody>
                        <a:bodyPr/>
                        <a:lstStyle/>
                        <a:p>
                          <a:endParaRPr lang="ko-K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334167" b="-75000"/>
                          </a:stretch>
                        </a:blipFill>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33410646"/>
                      </a:ext>
                    </a:extLst>
                  </a:tr>
                </a:tbl>
              </a:graphicData>
            </a:graphic>
          </p:graphicFrame>
        </mc:Fallback>
      </mc:AlternateContent>
      <mc:AlternateContent xmlns:mc="http://schemas.openxmlformats.org/markup-compatibility/2006" xmlns:a14="http://schemas.microsoft.com/office/drawing/2010/main">
        <mc:Choice Requires="a14">
          <p:sp>
            <p:nvSpPr>
              <p:cNvPr id="7" name="TextBox 6"/>
              <p:cNvSpPr txBox="1"/>
              <p:nvPr/>
            </p:nvSpPr>
            <p:spPr>
              <a:xfrm>
                <a:off x="918754" y="1356592"/>
                <a:ext cx="7371805" cy="1166858"/>
              </a:xfrm>
              <a:prstGeom prst="rect">
                <a:avLst/>
              </a:prstGeom>
              <a:noFill/>
            </p:spPr>
            <p:txBody>
              <a:bodyPr wrap="square" lIns="0" tIns="0" rIns="0" bIns="0" rtlCol="0">
                <a:spAutoFit/>
              </a:bodyPr>
              <a:lstStyle/>
              <a:p>
                <a:r>
                  <a:rPr lang="ko-KR" altLang="en-US" sz="2000" dirty="0"/>
                  <a:t>⑨</a:t>
                </a:r>
                <a14:m>
                  <m:oMath xmlns:m="http://schemas.openxmlformats.org/officeDocument/2006/math">
                    <m:sSup>
                      <m:sSupPr>
                        <m:ctrlPr>
                          <a:rPr lang="en-US" altLang="ko-KR" sz="2000" i="1">
                            <a:latin typeface="Cambria Math" panose="02040503050406030204" pitchFamily="18" charset="0"/>
                          </a:rPr>
                        </m:ctrlPr>
                      </m:sSupPr>
                      <m:e>
                        <m:r>
                          <a:rPr lang="en-US" altLang="ko-KR" sz="2000" b="0" i="1" smtClean="0">
                            <a:latin typeface="Cambria Math" panose="02040503050406030204" pitchFamily="18" charset="0"/>
                          </a:rPr>
                          <m:t>𝐹</m:t>
                        </m:r>
                      </m:e>
                      <m:sup>
                        <m:r>
                          <a:rPr lang="en-US" altLang="ko-KR" sz="2000" i="1">
                            <a:latin typeface="Cambria Math" panose="02040503050406030204" pitchFamily="18" charset="0"/>
                          </a:rPr>
                          <m:t>′</m:t>
                        </m:r>
                      </m:sup>
                    </m:sSup>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f>
                      <m:fPr>
                        <m:ctrlPr>
                          <a:rPr lang="en-US" altLang="ko-KR" sz="2000" i="1">
                            <a:latin typeface="Cambria Math" panose="02040503050406030204" pitchFamily="18" charset="0"/>
                          </a:rPr>
                        </m:ctrlPr>
                      </m:fPr>
                      <m:num>
                        <m:sSup>
                          <m:sSupPr>
                            <m:ctrlPr>
                              <a:rPr lang="en-US" altLang="ko-KR" sz="2000" i="1">
                                <a:latin typeface="Cambria Math" panose="02040503050406030204" pitchFamily="18" charset="0"/>
                              </a:rPr>
                            </m:ctrlPr>
                          </m:sSupPr>
                          <m:e>
                            <m:r>
                              <a:rPr lang="en-US" altLang="ko-KR" sz="2000" i="1">
                                <a:latin typeface="Cambria Math" panose="02040503050406030204" pitchFamily="18" charset="0"/>
                              </a:rPr>
                              <m:t>𝑓</m:t>
                            </m:r>
                          </m:e>
                          <m:sup>
                            <m:r>
                              <a:rPr lang="en-US" altLang="ko-KR" sz="2000" i="1">
                                <a:latin typeface="Cambria Math" panose="02040503050406030204" pitchFamily="18" charset="0"/>
                              </a:rPr>
                              <m:t>′</m:t>
                            </m:r>
                          </m:sup>
                        </m:sSup>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𝑔</m:t>
                        </m:r>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b="0" i="1" smtClean="0">
                            <a:latin typeface="Cambria Math" panose="02040503050406030204" pitchFamily="18" charset="0"/>
                          </a:rPr>
                          <m:t>−</m:t>
                        </m:r>
                        <m:r>
                          <a:rPr lang="en-US" altLang="ko-KR" sz="2000" b="0" i="1" smtClean="0">
                            <a:latin typeface="Cambria Math" panose="02040503050406030204" pitchFamily="18" charset="0"/>
                          </a:rPr>
                          <m:t>𝑓</m:t>
                        </m:r>
                        <m:r>
                          <a:rPr lang="en-US" altLang="ko-KR" sz="2000" i="1">
                            <a:latin typeface="Cambria Math" panose="02040503050406030204" pitchFamily="18" charset="0"/>
                          </a:rPr>
                          <m:t>(</m:t>
                        </m:r>
                        <m:r>
                          <a:rPr lang="en-US" altLang="ko-KR" sz="2000" i="1">
                            <a:latin typeface="Cambria Math" panose="02040503050406030204" pitchFamily="18" charset="0"/>
                          </a:rPr>
                          <m:t>𝑥</m:t>
                        </m:r>
                        <m:r>
                          <a:rPr lang="en-US" altLang="ko-KR" sz="2000" i="1">
                            <a:latin typeface="Cambria Math" panose="02040503050406030204" pitchFamily="18" charset="0"/>
                          </a:rPr>
                          <m:t>)</m:t>
                        </m:r>
                        <m:sSup>
                          <m:sSupPr>
                            <m:ctrlPr>
                              <a:rPr lang="en-US" altLang="ko-KR" sz="2000" i="1">
                                <a:latin typeface="Cambria Math" panose="02040503050406030204" pitchFamily="18" charset="0"/>
                              </a:rPr>
                            </m:ctrlPr>
                          </m:sSupPr>
                          <m:e>
                            <m:r>
                              <a:rPr lang="en-US" altLang="ko-KR" sz="2000" b="0" i="1" smtClean="0">
                                <a:latin typeface="Cambria Math" panose="02040503050406030204" pitchFamily="18" charset="0"/>
                              </a:rPr>
                              <m:t>𝑔</m:t>
                            </m:r>
                          </m:e>
                          <m:sup>
                            <m:r>
                              <a:rPr lang="en-US" altLang="ko-KR" sz="2000" i="1">
                                <a:latin typeface="Cambria Math" panose="02040503050406030204" pitchFamily="18" charset="0"/>
                              </a:rPr>
                              <m:t>′</m:t>
                            </m:r>
                          </m:sup>
                        </m:sSup>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num>
                      <m:den>
                        <m:sSup>
                          <m:sSupPr>
                            <m:ctrlPr>
                              <a:rPr lang="en-US" altLang="ko-KR" sz="2000" i="1" smtClean="0">
                                <a:latin typeface="Cambria Math" panose="02040503050406030204" pitchFamily="18" charset="0"/>
                              </a:rPr>
                            </m:ctrlPr>
                          </m:sSupPr>
                          <m:e>
                            <m:d>
                              <m:dPr>
                                <m:begChr m:val="["/>
                                <m:endChr m:val="]"/>
                                <m:ctrlPr>
                                  <a:rPr lang="en-US" altLang="ko-KR" sz="2000" i="1" smtClean="0">
                                    <a:latin typeface="Cambria Math" panose="02040503050406030204" pitchFamily="18" charset="0"/>
                                  </a:rPr>
                                </m:ctrlPr>
                              </m:dPr>
                              <m:e>
                                <m:r>
                                  <a:rPr lang="en-US" altLang="ko-KR" sz="2000" i="1">
                                    <a:latin typeface="Cambria Math" panose="02040503050406030204" pitchFamily="18" charset="0"/>
                                  </a:rPr>
                                  <m:t>𝑔</m:t>
                                </m:r>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e>
                            </m:d>
                          </m:e>
                          <m:sup>
                            <m:r>
                              <a:rPr lang="en-US" altLang="ko-KR" sz="2000" b="0" i="1" smtClean="0">
                                <a:latin typeface="Cambria Math" panose="02040503050406030204" pitchFamily="18" charset="0"/>
                              </a:rPr>
                              <m:t>2</m:t>
                            </m:r>
                          </m:sup>
                        </m:sSup>
                      </m:den>
                    </m:f>
                    <m:r>
                      <a:rPr lang="en-US" altLang="ko-KR" sz="2000" b="0" i="1" smtClean="0">
                        <a:latin typeface="Cambria Math" panose="02040503050406030204" pitchFamily="18" charset="0"/>
                      </a:rPr>
                      <m:t>,</m:t>
                    </m:r>
                  </m:oMath>
                </a14:m>
                <a:endParaRPr lang="en-US" altLang="ko-KR" sz="200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altLang="ko-KR" sz="2000" i="1">
                          <a:latin typeface="Cambria Math" panose="02040503050406030204" pitchFamily="18" charset="0"/>
                          <a:ea typeface="Cambria Math" panose="02040503050406030204" pitchFamily="18" charset="0"/>
                        </a:rPr>
                        <m:t>  </m:t>
                      </m:r>
                      <m:r>
                        <a:rPr lang="en-US" altLang="ko-KR" sz="2000" i="1">
                          <a:latin typeface="Cambria Math" panose="02040503050406030204" pitchFamily="18" charset="0"/>
                        </a:rPr>
                        <m:t>𝑔𝑖𝑣𝑒𝑛</m:t>
                      </m:r>
                      <m:r>
                        <a:rPr lang="en-US" altLang="ko-KR" sz="2000" i="1">
                          <a:latin typeface="Cambria Math" panose="02040503050406030204" pitchFamily="18" charset="0"/>
                        </a:rPr>
                        <m:t> </m:t>
                      </m:r>
                      <m:r>
                        <a:rPr lang="en-US" altLang="ko-KR" sz="2000" b="0" i="1" smtClean="0">
                          <a:latin typeface="Cambria Math" panose="02040503050406030204" pitchFamily="18" charset="0"/>
                        </a:rPr>
                        <m:t>𝑡h𝑒</m:t>
                      </m:r>
                      <m:r>
                        <a:rPr lang="en-US" altLang="ko-KR" sz="2000" b="0" i="1" smtClean="0">
                          <a:latin typeface="Cambria Math" panose="02040503050406030204" pitchFamily="18" charset="0"/>
                        </a:rPr>
                        <m:t> </m:t>
                      </m:r>
                      <m:r>
                        <a:rPr lang="en-US" altLang="ko-KR" sz="2000" b="0" i="1" smtClean="0">
                          <a:latin typeface="Cambria Math" panose="02040503050406030204" pitchFamily="18" charset="0"/>
                        </a:rPr>
                        <m:t>𝑐𝑜𝑚𝑝𝑜𝑠𝑖𝑡𝑒</m:t>
                      </m:r>
                      <m:r>
                        <a:rPr lang="en-US" altLang="ko-KR" sz="2000" b="0" i="1" smtClean="0">
                          <a:latin typeface="Cambria Math" panose="02040503050406030204" pitchFamily="18" charset="0"/>
                        </a:rPr>
                        <m:t> </m:t>
                      </m:r>
                      <m:r>
                        <a:rPr lang="en-US" altLang="ko-KR" sz="2000" b="0" i="1" smtClean="0">
                          <a:latin typeface="Cambria Math" panose="02040503050406030204" pitchFamily="18" charset="0"/>
                        </a:rPr>
                        <m:t>𝑓𝑢𝑛𝑐𝑡𝑖𝑜𝑛</m:t>
                      </m:r>
                      <m:r>
                        <a:rPr lang="en-US" altLang="ko-KR" sz="2000" b="0" i="1" smtClean="0">
                          <a:latin typeface="Cambria Math" panose="02040503050406030204" pitchFamily="18" charset="0"/>
                        </a:rPr>
                        <m:t> </m:t>
                      </m:r>
                      <m:r>
                        <a:rPr lang="en-US" altLang="ko-KR" sz="2000" b="0" i="1" smtClean="0">
                          <a:latin typeface="Cambria Math" panose="02040503050406030204" pitchFamily="18" charset="0"/>
                        </a:rPr>
                        <m:t>𝐹</m:t>
                      </m:r>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f>
                        <m:fPr>
                          <m:ctrlPr>
                            <a:rPr lang="en-US" altLang="ko-KR" sz="2000" i="1" smtClean="0">
                              <a:latin typeface="Cambria Math" panose="02040503050406030204" pitchFamily="18" charset="0"/>
                            </a:rPr>
                          </m:ctrlPr>
                        </m:fPr>
                        <m:num>
                          <m:r>
                            <a:rPr lang="en-US" altLang="ko-KR" sz="2000" i="1">
                              <a:latin typeface="Cambria Math" panose="02040503050406030204" pitchFamily="18" charset="0"/>
                            </a:rPr>
                            <m:t>𝑓</m:t>
                          </m:r>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num>
                        <m:den>
                          <m:r>
                            <a:rPr lang="en-US" altLang="ko-KR" sz="2000" b="0" i="1" smtClean="0">
                              <a:latin typeface="Cambria Math" panose="02040503050406030204" pitchFamily="18" charset="0"/>
                            </a:rPr>
                            <m:t>𝑔</m:t>
                          </m:r>
                          <m:r>
                            <a:rPr lang="en-US" altLang="ko-KR" sz="2000" b="0" i="1" smtClean="0">
                              <a:latin typeface="Cambria Math" panose="02040503050406030204" pitchFamily="18" charset="0"/>
                            </a:rPr>
                            <m:t>(</m:t>
                          </m:r>
                          <m:r>
                            <a:rPr lang="en-US" altLang="ko-KR" sz="2000" b="0" i="1" smtClean="0">
                              <a:latin typeface="Cambria Math" panose="02040503050406030204" pitchFamily="18" charset="0"/>
                            </a:rPr>
                            <m:t>𝑥</m:t>
                          </m:r>
                          <m:r>
                            <a:rPr lang="en-US" altLang="ko-KR" sz="2000" b="0" i="1" smtClean="0">
                              <a:latin typeface="Cambria Math" panose="02040503050406030204" pitchFamily="18" charset="0"/>
                            </a:rPr>
                            <m:t>)</m:t>
                          </m:r>
                        </m:den>
                      </m:f>
                      <m:r>
                        <a:rPr lang="en-US" altLang="ko-KR" sz="2000" b="0" i="1" smtClean="0">
                          <a:latin typeface="Cambria Math" panose="02040503050406030204" pitchFamily="18" charset="0"/>
                        </a:rPr>
                        <m:t> , </m:t>
                      </m:r>
                      <m:r>
                        <a:rPr lang="en-US" altLang="ko-KR" sz="2000" b="0" i="1" smtClean="0">
                          <a:latin typeface="Cambria Math" panose="02040503050406030204" pitchFamily="18" charset="0"/>
                        </a:rPr>
                        <m:t>𝑔</m:t>
                      </m:r>
                      <m:d>
                        <m:dPr>
                          <m:ctrlPr>
                            <a:rPr lang="en-US" altLang="ko-KR" sz="2000" b="0" i="1" smtClean="0">
                              <a:latin typeface="Cambria Math" panose="02040503050406030204" pitchFamily="18" charset="0"/>
                            </a:rPr>
                          </m:ctrlPr>
                        </m:dPr>
                        <m:e>
                          <m:r>
                            <a:rPr lang="en-US" altLang="ko-KR" sz="2000" b="0" i="1" smtClean="0">
                              <a:latin typeface="Cambria Math" panose="02040503050406030204" pitchFamily="18" charset="0"/>
                            </a:rPr>
                            <m:t>𝑥</m:t>
                          </m:r>
                        </m:e>
                      </m:d>
                      <m:r>
                        <a:rPr lang="en-US" altLang="ko-KR" sz="2000" b="0" i="1" smtClean="0">
                          <a:latin typeface="Cambria Math" panose="02040503050406030204" pitchFamily="18" charset="0"/>
                          <a:ea typeface="Cambria Math" panose="02040503050406030204" pitchFamily="18" charset="0"/>
                        </a:rPr>
                        <m:t>≠</m:t>
                      </m:r>
                      <m:r>
                        <a:rPr lang="en-US" altLang="ko-KR" sz="2000" b="0" i="1" smtClean="0">
                          <a:latin typeface="Cambria Math" panose="02040503050406030204" pitchFamily="18" charset="0"/>
                        </a:rPr>
                        <m:t>0</m:t>
                      </m:r>
                    </m:oMath>
                  </m:oMathPara>
                </a14:m>
                <a:endParaRPr lang="ko-KR" altLang="en-US" sz="2000" i="1" dirty="0"/>
              </a:p>
            </p:txBody>
          </p:sp>
        </mc:Choice>
        <mc:Fallback xmlns="">
          <p:sp>
            <p:nvSpPr>
              <p:cNvPr id="7" name="TextBox 6"/>
              <p:cNvSpPr txBox="1">
                <a:spLocks noRot="1" noChangeAspect="1" noMove="1" noResize="1" noEditPoints="1" noAdjustHandles="1" noChangeArrowheads="1" noChangeShapeType="1" noTextEdit="1"/>
              </p:cNvSpPr>
              <p:nvPr/>
            </p:nvSpPr>
            <p:spPr>
              <a:xfrm>
                <a:off x="918754" y="1356592"/>
                <a:ext cx="7371805" cy="1166858"/>
              </a:xfrm>
              <a:prstGeom prst="rect">
                <a:avLst/>
              </a:prstGeom>
              <a:blipFill>
                <a:blip r:embed="rId4"/>
                <a:stretch>
                  <a:fillRect l="-2151"/>
                </a:stretch>
              </a:blipFill>
            </p:spPr>
            <p:txBody>
              <a:bodyPr/>
              <a:lstStyle/>
              <a:p>
                <a:r>
                  <a:rPr lang="ko-KR" altLang="en-US">
                    <a:noFill/>
                  </a:rPr>
                  <a:t> </a:t>
                </a:r>
              </a:p>
            </p:txBody>
          </p:sp>
        </mc:Fallback>
      </mc:AlternateContent>
      <p:sp>
        <p:nvSpPr>
          <p:cNvPr id="11" name="원호 10">
            <a:extLst>
              <a:ext uri="{FF2B5EF4-FFF2-40B4-BE49-F238E27FC236}">
                <a16:creationId xmlns:a16="http://schemas.microsoft.com/office/drawing/2014/main" id="{720BE5F8-FF28-D338-132B-12A968F95379}"/>
              </a:ext>
            </a:extLst>
          </p:cNvPr>
          <p:cNvSpPr/>
          <p:nvPr/>
        </p:nvSpPr>
        <p:spPr>
          <a:xfrm>
            <a:off x="1631209" y="3362000"/>
            <a:ext cx="864341" cy="864207"/>
          </a:xfrm>
          <a:prstGeom prst="arc">
            <a:avLst>
              <a:gd name="adj1" fmla="val 19540042"/>
              <a:gd name="adj2" fmla="val 1749812"/>
            </a:avLst>
          </a:prstGeom>
          <a:ln w="9525">
            <a:solidFill>
              <a:srgbClr val="C00000"/>
            </a:solidFill>
            <a:headEnd type="non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sp>
        <p:nvSpPr>
          <p:cNvPr id="12" name="직사각형 11"/>
          <p:cNvSpPr/>
          <p:nvPr/>
        </p:nvSpPr>
        <p:spPr>
          <a:xfrm>
            <a:off x="2495550" y="3592589"/>
            <a:ext cx="2279791" cy="307777"/>
          </a:xfrm>
          <a:prstGeom prst="rect">
            <a:avLst/>
          </a:prstGeom>
        </p:spPr>
        <p:txBody>
          <a:bodyPr wrap="none">
            <a:spAutoFit/>
          </a:bodyPr>
          <a:lstStyle/>
          <a:p>
            <a:r>
              <a:rPr lang="en-US" altLang="ko-KR" sz="1400" dirty="0"/>
              <a:t>According to the theorem </a:t>
            </a:r>
            <a:r>
              <a:rPr lang="ko-KR" altLang="en-US" sz="1400" dirty="0"/>
              <a:t>⑦</a:t>
            </a:r>
            <a:endParaRPr lang="en-US" altLang="ko-KR" sz="1400" dirty="0"/>
          </a:p>
        </p:txBody>
      </p:sp>
      <p:sp>
        <p:nvSpPr>
          <p:cNvPr id="2" name="원호 1">
            <a:extLst>
              <a:ext uri="{FF2B5EF4-FFF2-40B4-BE49-F238E27FC236}">
                <a16:creationId xmlns:a16="http://schemas.microsoft.com/office/drawing/2014/main" id="{B90432D7-37CC-20D4-5BC9-76BE497A6F94}"/>
              </a:ext>
            </a:extLst>
          </p:cNvPr>
          <p:cNvSpPr/>
          <p:nvPr/>
        </p:nvSpPr>
        <p:spPr>
          <a:xfrm>
            <a:off x="2194560" y="4855242"/>
            <a:ext cx="1526414" cy="864207"/>
          </a:xfrm>
          <a:prstGeom prst="arc">
            <a:avLst>
              <a:gd name="adj1" fmla="val 11108524"/>
              <a:gd name="adj2" fmla="val 131651"/>
            </a:avLst>
          </a:prstGeom>
          <a:ln w="9525">
            <a:solidFill>
              <a:srgbClr val="C00000"/>
            </a:solidFill>
            <a:headEnd type="triangl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spTree>
    <p:extLst>
      <p:ext uri="{BB962C8B-B14F-4D97-AF65-F5344CB8AC3E}">
        <p14:creationId xmlns:p14="http://schemas.microsoft.com/office/powerpoint/2010/main" val="227218491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mc:AlternateContent xmlns:mc="http://schemas.openxmlformats.org/markup-compatibility/2006" xmlns:a14="http://schemas.microsoft.com/office/drawing/2010/main">
        <mc:Choice Requires="a14">
          <p:graphicFrame>
            <p:nvGraphicFramePr>
              <p:cNvPr id="10" name="표 9"/>
              <p:cNvGraphicFramePr>
                <a:graphicFrameLocks noGrp="1"/>
              </p:cNvGraphicFramePr>
              <p:nvPr/>
            </p:nvGraphicFramePr>
            <p:xfrm>
              <a:off x="930342" y="2531450"/>
              <a:ext cx="6019098" cy="3718815"/>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41513">
                    <a:tc>
                      <a:txBody>
                        <a:bodyPr/>
                        <a:lstStyle/>
                        <a:p>
                          <a:pPr algn="l" latinLnBrk="1"/>
                          <a:endParaRPr lang="ko-KR" altLang="en-US" sz="14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49850590"/>
                      </a:ext>
                    </a:extLst>
                  </a:tr>
                  <a:tr h="64151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altLang="ko-KR" sz="1400" i="1" smtClean="0">
                                    <a:latin typeface="Cambria Math" panose="02040503050406030204" pitchFamily="18" charset="0"/>
                                  </a:rPr>
                                  <m:t>𝑓</m:t>
                                </m:r>
                                <m:d>
                                  <m:dPr>
                                    <m:ctrlPr>
                                      <a:rPr lang="en-US" altLang="ko-KR" sz="1400" i="1">
                                        <a:latin typeface="Cambria Math" panose="02040503050406030204" pitchFamily="18" charset="0"/>
                                      </a:rPr>
                                    </m:ctrlPr>
                                  </m:dPr>
                                  <m:e>
                                    <m:r>
                                      <a:rPr lang="en-US" altLang="ko-KR" sz="1400" i="1">
                                        <a:latin typeface="Cambria Math" panose="02040503050406030204" pitchFamily="18" charset="0"/>
                                      </a:rPr>
                                      <m:t>𝑥</m:t>
                                    </m:r>
                                  </m:e>
                                </m:d>
                                <m:r>
                                  <a:rPr lang="en-US" altLang="ko-KR" sz="1400" b="0" i="1" smtClean="0">
                                    <a:latin typeface="Cambria Math" panose="02040503050406030204" pitchFamily="18" charset="0"/>
                                  </a:rPr>
                                  <m:t>= </m:t>
                                </m:r>
                                <m:r>
                                  <a:rPr lang="en-US" altLang="ko-KR" sz="1400" b="0" i="1" smtClean="0">
                                    <a:latin typeface="Cambria Math" panose="02040503050406030204" pitchFamily="18" charset="0"/>
                                  </a:rPr>
                                  <m:t>𝐹</m:t>
                                </m:r>
                                <m:d>
                                  <m:dPr>
                                    <m:ctrlPr>
                                      <a:rPr lang="en-US" altLang="ko-KR" sz="1400" i="1">
                                        <a:latin typeface="Cambria Math" panose="02040503050406030204" pitchFamily="18" charset="0"/>
                                      </a:rPr>
                                    </m:ctrlPr>
                                  </m:dPr>
                                  <m:e>
                                    <m:r>
                                      <a:rPr lang="en-US" altLang="ko-KR" sz="1400" i="1">
                                        <a:latin typeface="Cambria Math" panose="02040503050406030204" pitchFamily="18" charset="0"/>
                                      </a:rPr>
                                      <m:t>𝑥</m:t>
                                    </m:r>
                                  </m:e>
                                </m:d>
                                <m:r>
                                  <a:rPr lang="en-US" altLang="ko-KR" sz="1400" b="0" i="1" smtClean="0">
                                    <a:latin typeface="Cambria Math" panose="02040503050406030204" pitchFamily="18" charset="0"/>
                                  </a:rPr>
                                  <m:t>𝑔</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𝑥</m:t>
                                </m:r>
                                <m:r>
                                  <a:rPr lang="en-US" altLang="ko-KR" sz="1400" b="0" i="1" smtClean="0">
                                    <a:latin typeface="Cambria Math" panose="02040503050406030204" pitchFamily="18" charset="0"/>
                                  </a:rPr>
                                  <m:t>)</m:t>
                                </m:r>
                              </m:oMath>
                            </m:oMathPara>
                          </a14:m>
                          <a:endParaRPr lang="ko-KR" altLang="en-US" sz="14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50883624"/>
                      </a:ext>
                    </a:extLst>
                  </a:tr>
                  <a:tr h="6112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p>
                                  <m:sSupPr>
                                    <m:ctrlPr>
                                      <a:rPr lang="en-US" altLang="ko-KR" sz="1400" b="0" i="1" smtClean="0">
                                        <a:latin typeface="Cambria Math" panose="02040503050406030204" pitchFamily="18" charset="0"/>
                                      </a:rPr>
                                    </m:ctrlPr>
                                  </m:sSupPr>
                                  <m:e>
                                    <m:r>
                                      <a:rPr lang="en-US" altLang="ko-KR" sz="1400" b="0" i="1" smtClean="0">
                                        <a:latin typeface="Cambria Math" panose="02040503050406030204" pitchFamily="18" charset="0"/>
                                      </a:rPr>
                                      <m:t>𝑓</m:t>
                                    </m:r>
                                  </m:e>
                                  <m:sup>
                                    <m:r>
                                      <a:rPr lang="en-US" altLang="ko-KR" sz="1400" b="0" i="1" smtClean="0">
                                        <a:latin typeface="Cambria Math" panose="02040503050406030204" pitchFamily="18" charset="0"/>
                                      </a:rPr>
                                      <m:t>′</m:t>
                                    </m:r>
                                  </m:sup>
                                </m:sSup>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r>
                                  <a:rPr lang="en-US" altLang="ko-KR" sz="1400" b="0" i="1" smtClean="0">
                                    <a:latin typeface="Cambria Math" panose="02040503050406030204" pitchFamily="18" charset="0"/>
                                  </a:rPr>
                                  <m:t>= </m:t>
                                </m:r>
                                <m:r>
                                  <a:rPr lang="en-US" altLang="ko-KR" sz="1400" b="0" i="1" smtClean="0">
                                    <a:latin typeface="Cambria Math" panose="02040503050406030204" pitchFamily="18" charset="0"/>
                                  </a:rPr>
                                  <m:t>𝐹</m:t>
                                </m:r>
                                <m:d>
                                  <m:dPr>
                                    <m:ctrlPr>
                                      <a:rPr lang="en-US" altLang="ko-KR" sz="1400" i="1">
                                        <a:latin typeface="Cambria Math" panose="02040503050406030204" pitchFamily="18" charset="0"/>
                                      </a:rPr>
                                    </m:ctrlPr>
                                  </m:dPr>
                                  <m:e>
                                    <m:r>
                                      <a:rPr lang="en-US" altLang="ko-KR" sz="1400" i="1">
                                        <a:latin typeface="Cambria Math" panose="02040503050406030204" pitchFamily="18" charset="0"/>
                                      </a:rPr>
                                      <m:t>𝑥</m:t>
                                    </m:r>
                                  </m:e>
                                </m:d>
                                <m:sSup>
                                  <m:sSupPr>
                                    <m:ctrlPr>
                                      <a:rPr lang="en-US" altLang="ko-KR" sz="1400" b="0" i="1" smtClean="0">
                                        <a:latin typeface="Cambria Math" panose="02040503050406030204" pitchFamily="18" charset="0"/>
                                      </a:rPr>
                                    </m:ctrlPr>
                                  </m:sSupPr>
                                  <m:e>
                                    <m:r>
                                      <a:rPr lang="en-US" altLang="ko-KR" sz="1400" b="0" i="1" smtClean="0">
                                        <a:latin typeface="Cambria Math" panose="02040503050406030204" pitchFamily="18" charset="0"/>
                                      </a:rPr>
                                      <m:t>𝑔</m:t>
                                    </m:r>
                                  </m:e>
                                  <m:sup>
                                    <m:r>
                                      <a:rPr lang="en-US" altLang="ko-KR" sz="1400" b="0" i="1" smtClean="0">
                                        <a:latin typeface="Cambria Math" panose="02040503050406030204" pitchFamily="18" charset="0"/>
                                      </a:rPr>
                                      <m:t>′</m:t>
                                    </m:r>
                                  </m:sup>
                                </m:sSup>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r>
                                  <a:rPr lang="en-US" altLang="ko-KR" sz="1400" b="0" i="1" smtClean="0">
                                    <a:latin typeface="Cambria Math" panose="02040503050406030204" pitchFamily="18" charset="0"/>
                                  </a:rPr>
                                  <m:t>+</m:t>
                                </m:r>
                                <m:sSup>
                                  <m:sSupPr>
                                    <m:ctrlPr>
                                      <a:rPr lang="en-US" altLang="ko-KR" sz="1400" b="0" i="1" smtClean="0">
                                        <a:latin typeface="Cambria Math" panose="02040503050406030204" pitchFamily="18" charset="0"/>
                                      </a:rPr>
                                    </m:ctrlPr>
                                  </m:sSupPr>
                                  <m:e>
                                    <m:r>
                                      <a:rPr lang="en-US" altLang="ko-KR" sz="1400" b="0" i="1" smtClean="0">
                                        <a:latin typeface="Cambria Math" panose="02040503050406030204" pitchFamily="18" charset="0"/>
                                      </a:rPr>
                                      <m:t>𝐹</m:t>
                                    </m:r>
                                  </m:e>
                                  <m:sup>
                                    <m:r>
                                      <a:rPr lang="en-US" altLang="ko-KR" sz="1400" b="0" i="1" smtClean="0">
                                        <a:latin typeface="Cambria Math" panose="02040503050406030204" pitchFamily="18" charset="0"/>
                                      </a:rPr>
                                      <m:t>′</m:t>
                                    </m:r>
                                  </m:sup>
                                </m:sSup>
                                <m:d>
                                  <m:dPr>
                                    <m:ctrlPr>
                                      <a:rPr lang="en-US" altLang="ko-KR" sz="1400" i="1">
                                        <a:latin typeface="Cambria Math" panose="02040503050406030204" pitchFamily="18" charset="0"/>
                                      </a:rPr>
                                    </m:ctrlPr>
                                  </m:dPr>
                                  <m:e>
                                    <m:r>
                                      <a:rPr lang="en-US" altLang="ko-KR" sz="1400" i="1">
                                        <a:latin typeface="Cambria Math" panose="02040503050406030204" pitchFamily="18" charset="0"/>
                                      </a:rPr>
                                      <m:t>𝑥</m:t>
                                    </m:r>
                                  </m:e>
                                </m:d>
                                <m:r>
                                  <a:rPr lang="en-US" altLang="ko-KR" sz="1400" b="0" i="1" smtClean="0">
                                    <a:latin typeface="Cambria Math" panose="02040503050406030204" pitchFamily="18" charset="0"/>
                                  </a:rPr>
                                  <m:t>𝑔</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𝑥</m:t>
                                </m:r>
                                <m:r>
                                  <a:rPr lang="en-US" altLang="ko-KR" sz="1400" b="0" i="1" smtClean="0">
                                    <a:latin typeface="Cambria Math" panose="02040503050406030204" pitchFamily="18" charset="0"/>
                                  </a:rPr>
                                  <m:t>)</m:t>
                                </m:r>
                              </m:oMath>
                            </m:oMathPara>
                          </a14:m>
                          <a:endParaRPr lang="ko-KR" altLang="en-US" sz="14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9591821"/>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p>
                                  <m:sSupPr>
                                    <m:ctrlPr>
                                      <a:rPr lang="en-US" altLang="ko-KR" sz="1400" b="0" i="1" smtClean="0">
                                        <a:latin typeface="Cambria Math" panose="02040503050406030204" pitchFamily="18" charset="0"/>
                                      </a:rPr>
                                    </m:ctrlPr>
                                  </m:sSupPr>
                                  <m:e>
                                    <m:r>
                                      <a:rPr lang="en-US" altLang="ko-KR" sz="1400" b="0" i="1" smtClean="0">
                                        <a:latin typeface="Cambria Math" panose="02040503050406030204" pitchFamily="18" charset="0"/>
                                      </a:rPr>
                                      <m:t>𝐹</m:t>
                                    </m:r>
                                  </m:e>
                                  <m:sup>
                                    <m:r>
                                      <a:rPr lang="en-US" altLang="ko-KR" sz="1400" b="0" i="1" smtClean="0">
                                        <a:latin typeface="Cambria Math" panose="02040503050406030204" pitchFamily="18" charset="0"/>
                                      </a:rPr>
                                      <m:t>′</m:t>
                                    </m:r>
                                  </m:sup>
                                </m:sSup>
                                <m:d>
                                  <m:dPr>
                                    <m:ctrlPr>
                                      <a:rPr lang="en-US" altLang="ko-KR" sz="1400" i="1">
                                        <a:latin typeface="Cambria Math" panose="02040503050406030204" pitchFamily="18" charset="0"/>
                                      </a:rPr>
                                    </m:ctrlPr>
                                  </m:dPr>
                                  <m:e>
                                    <m:r>
                                      <a:rPr lang="en-US" altLang="ko-KR" sz="1400" i="1">
                                        <a:latin typeface="Cambria Math" panose="02040503050406030204" pitchFamily="18" charset="0"/>
                                      </a:rPr>
                                      <m:t>𝑥</m:t>
                                    </m:r>
                                  </m:e>
                                </m:d>
                                <m:r>
                                  <a:rPr lang="en-US" altLang="ko-KR" sz="1400" smtClean="0">
                                    <a:latin typeface="Cambria Math" panose="02040503050406030204" pitchFamily="18" charset="0"/>
                                  </a:rPr>
                                  <m:t>=</m:t>
                                </m:r>
                                <m:f>
                                  <m:fPr>
                                    <m:ctrlPr>
                                      <a:rPr lang="en-US" altLang="ko-KR" sz="1400" i="1" smtClean="0">
                                        <a:latin typeface="Cambria Math" panose="02040503050406030204" pitchFamily="18" charset="0"/>
                                      </a:rPr>
                                    </m:ctrlPr>
                                  </m:fPr>
                                  <m:num>
                                    <m:sSup>
                                      <m:sSupPr>
                                        <m:ctrlPr>
                                          <a:rPr lang="en-US" altLang="ko-KR" sz="1400" i="1" smtClean="0">
                                            <a:latin typeface="Cambria Math" panose="02040503050406030204" pitchFamily="18" charset="0"/>
                                          </a:rPr>
                                        </m:ctrlPr>
                                      </m:sSupPr>
                                      <m:e>
                                        <m:r>
                                          <a:rPr lang="en-US" altLang="ko-KR" sz="1400" i="1">
                                            <a:latin typeface="Cambria Math" panose="02040503050406030204" pitchFamily="18" charset="0"/>
                                          </a:rPr>
                                          <m:t>𝑓</m:t>
                                        </m:r>
                                      </m:e>
                                      <m:sup>
                                        <m:r>
                                          <a:rPr lang="en-US" altLang="ko-KR" sz="1400" i="1">
                                            <a:latin typeface="Cambria Math" panose="02040503050406030204" pitchFamily="18" charset="0"/>
                                          </a:rPr>
                                          <m:t>′</m:t>
                                        </m:r>
                                      </m:sup>
                                    </m:sSup>
                                    <m:d>
                                      <m:dPr>
                                        <m:ctrlPr>
                                          <a:rPr lang="en-US" altLang="ko-KR" sz="1400" i="1">
                                            <a:latin typeface="Cambria Math" panose="02040503050406030204" pitchFamily="18" charset="0"/>
                                          </a:rPr>
                                        </m:ctrlPr>
                                      </m:dPr>
                                      <m:e>
                                        <m:r>
                                          <a:rPr lang="en-US" altLang="ko-KR" sz="1400" i="1">
                                            <a:latin typeface="Cambria Math" panose="02040503050406030204" pitchFamily="18" charset="0"/>
                                          </a:rPr>
                                          <m:t>𝑥</m:t>
                                        </m:r>
                                      </m:e>
                                    </m:d>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𝐹</m:t>
                                    </m:r>
                                    <m:d>
                                      <m:dPr>
                                        <m:ctrlPr>
                                          <a:rPr lang="en-US" altLang="ko-KR" sz="1400" i="1">
                                            <a:latin typeface="Cambria Math" panose="02040503050406030204" pitchFamily="18" charset="0"/>
                                          </a:rPr>
                                        </m:ctrlPr>
                                      </m:dPr>
                                      <m:e>
                                        <m:r>
                                          <a:rPr lang="en-US" altLang="ko-KR" sz="1400" i="1">
                                            <a:latin typeface="Cambria Math" panose="02040503050406030204" pitchFamily="18" charset="0"/>
                                          </a:rPr>
                                          <m:t>𝑥</m:t>
                                        </m:r>
                                      </m:e>
                                    </m:d>
                                    <m:sSup>
                                      <m:sSupPr>
                                        <m:ctrlPr>
                                          <a:rPr lang="en-US" altLang="ko-KR" sz="1400" b="0" i="1" smtClean="0">
                                            <a:latin typeface="Cambria Math" panose="02040503050406030204" pitchFamily="18" charset="0"/>
                                          </a:rPr>
                                        </m:ctrlPr>
                                      </m:sSupPr>
                                      <m:e>
                                        <m:r>
                                          <a:rPr lang="en-US" altLang="ko-KR" sz="1400" b="0" i="1" smtClean="0">
                                            <a:latin typeface="Cambria Math" panose="02040503050406030204" pitchFamily="18" charset="0"/>
                                          </a:rPr>
                                          <m:t>𝑔</m:t>
                                        </m:r>
                                      </m:e>
                                      <m:sup>
                                        <m:r>
                                          <a:rPr lang="en-US" altLang="ko-KR" sz="1400" b="0" i="1" smtClean="0">
                                            <a:latin typeface="Cambria Math" panose="02040503050406030204" pitchFamily="18" charset="0"/>
                                          </a:rPr>
                                          <m:t>′</m:t>
                                        </m:r>
                                      </m:sup>
                                    </m:sSup>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num>
                                  <m:den>
                                    <m:r>
                                      <a:rPr lang="en-US" altLang="ko-KR" sz="1400" b="0" i="1" smtClean="0">
                                        <a:latin typeface="Cambria Math" panose="02040503050406030204" pitchFamily="18" charset="0"/>
                                      </a:rPr>
                                      <m:t>𝑔</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𝑥</m:t>
                                    </m:r>
                                    <m:r>
                                      <a:rPr lang="en-US" altLang="ko-KR" sz="1400" b="0" i="1" smtClean="0">
                                        <a:latin typeface="Cambria Math" panose="02040503050406030204" pitchFamily="18" charset="0"/>
                                      </a:rPr>
                                      <m:t>)</m:t>
                                    </m:r>
                                  </m:den>
                                </m:f>
                              </m:oMath>
                            </m:oMathPara>
                          </a14:m>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71924127"/>
                      </a:ext>
                    </a:extLst>
                  </a:tr>
                  <a:tr h="549223">
                    <a:tc>
                      <a:txBody>
                        <a:bodyPr/>
                        <a:lstStyle/>
                        <a:p>
                          <a:pPr algn="l" latinLnBrk="1"/>
                          <a14:m>
                            <m:oMathPara xmlns:m="http://schemas.openxmlformats.org/officeDocument/2006/math">
                              <m:oMathParaPr>
                                <m:jc m:val="left"/>
                              </m:oMathParaPr>
                              <m:oMath xmlns:m="http://schemas.openxmlformats.org/officeDocument/2006/math">
                                <m:r>
                                  <a:rPr lang="en-US" altLang="ko-KR" sz="1400" smtClean="0">
                                    <a:latin typeface="Cambria Math" panose="02040503050406030204" pitchFamily="18" charset="0"/>
                                  </a:rPr>
                                  <m:t>=</m:t>
                                </m:r>
                                <m:f>
                                  <m:fPr>
                                    <m:ctrlPr>
                                      <a:rPr lang="en-US" altLang="ko-KR" sz="1400" i="1" smtClean="0">
                                        <a:latin typeface="Cambria Math" panose="02040503050406030204" pitchFamily="18" charset="0"/>
                                      </a:rPr>
                                    </m:ctrlPr>
                                  </m:fPr>
                                  <m:num>
                                    <m:sSup>
                                      <m:sSupPr>
                                        <m:ctrlPr>
                                          <a:rPr lang="en-US" altLang="ko-KR" sz="1400" i="1" smtClean="0">
                                            <a:latin typeface="Cambria Math" panose="02040503050406030204" pitchFamily="18" charset="0"/>
                                          </a:rPr>
                                        </m:ctrlPr>
                                      </m:sSupPr>
                                      <m:e>
                                        <m:r>
                                          <a:rPr lang="en-US" altLang="ko-KR" sz="1400" i="1">
                                            <a:latin typeface="Cambria Math" panose="02040503050406030204" pitchFamily="18" charset="0"/>
                                          </a:rPr>
                                          <m:t>𝑓</m:t>
                                        </m:r>
                                      </m:e>
                                      <m:sup>
                                        <m:r>
                                          <a:rPr lang="en-US" altLang="ko-KR" sz="1400" i="1">
                                            <a:latin typeface="Cambria Math" panose="02040503050406030204" pitchFamily="18" charset="0"/>
                                          </a:rPr>
                                          <m:t>′</m:t>
                                        </m:r>
                                      </m:sup>
                                    </m:sSup>
                                    <m:d>
                                      <m:dPr>
                                        <m:ctrlPr>
                                          <a:rPr lang="en-US" altLang="ko-KR" sz="1400" i="1">
                                            <a:latin typeface="Cambria Math" panose="02040503050406030204" pitchFamily="18" charset="0"/>
                                          </a:rPr>
                                        </m:ctrlPr>
                                      </m:dPr>
                                      <m:e>
                                        <m:r>
                                          <a:rPr lang="en-US" altLang="ko-KR" sz="1400" i="1">
                                            <a:latin typeface="Cambria Math" panose="02040503050406030204" pitchFamily="18" charset="0"/>
                                          </a:rPr>
                                          <m:t>𝑥</m:t>
                                        </m:r>
                                      </m:e>
                                    </m:d>
                                    <m:r>
                                      <a:rPr lang="en-US" altLang="ko-KR" sz="1400" b="0" i="1" smtClean="0">
                                        <a:latin typeface="Cambria Math" panose="02040503050406030204" pitchFamily="18" charset="0"/>
                                      </a:rPr>
                                      <m:t>−</m:t>
                                    </m:r>
                                    <m:f>
                                      <m:fPr>
                                        <m:ctrlPr>
                                          <a:rPr lang="en-US" altLang="ko-KR" sz="1400" i="1" smtClean="0">
                                            <a:latin typeface="Cambria Math" panose="02040503050406030204" pitchFamily="18" charset="0"/>
                                          </a:rPr>
                                        </m:ctrlPr>
                                      </m:fPr>
                                      <m:num>
                                        <m:r>
                                          <a:rPr lang="en-US" altLang="ko-KR" sz="1400" i="1">
                                            <a:latin typeface="Cambria Math" panose="02040503050406030204" pitchFamily="18" charset="0"/>
                                          </a:rPr>
                                          <m:t>𝑓</m:t>
                                        </m:r>
                                        <m:d>
                                          <m:dPr>
                                            <m:ctrlPr>
                                              <a:rPr lang="en-US" altLang="ko-KR" sz="1400" i="1">
                                                <a:latin typeface="Cambria Math" panose="02040503050406030204" pitchFamily="18" charset="0"/>
                                              </a:rPr>
                                            </m:ctrlPr>
                                          </m:dPr>
                                          <m:e>
                                            <m:r>
                                              <a:rPr lang="en-US" altLang="ko-KR" sz="1400" i="1">
                                                <a:latin typeface="Cambria Math" panose="02040503050406030204" pitchFamily="18" charset="0"/>
                                              </a:rPr>
                                              <m:t>𝑥</m:t>
                                            </m:r>
                                          </m:e>
                                        </m:d>
                                      </m:num>
                                      <m:den>
                                        <m:r>
                                          <a:rPr lang="en-US" altLang="ko-KR" sz="1400" b="0" i="1" smtClean="0">
                                            <a:latin typeface="Cambria Math" panose="02040503050406030204" pitchFamily="18" charset="0"/>
                                          </a:rPr>
                                          <m:t>𝑔</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𝑥</m:t>
                                        </m:r>
                                        <m:r>
                                          <a:rPr lang="en-US" altLang="ko-KR" sz="1400" b="0" i="1" smtClean="0">
                                            <a:latin typeface="Cambria Math" panose="02040503050406030204" pitchFamily="18" charset="0"/>
                                          </a:rPr>
                                          <m:t>)</m:t>
                                        </m:r>
                                      </m:den>
                                    </m:f>
                                    <m:sSup>
                                      <m:sSupPr>
                                        <m:ctrlPr>
                                          <a:rPr lang="en-US" altLang="ko-KR" sz="1400" b="0" i="1" smtClean="0">
                                            <a:latin typeface="Cambria Math" panose="02040503050406030204" pitchFamily="18" charset="0"/>
                                          </a:rPr>
                                        </m:ctrlPr>
                                      </m:sSupPr>
                                      <m:e>
                                        <m:r>
                                          <a:rPr lang="en-US" altLang="ko-KR" sz="1400" b="0" i="1" smtClean="0">
                                            <a:latin typeface="Cambria Math" panose="02040503050406030204" pitchFamily="18" charset="0"/>
                                          </a:rPr>
                                          <m:t>𝑔</m:t>
                                        </m:r>
                                      </m:e>
                                      <m:sup>
                                        <m:r>
                                          <a:rPr lang="en-US" altLang="ko-KR" sz="1400" b="0" i="1" smtClean="0">
                                            <a:latin typeface="Cambria Math" panose="02040503050406030204" pitchFamily="18" charset="0"/>
                                          </a:rPr>
                                          <m:t>′</m:t>
                                        </m:r>
                                      </m:sup>
                                    </m:sSup>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num>
                                  <m:den>
                                    <m:r>
                                      <a:rPr lang="en-US" altLang="ko-KR" sz="1400" b="0" i="1" smtClean="0">
                                        <a:latin typeface="Cambria Math" panose="02040503050406030204" pitchFamily="18" charset="0"/>
                                      </a:rPr>
                                      <m:t>𝑔</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𝑥</m:t>
                                    </m:r>
                                    <m:r>
                                      <a:rPr lang="en-US" altLang="ko-KR" sz="1400" b="0" i="1" smtClean="0">
                                        <a:latin typeface="Cambria Math" panose="02040503050406030204" pitchFamily="18" charset="0"/>
                                      </a:rPr>
                                      <m:t>)</m:t>
                                    </m:r>
                                  </m:den>
                                </m:f>
                                <m:r>
                                  <a:rPr lang="en-US" altLang="ko-KR" sz="1400" b="0" i="1" smtClean="0">
                                    <a:latin typeface="Cambria Math" panose="02040503050406030204" pitchFamily="18" charset="0"/>
                                  </a:rPr>
                                  <m:t> ,  </m:t>
                                </m:r>
                                <m:r>
                                  <a:rPr lang="en-US" altLang="ko-KR" sz="1400" b="0" i="1" smtClean="0">
                                    <a:latin typeface="Cambria Math" panose="02040503050406030204" pitchFamily="18" charset="0"/>
                                  </a:rPr>
                                  <m:t>𝑠𝑖𝑛𝑐𝑒</m:t>
                                </m:r>
                                <m:r>
                                  <a:rPr lang="en-US" altLang="ko-KR" sz="1400" b="0" i="1" smtClean="0">
                                    <a:latin typeface="Cambria Math" panose="02040503050406030204" pitchFamily="18" charset="0"/>
                                  </a:rPr>
                                  <m:t> </m:t>
                                </m:r>
                                <m:r>
                                  <a:rPr lang="en-US" altLang="ko-KR" sz="1400" b="0" i="1" smtClean="0">
                                    <a:latin typeface="Cambria Math" panose="02040503050406030204" pitchFamily="18" charset="0"/>
                                  </a:rPr>
                                  <m:t>𝐹</m:t>
                                </m:r>
                                <m:d>
                                  <m:dPr>
                                    <m:ctrlPr>
                                      <a:rPr lang="en-US" altLang="ko-KR" sz="1400" i="1">
                                        <a:latin typeface="Cambria Math" panose="02040503050406030204" pitchFamily="18" charset="0"/>
                                      </a:rPr>
                                    </m:ctrlPr>
                                  </m:dPr>
                                  <m:e>
                                    <m:r>
                                      <a:rPr lang="en-US" altLang="ko-KR" sz="1400" i="1">
                                        <a:latin typeface="Cambria Math" panose="02040503050406030204" pitchFamily="18" charset="0"/>
                                      </a:rPr>
                                      <m:t>𝑥</m:t>
                                    </m:r>
                                  </m:e>
                                </m:d>
                                <m:r>
                                  <a:rPr lang="en-US" altLang="ko-KR" sz="1400" i="1">
                                    <a:latin typeface="Cambria Math" panose="02040503050406030204" pitchFamily="18" charset="0"/>
                                  </a:rPr>
                                  <m:t>=</m:t>
                                </m:r>
                                <m:f>
                                  <m:fPr>
                                    <m:ctrlPr>
                                      <a:rPr lang="en-US" altLang="ko-KR" sz="1400" i="1" smtClean="0">
                                        <a:latin typeface="Cambria Math" panose="02040503050406030204" pitchFamily="18" charset="0"/>
                                      </a:rPr>
                                    </m:ctrlPr>
                                  </m:fPr>
                                  <m:num>
                                    <m:r>
                                      <a:rPr lang="en-US" altLang="ko-KR" sz="1400" i="1">
                                        <a:latin typeface="Cambria Math" panose="02040503050406030204" pitchFamily="18" charset="0"/>
                                      </a:rPr>
                                      <m:t>𝑓</m:t>
                                    </m:r>
                                    <m:d>
                                      <m:dPr>
                                        <m:ctrlPr>
                                          <a:rPr lang="en-US" altLang="ko-KR" sz="1400" i="1">
                                            <a:latin typeface="Cambria Math" panose="02040503050406030204" pitchFamily="18" charset="0"/>
                                          </a:rPr>
                                        </m:ctrlPr>
                                      </m:dPr>
                                      <m:e>
                                        <m:r>
                                          <a:rPr lang="en-US" altLang="ko-KR" sz="1400" i="1">
                                            <a:latin typeface="Cambria Math" panose="02040503050406030204" pitchFamily="18" charset="0"/>
                                          </a:rPr>
                                          <m:t>𝑥</m:t>
                                        </m:r>
                                      </m:e>
                                    </m:d>
                                  </m:num>
                                  <m:den>
                                    <m:r>
                                      <a:rPr lang="en-US" altLang="ko-KR" sz="1400" b="0" i="1" smtClean="0">
                                        <a:latin typeface="Cambria Math" panose="02040503050406030204" pitchFamily="18" charset="0"/>
                                      </a:rPr>
                                      <m:t>𝑔</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𝑥</m:t>
                                    </m:r>
                                    <m:r>
                                      <a:rPr lang="en-US" altLang="ko-KR" sz="1400" b="0" i="1" smtClean="0">
                                        <a:latin typeface="Cambria Math" panose="02040503050406030204" pitchFamily="18" charset="0"/>
                                      </a:rPr>
                                      <m:t>)</m:t>
                                    </m:r>
                                  </m:den>
                                </m:f>
                              </m:oMath>
                            </m:oMathPara>
                          </a14:m>
                          <a:endParaRPr lang="ko-KR" altLang="en-US" sz="14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67915854"/>
                      </a:ext>
                    </a:extLst>
                  </a:tr>
                  <a:tr h="5492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altLang="ko-KR" sz="1400" smtClean="0">
                                    <a:latin typeface="Cambria Math" panose="02040503050406030204" pitchFamily="18" charset="0"/>
                                  </a:rPr>
                                  <m:t>=</m:t>
                                </m:r>
                                <m:f>
                                  <m:fPr>
                                    <m:ctrlPr>
                                      <a:rPr lang="en-US" altLang="ko-KR" sz="1400" i="1" smtClean="0">
                                        <a:latin typeface="Cambria Math" panose="02040503050406030204" pitchFamily="18" charset="0"/>
                                      </a:rPr>
                                    </m:ctrlPr>
                                  </m:fPr>
                                  <m:num>
                                    <m:sSup>
                                      <m:sSupPr>
                                        <m:ctrlPr>
                                          <a:rPr lang="en-US" altLang="ko-KR" sz="1400" i="1" smtClean="0">
                                            <a:latin typeface="Cambria Math" panose="02040503050406030204" pitchFamily="18" charset="0"/>
                                          </a:rPr>
                                        </m:ctrlPr>
                                      </m:sSupPr>
                                      <m:e>
                                        <m:r>
                                          <a:rPr lang="en-US" altLang="ko-KR" sz="1400" i="1">
                                            <a:latin typeface="Cambria Math" panose="02040503050406030204" pitchFamily="18" charset="0"/>
                                          </a:rPr>
                                          <m:t>𝑓</m:t>
                                        </m:r>
                                      </m:e>
                                      <m:sup>
                                        <m:r>
                                          <a:rPr lang="en-US" altLang="ko-KR" sz="1400" i="1">
                                            <a:latin typeface="Cambria Math" panose="02040503050406030204" pitchFamily="18" charset="0"/>
                                          </a:rPr>
                                          <m:t>′</m:t>
                                        </m:r>
                                      </m:sup>
                                    </m:sSup>
                                    <m:d>
                                      <m:dPr>
                                        <m:ctrlPr>
                                          <a:rPr lang="en-US" altLang="ko-KR" sz="1400" i="1">
                                            <a:latin typeface="Cambria Math" panose="02040503050406030204" pitchFamily="18" charset="0"/>
                                          </a:rPr>
                                        </m:ctrlPr>
                                      </m:dPr>
                                      <m:e>
                                        <m:r>
                                          <a:rPr lang="en-US" altLang="ko-KR" sz="1400" i="1">
                                            <a:latin typeface="Cambria Math" panose="02040503050406030204" pitchFamily="18" charset="0"/>
                                          </a:rPr>
                                          <m:t>𝑥</m:t>
                                        </m:r>
                                      </m:e>
                                    </m:d>
                                    <m:r>
                                      <a:rPr lang="en-US" altLang="ko-KR" sz="1400" b="0" i="1" smtClean="0">
                                        <a:latin typeface="Cambria Math" panose="02040503050406030204" pitchFamily="18" charset="0"/>
                                      </a:rPr>
                                      <m:t>𝑔</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𝑥</m:t>
                                    </m:r>
                                    <m:r>
                                      <a:rPr lang="en-US" altLang="ko-KR" sz="1400" b="0" i="1" smtClean="0">
                                        <a:latin typeface="Cambria Math" panose="02040503050406030204" pitchFamily="18" charset="0"/>
                                      </a:rPr>
                                      <m:t>)−</m:t>
                                    </m:r>
                                    <m:r>
                                      <a:rPr lang="en-US" altLang="ko-KR" sz="1400" b="0" i="1" smtClean="0">
                                        <a:latin typeface="Cambria Math" panose="02040503050406030204" pitchFamily="18" charset="0"/>
                                      </a:rPr>
                                      <m:t>𝑓</m:t>
                                    </m:r>
                                    <m:d>
                                      <m:dPr>
                                        <m:ctrlPr>
                                          <a:rPr lang="en-US" altLang="ko-KR" sz="1400" i="1">
                                            <a:latin typeface="Cambria Math" panose="02040503050406030204" pitchFamily="18" charset="0"/>
                                          </a:rPr>
                                        </m:ctrlPr>
                                      </m:dPr>
                                      <m:e>
                                        <m:r>
                                          <a:rPr lang="en-US" altLang="ko-KR" sz="1400" i="1">
                                            <a:latin typeface="Cambria Math" panose="02040503050406030204" pitchFamily="18" charset="0"/>
                                          </a:rPr>
                                          <m:t>𝑥</m:t>
                                        </m:r>
                                      </m:e>
                                    </m:d>
                                    <m:sSup>
                                      <m:sSupPr>
                                        <m:ctrlPr>
                                          <a:rPr lang="en-US" altLang="ko-KR" sz="1400" b="0" i="1" smtClean="0">
                                            <a:latin typeface="Cambria Math" panose="02040503050406030204" pitchFamily="18" charset="0"/>
                                          </a:rPr>
                                        </m:ctrlPr>
                                      </m:sSupPr>
                                      <m:e>
                                        <m:r>
                                          <a:rPr lang="en-US" altLang="ko-KR" sz="1400" b="0" i="1" smtClean="0">
                                            <a:latin typeface="Cambria Math" panose="02040503050406030204" pitchFamily="18" charset="0"/>
                                          </a:rPr>
                                          <m:t>𝑔</m:t>
                                        </m:r>
                                      </m:e>
                                      <m:sup>
                                        <m:r>
                                          <a:rPr lang="en-US" altLang="ko-KR" sz="1400" b="0" i="1" smtClean="0">
                                            <a:latin typeface="Cambria Math" panose="02040503050406030204" pitchFamily="18" charset="0"/>
                                          </a:rPr>
                                          <m:t>′</m:t>
                                        </m:r>
                                      </m:sup>
                                    </m:sSup>
                                    <m:d>
                                      <m:dPr>
                                        <m:ctrlPr>
                                          <a:rPr lang="en-US" altLang="ko-KR" sz="1400" b="0" i="1" smtClean="0">
                                            <a:latin typeface="Cambria Math" panose="02040503050406030204" pitchFamily="18" charset="0"/>
                                          </a:rPr>
                                        </m:ctrlPr>
                                      </m:dPr>
                                      <m:e>
                                        <m:r>
                                          <a:rPr lang="en-US" altLang="ko-KR" sz="1400" b="0" i="1" smtClean="0">
                                            <a:latin typeface="Cambria Math" panose="02040503050406030204" pitchFamily="18" charset="0"/>
                                          </a:rPr>
                                          <m:t>𝑥</m:t>
                                        </m:r>
                                      </m:e>
                                    </m:d>
                                  </m:num>
                                  <m:den>
                                    <m:sSup>
                                      <m:sSupPr>
                                        <m:ctrlPr>
                                          <a:rPr lang="en-US" altLang="ko-KR" sz="1400" i="1" smtClean="0">
                                            <a:latin typeface="Cambria Math" panose="02040503050406030204" pitchFamily="18" charset="0"/>
                                          </a:rPr>
                                        </m:ctrlPr>
                                      </m:sSupPr>
                                      <m:e>
                                        <m:d>
                                          <m:dPr>
                                            <m:begChr m:val="["/>
                                            <m:endChr m:val="]"/>
                                            <m:ctrlPr>
                                              <a:rPr lang="en-US" altLang="ko-KR" sz="1400" i="1" smtClean="0">
                                                <a:latin typeface="Cambria Math" panose="02040503050406030204" pitchFamily="18" charset="0"/>
                                              </a:rPr>
                                            </m:ctrlPr>
                                          </m:dPr>
                                          <m:e>
                                            <m:r>
                                              <a:rPr lang="en-US" altLang="ko-KR" sz="1400" i="1">
                                                <a:latin typeface="Cambria Math" panose="02040503050406030204" pitchFamily="18" charset="0"/>
                                              </a:rPr>
                                              <m:t>𝑔</m:t>
                                            </m:r>
                                            <m:d>
                                              <m:dPr>
                                                <m:ctrlPr>
                                                  <a:rPr lang="en-US" altLang="ko-KR" sz="1400" i="1">
                                                    <a:latin typeface="Cambria Math" panose="02040503050406030204" pitchFamily="18" charset="0"/>
                                                  </a:rPr>
                                                </m:ctrlPr>
                                              </m:dPr>
                                              <m:e>
                                                <m:r>
                                                  <a:rPr lang="en-US" altLang="ko-KR" sz="1400" i="1">
                                                    <a:latin typeface="Cambria Math" panose="02040503050406030204" pitchFamily="18" charset="0"/>
                                                  </a:rPr>
                                                  <m:t>𝑥</m:t>
                                                </m:r>
                                              </m:e>
                                            </m:d>
                                          </m:e>
                                        </m:d>
                                      </m:e>
                                      <m:sup>
                                        <m:r>
                                          <a:rPr lang="en-US" altLang="ko-KR" sz="1400" b="0" i="1" smtClean="0">
                                            <a:latin typeface="Cambria Math" panose="02040503050406030204" pitchFamily="18" charset="0"/>
                                          </a:rPr>
                                          <m:t>2</m:t>
                                        </m:r>
                                      </m:sup>
                                    </m:sSup>
                                  </m:den>
                                </m:f>
                              </m:oMath>
                            </m:oMathPara>
                          </a14:m>
                          <a:endParaRPr lang="ko-KR"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33410646"/>
                      </a:ext>
                    </a:extLst>
                  </a:tr>
                </a:tbl>
              </a:graphicData>
            </a:graphic>
          </p:graphicFrame>
        </mc:Choice>
        <mc:Fallback xmlns="">
          <p:graphicFrame>
            <p:nvGraphicFramePr>
              <p:cNvPr id="10" name="표 9"/>
              <p:cNvGraphicFramePr>
                <a:graphicFrameLocks noGrp="1"/>
              </p:cNvGraphicFramePr>
              <p:nvPr>
                <p:extLst>
                  <p:ext uri="{D42A27DB-BD31-4B8C-83A1-F6EECF244321}">
                    <p14:modId xmlns:p14="http://schemas.microsoft.com/office/powerpoint/2010/main" val="2618519203"/>
                  </p:ext>
                </p:extLst>
              </p:nvPr>
            </p:nvGraphicFramePr>
            <p:xfrm>
              <a:off x="930342" y="2531450"/>
              <a:ext cx="6019098" cy="3718815"/>
            </p:xfrm>
            <a:graphic>
              <a:graphicData uri="http://schemas.openxmlformats.org/drawingml/2006/table">
                <a:tbl>
                  <a:tblPr firstRow="1" bandRow="1">
                    <a:tableStyleId>{2D5ABB26-0587-4C30-8999-92F81FD0307C}</a:tableStyleId>
                  </a:tblPr>
                  <a:tblGrid>
                    <a:gridCol w="6019098">
                      <a:extLst>
                        <a:ext uri="{9D8B030D-6E8A-4147-A177-3AD203B41FA5}">
                          <a16:colId xmlns:a16="http://schemas.microsoft.com/office/drawing/2014/main" val="4069948701"/>
                        </a:ext>
                      </a:extLst>
                    </a:gridCol>
                  </a:tblGrid>
                  <a:tr h="641513">
                    <a:tc>
                      <a:txBody>
                        <a:bodyPr/>
                        <a:lstStyle/>
                        <a:p>
                          <a:pPr algn="l" latinLnBrk="1"/>
                          <a:endParaRPr lang="ko-KR" altLang="en-US" sz="1400" i="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49850590"/>
                      </a:ext>
                    </a:extLst>
                  </a:tr>
                  <a:tr h="641513">
                    <a:tc>
                      <a:txBody>
                        <a:bodyPr/>
                        <a:lstStyle/>
                        <a:p>
                          <a:endParaRPr lang="ko-K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99057" b="-378302"/>
                          </a:stretch>
                        </a:blipFill>
                      </a:tcPr>
                    </a:tc>
                    <a:extLst>
                      <a:ext uri="{0D108BD9-81ED-4DB2-BD59-A6C34878D82A}">
                        <a16:rowId xmlns:a16="http://schemas.microsoft.com/office/drawing/2014/main" val="450883624"/>
                      </a:ext>
                    </a:extLst>
                  </a:tr>
                  <a:tr h="611220">
                    <a:tc>
                      <a:txBody>
                        <a:bodyPr/>
                        <a:lstStyle/>
                        <a:p>
                          <a:endParaRPr lang="ko-K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211000" b="-301000"/>
                          </a:stretch>
                        </a:blipFill>
                      </a:tcPr>
                    </a:tc>
                    <a:extLst>
                      <a:ext uri="{0D108BD9-81ED-4DB2-BD59-A6C34878D82A}">
                        <a16:rowId xmlns:a16="http://schemas.microsoft.com/office/drawing/2014/main" val="549591821"/>
                      </a:ext>
                    </a:extLst>
                  </a:tr>
                  <a:tr h="549223">
                    <a:tc>
                      <a:txBody>
                        <a:bodyPr/>
                        <a:lstStyle/>
                        <a:p>
                          <a:endParaRPr lang="ko-K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345556" b="-234444"/>
                          </a:stretch>
                        </a:blipFill>
                      </a:tcPr>
                    </a:tc>
                    <a:extLst>
                      <a:ext uri="{0D108BD9-81ED-4DB2-BD59-A6C34878D82A}">
                        <a16:rowId xmlns:a16="http://schemas.microsoft.com/office/drawing/2014/main" val="2571924127"/>
                      </a:ext>
                    </a:extLst>
                  </a:tr>
                  <a:tr h="726123">
                    <a:tc>
                      <a:txBody>
                        <a:bodyPr/>
                        <a:lstStyle/>
                        <a:p>
                          <a:endParaRPr lang="ko-K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334167" b="-75833"/>
                          </a:stretch>
                        </a:blipFill>
                      </a:tcPr>
                    </a:tc>
                    <a:extLst>
                      <a:ext uri="{0D108BD9-81ED-4DB2-BD59-A6C34878D82A}">
                        <a16:rowId xmlns:a16="http://schemas.microsoft.com/office/drawing/2014/main" val="2867915854"/>
                      </a:ext>
                    </a:extLst>
                  </a:tr>
                  <a:tr h="549223">
                    <a:tc>
                      <a:txBody>
                        <a:bodyPr/>
                        <a:lstStyle/>
                        <a:p>
                          <a:endParaRPr lang="ko-K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578889" b="-1111"/>
                          </a:stretch>
                        </a:blipFill>
                      </a:tcPr>
                    </a:tc>
                    <a:extLst>
                      <a:ext uri="{0D108BD9-81ED-4DB2-BD59-A6C34878D82A}">
                        <a16:rowId xmlns:a16="http://schemas.microsoft.com/office/drawing/2014/main" val="2333410646"/>
                      </a:ext>
                    </a:extLst>
                  </a:tr>
                </a:tbl>
              </a:graphicData>
            </a:graphic>
          </p:graphicFrame>
        </mc:Fallback>
      </mc:AlternateContent>
      <mc:AlternateContent xmlns:mc="http://schemas.openxmlformats.org/markup-compatibility/2006" xmlns:a14="http://schemas.microsoft.com/office/drawing/2010/main">
        <mc:Choice Requires="a14">
          <p:sp>
            <p:nvSpPr>
              <p:cNvPr id="7" name="TextBox 6"/>
              <p:cNvSpPr txBox="1"/>
              <p:nvPr/>
            </p:nvSpPr>
            <p:spPr>
              <a:xfrm>
                <a:off x="918754" y="1356592"/>
                <a:ext cx="7371805" cy="1166858"/>
              </a:xfrm>
              <a:prstGeom prst="rect">
                <a:avLst/>
              </a:prstGeom>
              <a:noFill/>
            </p:spPr>
            <p:txBody>
              <a:bodyPr wrap="square" lIns="0" tIns="0" rIns="0" bIns="0" rtlCol="0">
                <a:spAutoFit/>
              </a:bodyPr>
              <a:lstStyle/>
              <a:p>
                <a:r>
                  <a:rPr lang="ko-KR" altLang="en-US" sz="2000" dirty="0"/>
                  <a:t>⑨</a:t>
                </a:r>
                <a14:m>
                  <m:oMath xmlns:m="http://schemas.openxmlformats.org/officeDocument/2006/math">
                    <m:sSup>
                      <m:sSupPr>
                        <m:ctrlPr>
                          <a:rPr lang="en-US" altLang="ko-KR" sz="2000" i="1">
                            <a:latin typeface="Cambria Math" panose="02040503050406030204" pitchFamily="18" charset="0"/>
                          </a:rPr>
                        </m:ctrlPr>
                      </m:sSupPr>
                      <m:e>
                        <m:r>
                          <a:rPr lang="en-US" altLang="ko-KR" sz="2000" b="0" i="1" smtClean="0">
                            <a:latin typeface="Cambria Math" panose="02040503050406030204" pitchFamily="18" charset="0"/>
                          </a:rPr>
                          <m:t>𝐹</m:t>
                        </m:r>
                      </m:e>
                      <m:sup>
                        <m:r>
                          <a:rPr lang="en-US" altLang="ko-KR" sz="2000" i="1">
                            <a:latin typeface="Cambria Math" panose="02040503050406030204" pitchFamily="18" charset="0"/>
                          </a:rPr>
                          <m:t>′</m:t>
                        </m:r>
                      </m:sup>
                    </m:sSup>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f>
                      <m:fPr>
                        <m:ctrlPr>
                          <a:rPr lang="en-US" altLang="ko-KR" sz="2000" i="1">
                            <a:latin typeface="Cambria Math" panose="02040503050406030204" pitchFamily="18" charset="0"/>
                          </a:rPr>
                        </m:ctrlPr>
                      </m:fPr>
                      <m:num>
                        <m:sSup>
                          <m:sSupPr>
                            <m:ctrlPr>
                              <a:rPr lang="en-US" altLang="ko-KR" sz="2000" i="1">
                                <a:latin typeface="Cambria Math" panose="02040503050406030204" pitchFamily="18" charset="0"/>
                              </a:rPr>
                            </m:ctrlPr>
                          </m:sSupPr>
                          <m:e>
                            <m:r>
                              <a:rPr lang="en-US" altLang="ko-KR" sz="2000" i="1">
                                <a:latin typeface="Cambria Math" panose="02040503050406030204" pitchFamily="18" charset="0"/>
                              </a:rPr>
                              <m:t>𝑓</m:t>
                            </m:r>
                          </m:e>
                          <m:sup>
                            <m:r>
                              <a:rPr lang="en-US" altLang="ko-KR" sz="2000" i="1">
                                <a:latin typeface="Cambria Math" panose="02040503050406030204" pitchFamily="18" charset="0"/>
                              </a:rPr>
                              <m:t>′</m:t>
                            </m:r>
                          </m:sup>
                        </m:sSup>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𝑔</m:t>
                        </m:r>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b="0" i="1" smtClean="0">
                            <a:latin typeface="Cambria Math" panose="02040503050406030204" pitchFamily="18" charset="0"/>
                          </a:rPr>
                          <m:t>−</m:t>
                        </m:r>
                        <m:r>
                          <a:rPr lang="en-US" altLang="ko-KR" sz="2000" b="0" i="1" smtClean="0">
                            <a:latin typeface="Cambria Math" panose="02040503050406030204" pitchFamily="18" charset="0"/>
                          </a:rPr>
                          <m:t>𝑓</m:t>
                        </m:r>
                        <m:r>
                          <a:rPr lang="en-US" altLang="ko-KR" sz="2000" i="1">
                            <a:latin typeface="Cambria Math" panose="02040503050406030204" pitchFamily="18" charset="0"/>
                          </a:rPr>
                          <m:t>(</m:t>
                        </m:r>
                        <m:r>
                          <a:rPr lang="en-US" altLang="ko-KR" sz="2000" i="1">
                            <a:latin typeface="Cambria Math" panose="02040503050406030204" pitchFamily="18" charset="0"/>
                          </a:rPr>
                          <m:t>𝑥</m:t>
                        </m:r>
                        <m:r>
                          <a:rPr lang="en-US" altLang="ko-KR" sz="2000" i="1">
                            <a:latin typeface="Cambria Math" panose="02040503050406030204" pitchFamily="18" charset="0"/>
                          </a:rPr>
                          <m:t>)</m:t>
                        </m:r>
                        <m:sSup>
                          <m:sSupPr>
                            <m:ctrlPr>
                              <a:rPr lang="en-US" altLang="ko-KR" sz="2000" i="1">
                                <a:latin typeface="Cambria Math" panose="02040503050406030204" pitchFamily="18" charset="0"/>
                              </a:rPr>
                            </m:ctrlPr>
                          </m:sSupPr>
                          <m:e>
                            <m:r>
                              <a:rPr lang="en-US" altLang="ko-KR" sz="2000" b="0" i="1" smtClean="0">
                                <a:latin typeface="Cambria Math" panose="02040503050406030204" pitchFamily="18" charset="0"/>
                              </a:rPr>
                              <m:t>𝑔</m:t>
                            </m:r>
                          </m:e>
                          <m:sup>
                            <m:r>
                              <a:rPr lang="en-US" altLang="ko-KR" sz="2000" i="1">
                                <a:latin typeface="Cambria Math" panose="02040503050406030204" pitchFamily="18" charset="0"/>
                              </a:rPr>
                              <m:t>′</m:t>
                            </m:r>
                          </m:sup>
                        </m:sSup>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num>
                      <m:den>
                        <m:sSup>
                          <m:sSupPr>
                            <m:ctrlPr>
                              <a:rPr lang="en-US" altLang="ko-KR" sz="2000" i="1" smtClean="0">
                                <a:latin typeface="Cambria Math" panose="02040503050406030204" pitchFamily="18" charset="0"/>
                              </a:rPr>
                            </m:ctrlPr>
                          </m:sSupPr>
                          <m:e>
                            <m:d>
                              <m:dPr>
                                <m:begChr m:val="["/>
                                <m:endChr m:val="]"/>
                                <m:ctrlPr>
                                  <a:rPr lang="en-US" altLang="ko-KR" sz="2000" i="1" smtClean="0">
                                    <a:latin typeface="Cambria Math" panose="02040503050406030204" pitchFamily="18" charset="0"/>
                                  </a:rPr>
                                </m:ctrlPr>
                              </m:dPr>
                              <m:e>
                                <m:r>
                                  <a:rPr lang="en-US" altLang="ko-KR" sz="2000" i="1">
                                    <a:latin typeface="Cambria Math" panose="02040503050406030204" pitchFamily="18" charset="0"/>
                                  </a:rPr>
                                  <m:t>𝑔</m:t>
                                </m:r>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e>
                            </m:d>
                          </m:e>
                          <m:sup>
                            <m:r>
                              <a:rPr lang="en-US" altLang="ko-KR" sz="2000" b="0" i="1" smtClean="0">
                                <a:latin typeface="Cambria Math" panose="02040503050406030204" pitchFamily="18" charset="0"/>
                              </a:rPr>
                              <m:t>2</m:t>
                            </m:r>
                          </m:sup>
                        </m:sSup>
                      </m:den>
                    </m:f>
                    <m:r>
                      <a:rPr lang="en-US" altLang="ko-KR" sz="2000" b="0" i="1" smtClean="0">
                        <a:latin typeface="Cambria Math" panose="02040503050406030204" pitchFamily="18" charset="0"/>
                      </a:rPr>
                      <m:t>,</m:t>
                    </m:r>
                  </m:oMath>
                </a14:m>
                <a:endParaRPr lang="en-US" altLang="ko-KR" sz="200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altLang="ko-KR" sz="2000" i="1">
                          <a:latin typeface="Cambria Math" panose="02040503050406030204" pitchFamily="18" charset="0"/>
                          <a:ea typeface="Cambria Math" panose="02040503050406030204" pitchFamily="18" charset="0"/>
                        </a:rPr>
                        <m:t>  </m:t>
                      </m:r>
                      <m:r>
                        <a:rPr lang="en-US" altLang="ko-KR" sz="2000" i="1">
                          <a:latin typeface="Cambria Math" panose="02040503050406030204" pitchFamily="18" charset="0"/>
                        </a:rPr>
                        <m:t>𝑔𝑖𝑣𝑒𝑛</m:t>
                      </m:r>
                      <m:r>
                        <a:rPr lang="en-US" altLang="ko-KR" sz="2000" i="1">
                          <a:latin typeface="Cambria Math" panose="02040503050406030204" pitchFamily="18" charset="0"/>
                        </a:rPr>
                        <m:t> </m:t>
                      </m:r>
                      <m:r>
                        <a:rPr lang="en-US" altLang="ko-KR" sz="2000" b="0" i="1" smtClean="0">
                          <a:latin typeface="Cambria Math" panose="02040503050406030204" pitchFamily="18" charset="0"/>
                        </a:rPr>
                        <m:t>𝑡h𝑒</m:t>
                      </m:r>
                      <m:r>
                        <a:rPr lang="en-US" altLang="ko-KR" sz="2000" b="0" i="1" smtClean="0">
                          <a:latin typeface="Cambria Math" panose="02040503050406030204" pitchFamily="18" charset="0"/>
                        </a:rPr>
                        <m:t> </m:t>
                      </m:r>
                      <m:r>
                        <a:rPr lang="en-US" altLang="ko-KR" sz="2000" b="0" i="1" smtClean="0">
                          <a:latin typeface="Cambria Math" panose="02040503050406030204" pitchFamily="18" charset="0"/>
                        </a:rPr>
                        <m:t>𝑐𝑜𝑚𝑝𝑜𝑠𝑖𝑡𝑒</m:t>
                      </m:r>
                      <m:r>
                        <a:rPr lang="en-US" altLang="ko-KR" sz="2000" b="0" i="1" smtClean="0">
                          <a:latin typeface="Cambria Math" panose="02040503050406030204" pitchFamily="18" charset="0"/>
                        </a:rPr>
                        <m:t> </m:t>
                      </m:r>
                      <m:r>
                        <a:rPr lang="en-US" altLang="ko-KR" sz="2000" b="0" i="1" smtClean="0">
                          <a:latin typeface="Cambria Math" panose="02040503050406030204" pitchFamily="18" charset="0"/>
                        </a:rPr>
                        <m:t>𝑓𝑢𝑛𝑐𝑡𝑖𝑜𝑛</m:t>
                      </m:r>
                      <m:r>
                        <a:rPr lang="en-US" altLang="ko-KR" sz="2000" b="0" i="1" smtClean="0">
                          <a:latin typeface="Cambria Math" panose="02040503050406030204" pitchFamily="18" charset="0"/>
                        </a:rPr>
                        <m:t> </m:t>
                      </m:r>
                      <m:r>
                        <a:rPr lang="en-US" altLang="ko-KR" sz="2000" b="0" i="1" smtClean="0">
                          <a:latin typeface="Cambria Math" panose="02040503050406030204" pitchFamily="18" charset="0"/>
                        </a:rPr>
                        <m:t>𝐹</m:t>
                      </m:r>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r>
                        <a:rPr lang="en-US" altLang="ko-KR" sz="2000" i="1">
                          <a:latin typeface="Cambria Math" panose="02040503050406030204" pitchFamily="18" charset="0"/>
                        </a:rPr>
                        <m:t>=</m:t>
                      </m:r>
                      <m:f>
                        <m:fPr>
                          <m:ctrlPr>
                            <a:rPr lang="en-US" altLang="ko-KR" sz="2000" i="1" smtClean="0">
                              <a:latin typeface="Cambria Math" panose="02040503050406030204" pitchFamily="18" charset="0"/>
                            </a:rPr>
                          </m:ctrlPr>
                        </m:fPr>
                        <m:num>
                          <m:r>
                            <a:rPr lang="en-US" altLang="ko-KR" sz="2000" i="1">
                              <a:latin typeface="Cambria Math" panose="02040503050406030204" pitchFamily="18" charset="0"/>
                            </a:rPr>
                            <m:t>𝑓</m:t>
                          </m:r>
                          <m:d>
                            <m:dPr>
                              <m:ctrlPr>
                                <a:rPr lang="en-US" altLang="ko-KR" sz="2000" i="1">
                                  <a:latin typeface="Cambria Math" panose="02040503050406030204" pitchFamily="18" charset="0"/>
                                </a:rPr>
                              </m:ctrlPr>
                            </m:dPr>
                            <m:e>
                              <m:r>
                                <a:rPr lang="en-US" altLang="ko-KR" sz="2000" i="1">
                                  <a:latin typeface="Cambria Math" panose="02040503050406030204" pitchFamily="18" charset="0"/>
                                </a:rPr>
                                <m:t>𝑥</m:t>
                              </m:r>
                            </m:e>
                          </m:d>
                        </m:num>
                        <m:den>
                          <m:r>
                            <a:rPr lang="en-US" altLang="ko-KR" sz="2000" b="0" i="1" smtClean="0">
                              <a:latin typeface="Cambria Math" panose="02040503050406030204" pitchFamily="18" charset="0"/>
                            </a:rPr>
                            <m:t>𝑔</m:t>
                          </m:r>
                          <m:r>
                            <a:rPr lang="en-US" altLang="ko-KR" sz="2000" b="0" i="1" smtClean="0">
                              <a:latin typeface="Cambria Math" panose="02040503050406030204" pitchFamily="18" charset="0"/>
                            </a:rPr>
                            <m:t>(</m:t>
                          </m:r>
                          <m:r>
                            <a:rPr lang="en-US" altLang="ko-KR" sz="2000" b="0" i="1" smtClean="0">
                              <a:latin typeface="Cambria Math" panose="02040503050406030204" pitchFamily="18" charset="0"/>
                            </a:rPr>
                            <m:t>𝑥</m:t>
                          </m:r>
                          <m:r>
                            <a:rPr lang="en-US" altLang="ko-KR" sz="2000" b="0" i="1" smtClean="0">
                              <a:latin typeface="Cambria Math" panose="02040503050406030204" pitchFamily="18" charset="0"/>
                            </a:rPr>
                            <m:t>)</m:t>
                          </m:r>
                        </m:den>
                      </m:f>
                      <m:r>
                        <a:rPr lang="en-US" altLang="ko-KR" sz="2000" b="0" i="1" smtClean="0">
                          <a:latin typeface="Cambria Math" panose="02040503050406030204" pitchFamily="18" charset="0"/>
                        </a:rPr>
                        <m:t> , </m:t>
                      </m:r>
                      <m:r>
                        <a:rPr lang="en-US" altLang="ko-KR" sz="2000" b="0" i="1" smtClean="0">
                          <a:latin typeface="Cambria Math" panose="02040503050406030204" pitchFamily="18" charset="0"/>
                        </a:rPr>
                        <m:t>𝑔</m:t>
                      </m:r>
                      <m:d>
                        <m:dPr>
                          <m:ctrlPr>
                            <a:rPr lang="en-US" altLang="ko-KR" sz="2000" b="0" i="1" smtClean="0">
                              <a:latin typeface="Cambria Math" panose="02040503050406030204" pitchFamily="18" charset="0"/>
                            </a:rPr>
                          </m:ctrlPr>
                        </m:dPr>
                        <m:e>
                          <m:r>
                            <a:rPr lang="en-US" altLang="ko-KR" sz="2000" b="0" i="1" smtClean="0">
                              <a:latin typeface="Cambria Math" panose="02040503050406030204" pitchFamily="18" charset="0"/>
                            </a:rPr>
                            <m:t>𝑥</m:t>
                          </m:r>
                        </m:e>
                      </m:d>
                      <m:r>
                        <a:rPr lang="en-US" altLang="ko-KR" sz="2000" b="0" i="1" smtClean="0">
                          <a:latin typeface="Cambria Math" panose="02040503050406030204" pitchFamily="18" charset="0"/>
                          <a:ea typeface="Cambria Math" panose="02040503050406030204" pitchFamily="18" charset="0"/>
                        </a:rPr>
                        <m:t>≠</m:t>
                      </m:r>
                      <m:r>
                        <a:rPr lang="en-US" altLang="ko-KR" sz="2000" b="0" i="1" smtClean="0">
                          <a:latin typeface="Cambria Math" panose="02040503050406030204" pitchFamily="18" charset="0"/>
                        </a:rPr>
                        <m:t>0</m:t>
                      </m:r>
                    </m:oMath>
                  </m:oMathPara>
                </a14:m>
                <a:endParaRPr lang="ko-KR" altLang="en-US" sz="2000" i="1" dirty="0"/>
              </a:p>
            </p:txBody>
          </p:sp>
        </mc:Choice>
        <mc:Fallback xmlns="">
          <p:sp>
            <p:nvSpPr>
              <p:cNvPr id="7" name="TextBox 6"/>
              <p:cNvSpPr txBox="1">
                <a:spLocks noRot="1" noChangeAspect="1" noMove="1" noResize="1" noEditPoints="1" noAdjustHandles="1" noChangeArrowheads="1" noChangeShapeType="1" noTextEdit="1"/>
              </p:cNvSpPr>
              <p:nvPr/>
            </p:nvSpPr>
            <p:spPr>
              <a:xfrm>
                <a:off x="918754" y="1356592"/>
                <a:ext cx="7371805" cy="1166858"/>
              </a:xfrm>
              <a:prstGeom prst="rect">
                <a:avLst/>
              </a:prstGeom>
              <a:blipFill>
                <a:blip r:embed="rId4"/>
                <a:stretch>
                  <a:fillRect l="-2151"/>
                </a:stretch>
              </a:blipFill>
            </p:spPr>
            <p:txBody>
              <a:bodyPr/>
              <a:lstStyle/>
              <a:p>
                <a:r>
                  <a:rPr lang="ko-KR" altLang="en-US">
                    <a:noFill/>
                  </a:rPr>
                  <a:t> </a:t>
                </a:r>
              </a:p>
            </p:txBody>
          </p:sp>
        </mc:Fallback>
      </mc:AlternateContent>
      <p:sp>
        <p:nvSpPr>
          <p:cNvPr id="11" name="원호 10">
            <a:extLst>
              <a:ext uri="{FF2B5EF4-FFF2-40B4-BE49-F238E27FC236}">
                <a16:creationId xmlns:a16="http://schemas.microsoft.com/office/drawing/2014/main" id="{720BE5F8-FF28-D338-132B-12A968F95379}"/>
              </a:ext>
            </a:extLst>
          </p:cNvPr>
          <p:cNvSpPr/>
          <p:nvPr/>
        </p:nvSpPr>
        <p:spPr>
          <a:xfrm>
            <a:off x="1631209" y="3362000"/>
            <a:ext cx="864341" cy="864207"/>
          </a:xfrm>
          <a:prstGeom prst="arc">
            <a:avLst>
              <a:gd name="adj1" fmla="val 19540042"/>
              <a:gd name="adj2" fmla="val 1749812"/>
            </a:avLst>
          </a:prstGeom>
          <a:ln w="9525">
            <a:solidFill>
              <a:srgbClr val="C00000"/>
            </a:solidFill>
            <a:headEnd type="non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sp>
        <p:nvSpPr>
          <p:cNvPr id="12" name="직사각형 11"/>
          <p:cNvSpPr/>
          <p:nvPr/>
        </p:nvSpPr>
        <p:spPr>
          <a:xfrm>
            <a:off x="2495550" y="3592589"/>
            <a:ext cx="2279791" cy="307777"/>
          </a:xfrm>
          <a:prstGeom prst="rect">
            <a:avLst/>
          </a:prstGeom>
        </p:spPr>
        <p:txBody>
          <a:bodyPr wrap="none">
            <a:spAutoFit/>
          </a:bodyPr>
          <a:lstStyle/>
          <a:p>
            <a:r>
              <a:rPr lang="en-US" altLang="ko-KR" sz="1400" dirty="0"/>
              <a:t>According to the theorem </a:t>
            </a:r>
            <a:r>
              <a:rPr lang="ko-KR" altLang="en-US" sz="1400" dirty="0"/>
              <a:t>⑦</a:t>
            </a:r>
            <a:endParaRPr lang="en-US" altLang="ko-KR" sz="1400" dirty="0"/>
          </a:p>
        </p:txBody>
      </p:sp>
    </p:spTree>
    <p:extLst>
      <p:ext uri="{BB962C8B-B14F-4D97-AF65-F5344CB8AC3E}">
        <p14:creationId xmlns:p14="http://schemas.microsoft.com/office/powerpoint/2010/main" val="313368418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p:sp>
        <p:nvSpPr>
          <p:cNvPr id="10" name="직사각형 9">
            <a:extLst>
              <a:ext uri="{FF2B5EF4-FFF2-40B4-BE49-F238E27FC236}">
                <a16:creationId xmlns:a16="http://schemas.microsoft.com/office/drawing/2014/main" id="{C7C7178E-B73C-405C-98AA-12B1241AB1A3}"/>
              </a:ext>
            </a:extLst>
          </p:cNvPr>
          <p:cNvSpPr/>
          <p:nvPr/>
        </p:nvSpPr>
        <p:spPr>
          <a:xfrm>
            <a:off x="328771" y="1139130"/>
            <a:ext cx="8412893" cy="2579104"/>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Chain rule</a:t>
            </a:r>
          </a:p>
          <a:p>
            <a:pPr marL="742950" lvl="1" indent="-28575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The chain rule is a formula that expresses the derivative of the composition of two differentiable functions </a:t>
            </a:r>
            <a:r>
              <a:rPr lang="en-US" altLang="ko-KR" i="1" dirty="0">
                <a:solidFill>
                  <a:srgbClr val="222222"/>
                </a:solidFill>
                <a:latin typeface="Arial Narrow" panose="020B0606020202030204" pitchFamily="34" charset="0"/>
              </a:rPr>
              <a:t>f</a:t>
            </a:r>
            <a:r>
              <a:rPr lang="en-US" altLang="ko-KR" dirty="0">
                <a:solidFill>
                  <a:srgbClr val="222222"/>
                </a:solidFill>
                <a:latin typeface="Arial Narrow" panose="020B0606020202030204" pitchFamily="34" charset="0"/>
              </a:rPr>
              <a:t> and </a:t>
            </a:r>
            <a:r>
              <a:rPr lang="en-US" altLang="ko-KR" i="1" dirty="0">
                <a:solidFill>
                  <a:srgbClr val="222222"/>
                </a:solidFill>
                <a:latin typeface="Arial Narrow" panose="020B0606020202030204" pitchFamily="34" charset="0"/>
              </a:rPr>
              <a:t>g</a:t>
            </a:r>
            <a:r>
              <a:rPr lang="en-US" altLang="ko-KR" dirty="0">
                <a:solidFill>
                  <a:srgbClr val="222222"/>
                </a:solidFill>
                <a:latin typeface="Arial Narrow" panose="020B0606020202030204" pitchFamily="34" charset="0"/>
              </a:rPr>
              <a:t> in terms of the derivatives of </a:t>
            </a:r>
            <a:r>
              <a:rPr lang="en-US" altLang="ko-KR" i="1" dirty="0">
                <a:solidFill>
                  <a:srgbClr val="222222"/>
                </a:solidFill>
                <a:latin typeface="Arial Narrow" panose="020B0606020202030204" pitchFamily="34" charset="0"/>
              </a:rPr>
              <a:t>f</a:t>
            </a:r>
            <a:r>
              <a:rPr lang="en-US" altLang="ko-KR" dirty="0">
                <a:solidFill>
                  <a:srgbClr val="222222"/>
                </a:solidFill>
                <a:latin typeface="Arial Narrow" panose="020B0606020202030204" pitchFamily="34" charset="0"/>
              </a:rPr>
              <a:t> and </a:t>
            </a:r>
            <a:r>
              <a:rPr lang="en-US" altLang="ko-KR" i="1" dirty="0">
                <a:solidFill>
                  <a:srgbClr val="222222"/>
                </a:solidFill>
                <a:latin typeface="Arial Narrow" panose="020B0606020202030204" pitchFamily="34" charset="0"/>
              </a:rPr>
              <a:t>g</a:t>
            </a:r>
            <a:r>
              <a:rPr lang="en-US" altLang="ko-KR" dirty="0">
                <a:solidFill>
                  <a:srgbClr val="222222"/>
                </a:solidFill>
                <a:latin typeface="Arial Narrow" panose="020B0606020202030204" pitchFamily="34" charset="0"/>
              </a:rPr>
              <a:t>.</a:t>
            </a:r>
          </a:p>
          <a:p>
            <a:pPr marL="742950" lvl="1" indent="-285750">
              <a:lnSpc>
                <a:spcPct val="150000"/>
              </a:lnSpc>
              <a:buFont typeface="Arial" panose="020B0604020202020204" pitchFamily="34" charset="0"/>
              <a:buChar char="•"/>
            </a:pPr>
            <a:endParaRPr lang="en-US" altLang="ko-KR" dirty="0">
              <a:solidFill>
                <a:srgbClr val="222222"/>
              </a:solidFill>
              <a:latin typeface="Arial Narrow" panose="020B0606020202030204" pitchFamily="34" charset="0"/>
            </a:endParaRPr>
          </a:p>
          <a:p>
            <a:pPr marL="742950" lvl="1" indent="-285750">
              <a:lnSpc>
                <a:spcPct val="150000"/>
              </a:lnSpc>
              <a:buFont typeface="Arial" panose="020B0604020202020204" pitchFamily="34" charset="0"/>
              <a:buChar char="•"/>
            </a:pPr>
            <a:endParaRPr lang="en-US" altLang="ko-KR" i="1" dirty="0">
              <a:solidFill>
                <a:srgbClr val="222222"/>
              </a:solidFill>
              <a:latin typeface="Arial Narrow" panose="020B0606020202030204" pitchFamily="34" charset="0"/>
            </a:endParaRPr>
          </a:p>
          <a:p>
            <a:pPr marL="742950" lvl="1" indent="-285750">
              <a:lnSpc>
                <a:spcPct val="150000"/>
              </a:lnSpc>
              <a:buFont typeface="Arial" panose="020B0604020202020204" pitchFamily="34" charset="0"/>
              <a:buChar char="•"/>
            </a:pPr>
            <a:endParaRPr lang="en-US" altLang="ko-KR" dirty="0">
              <a:solidFill>
                <a:srgbClr val="222222"/>
              </a:solidFill>
              <a:latin typeface="Arial Narrow" panose="020B0606020202030204" pitchFamily="34" charset="0"/>
            </a:endParaRPr>
          </a:p>
        </p:txBody>
      </p:sp>
    </p:spTree>
    <p:extLst>
      <p:ext uri="{BB962C8B-B14F-4D97-AF65-F5344CB8AC3E}">
        <p14:creationId xmlns:p14="http://schemas.microsoft.com/office/powerpoint/2010/main" val="341993542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mc:AlternateContent xmlns:mc="http://schemas.openxmlformats.org/markup-compatibility/2006" xmlns:a14="http://schemas.microsoft.com/office/drawing/2010/main">
        <mc:Choice Requires="a14">
          <p:sp>
            <p:nvSpPr>
              <p:cNvPr id="10" name="직사각형 9">
                <a:extLst>
                  <a:ext uri="{FF2B5EF4-FFF2-40B4-BE49-F238E27FC236}">
                    <a16:creationId xmlns:a16="http://schemas.microsoft.com/office/drawing/2014/main" id="{C7C7178E-B73C-405C-98AA-12B1241AB1A3}"/>
                  </a:ext>
                </a:extLst>
              </p:cNvPr>
              <p:cNvSpPr/>
              <p:nvPr/>
            </p:nvSpPr>
            <p:spPr>
              <a:xfrm>
                <a:off x="328771" y="1139130"/>
                <a:ext cx="8412893" cy="4470519"/>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Chain rule</a:t>
                </a:r>
              </a:p>
              <a:p>
                <a:pPr marL="742950" lvl="1" indent="-28575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The chain rule is a formula that expresses the derivative of the composition of two differentiable functions </a:t>
                </a:r>
                <a:r>
                  <a:rPr lang="en-US" altLang="ko-KR" i="1" dirty="0">
                    <a:solidFill>
                      <a:srgbClr val="222222"/>
                    </a:solidFill>
                    <a:latin typeface="Arial Narrow" panose="020B0606020202030204" pitchFamily="34" charset="0"/>
                  </a:rPr>
                  <a:t>f</a:t>
                </a:r>
                <a:r>
                  <a:rPr lang="en-US" altLang="ko-KR" dirty="0">
                    <a:solidFill>
                      <a:srgbClr val="222222"/>
                    </a:solidFill>
                    <a:latin typeface="Arial Narrow" panose="020B0606020202030204" pitchFamily="34" charset="0"/>
                  </a:rPr>
                  <a:t> and </a:t>
                </a:r>
                <a:r>
                  <a:rPr lang="en-US" altLang="ko-KR" i="1" dirty="0">
                    <a:solidFill>
                      <a:srgbClr val="222222"/>
                    </a:solidFill>
                    <a:latin typeface="Arial Narrow" panose="020B0606020202030204" pitchFamily="34" charset="0"/>
                  </a:rPr>
                  <a:t>g</a:t>
                </a:r>
                <a:r>
                  <a:rPr lang="en-US" altLang="ko-KR" dirty="0">
                    <a:solidFill>
                      <a:srgbClr val="222222"/>
                    </a:solidFill>
                    <a:latin typeface="Arial Narrow" panose="020B0606020202030204" pitchFamily="34" charset="0"/>
                  </a:rPr>
                  <a:t> in terms of the derivatives of </a:t>
                </a:r>
                <a:r>
                  <a:rPr lang="en-US" altLang="ko-KR" i="1" dirty="0">
                    <a:solidFill>
                      <a:srgbClr val="222222"/>
                    </a:solidFill>
                    <a:latin typeface="Arial Narrow" panose="020B0606020202030204" pitchFamily="34" charset="0"/>
                  </a:rPr>
                  <a:t>f</a:t>
                </a:r>
                <a:r>
                  <a:rPr lang="en-US" altLang="ko-KR" dirty="0">
                    <a:solidFill>
                      <a:srgbClr val="222222"/>
                    </a:solidFill>
                    <a:latin typeface="Arial Narrow" panose="020B0606020202030204" pitchFamily="34" charset="0"/>
                  </a:rPr>
                  <a:t> and </a:t>
                </a:r>
                <a:r>
                  <a:rPr lang="en-US" altLang="ko-KR" i="1" dirty="0">
                    <a:solidFill>
                      <a:srgbClr val="222222"/>
                    </a:solidFill>
                    <a:latin typeface="Arial Narrow" panose="020B0606020202030204" pitchFamily="34" charset="0"/>
                  </a:rPr>
                  <a:t>g</a:t>
                </a:r>
                <a:r>
                  <a:rPr lang="en-US" altLang="ko-KR" dirty="0">
                    <a:solidFill>
                      <a:srgbClr val="222222"/>
                    </a:solidFill>
                    <a:latin typeface="Arial Narrow" panose="020B0606020202030204" pitchFamily="34" charset="0"/>
                  </a:rPr>
                  <a:t>.</a:t>
                </a:r>
              </a:p>
              <a:p>
                <a:pPr marL="742950" lvl="1" indent="-285750">
                  <a:lnSpc>
                    <a:spcPct val="150000"/>
                  </a:lnSpc>
                  <a:buFont typeface="Arial" panose="020B0604020202020204" pitchFamily="34" charset="0"/>
                  <a:buChar char="•"/>
                </a:pPr>
                <a:endParaRPr lang="en-US" altLang="ko-KR" dirty="0">
                  <a:solidFill>
                    <a:srgbClr val="222222"/>
                  </a:solidFill>
                  <a:latin typeface="Arial Narrow" panose="020B0606020202030204" pitchFamily="34" charset="0"/>
                </a:endParaRPr>
              </a:p>
              <a:p>
                <a:pPr marL="742950" lvl="1" indent="-28575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If a variable y depends on the variable </a:t>
                </a:r>
                <a:r>
                  <a:rPr lang="en-US" altLang="ko-KR" i="1" dirty="0">
                    <a:solidFill>
                      <a:srgbClr val="222222"/>
                    </a:solidFill>
                    <a:latin typeface="Arial Narrow" panose="020B0606020202030204" pitchFamily="34" charset="0"/>
                  </a:rPr>
                  <a:t>t</a:t>
                </a:r>
                <a:r>
                  <a:rPr lang="en-US" altLang="ko-KR" dirty="0">
                    <a:solidFill>
                      <a:srgbClr val="222222"/>
                    </a:solidFill>
                    <a:latin typeface="Arial Narrow" panose="020B0606020202030204" pitchFamily="34" charset="0"/>
                  </a:rPr>
                  <a:t>, which itself depends on the variable </a:t>
                </a:r>
                <a:r>
                  <a:rPr lang="en-US" altLang="ko-KR" i="1" dirty="0">
                    <a:solidFill>
                      <a:srgbClr val="222222"/>
                    </a:solidFill>
                    <a:latin typeface="Arial Narrow" panose="020B0606020202030204" pitchFamily="34" charset="0"/>
                  </a:rPr>
                  <a:t>x</a:t>
                </a:r>
                <a:r>
                  <a:rPr lang="en-US" altLang="ko-KR" dirty="0">
                    <a:solidFill>
                      <a:srgbClr val="222222"/>
                    </a:solidFill>
                    <a:latin typeface="Arial Narrow" panose="020B0606020202030204" pitchFamily="34" charset="0"/>
                  </a:rPr>
                  <a:t> (that is, </a:t>
                </a:r>
                <a:r>
                  <a:rPr lang="en-US" altLang="ko-KR" i="1" dirty="0">
                    <a:solidFill>
                      <a:srgbClr val="222222"/>
                    </a:solidFill>
                    <a:latin typeface="Arial Narrow" panose="020B0606020202030204" pitchFamily="34" charset="0"/>
                  </a:rPr>
                  <a:t>y</a:t>
                </a:r>
                <a:r>
                  <a:rPr lang="en-US" altLang="ko-KR" dirty="0">
                    <a:solidFill>
                      <a:srgbClr val="222222"/>
                    </a:solidFill>
                    <a:latin typeface="Arial Narrow" panose="020B0606020202030204" pitchFamily="34" charset="0"/>
                  </a:rPr>
                  <a:t> and </a:t>
                </a:r>
                <a:r>
                  <a:rPr lang="en-US" altLang="ko-KR" i="1" dirty="0">
                    <a:solidFill>
                      <a:srgbClr val="222222"/>
                    </a:solidFill>
                    <a:latin typeface="Arial Narrow" panose="020B0606020202030204" pitchFamily="34" charset="0"/>
                  </a:rPr>
                  <a:t>t</a:t>
                </a:r>
                <a:r>
                  <a:rPr lang="en-US" altLang="ko-KR" dirty="0">
                    <a:solidFill>
                      <a:srgbClr val="222222"/>
                    </a:solidFill>
                    <a:latin typeface="Arial Narrow" panose="020B0606020202030204" pitchFamily="34" charset="0"/>
                  </a:rPr>
                  <a:t> are dependent variables), </a:t>
                </a:r>
              </a:p>
              <a:p>
                <a:pPr marL="742950" lvl="1" indent="-285750">
                  <a:lnSpc>
                    <a:spcPct val="150000"/>
                  </a:lnSpc>
                  <a:buFont typeface="Arial" panose="020B0604020202020204" pitchFamily="34" charset="0"/>
                  <a:buChar char="•"/>
                </a:pPr>
                <a:endParaRPr lang="en-US" altLang="ko-KR" dirty="0">
                  <a:solidFill>
                    <a:srgbClr val="222222"/>
                  </a:solidFill>
                  <a:latin typeface="Arial Narrow" panose="020B0606020202030204" pitchFamily="34" charset="0"/>
                </a:endParaRPr>
              </a:p>
              <a:p>
                <a:pPr marL="742950" lvl="1" indent="-285750">
                  <a:lnSpc>
                    <a:spcPct val="150000"/>
                  </a:lnSpc>
                  <a:buFont typeface="Arial" panose="020B0604020202020204" pitchFamily="34" charset="0"/>
                  <a:buChar char="•"/>
                </a:pPr>
                <a:endParaRPr lang="en-US" altLang="ko-KR" dirty="0">
                  <a:solidFill>
                    <a:srgbClr val="222222"/>
                  </a:solidFill>
                  <a:latin typeface="Arial Narrow" panose="020B0606020202030204" pitchFamily="34" charset="0"/>
                </a:endParaRPr>
              </a:p>
              <a:p>
                <a:pPr lvl="1">
                  <a:lnSpc>
                    <a:spcPct val="150000"/>
                  </a:lnSpc>
                </a:pPr>
                <a:r>
                  <a:rPr lang="en-US" altLang="ko-KR" dirty="0">
                    <a:solidFill>
                      <a:srgbClr val="222222"/>
                    </a:solidFill>
                    <a:latin typeface="Arial Narrow" panose="020B0606020202030204" pitchFamily="34" charset="0"/>
                  </a:rPr>
                  <a:t>     the chain rule is expressed as: </a:t>
                </a:r>
                <a14:m>
                  <m:oMath xmlns:m="http://schemas.openxmlformats.org/officeDocument/2006/math">
                    <m:f>
                      <m:fPr>
                        <m:ctrlPr>
                          <a:rPr lang="en-US" altLang="ko-KR" i="1" smtClean="0">
                            <a:solidFill>
                              <a:srgbClr val="222222"/>
                            </a:solidFill>
                            <a:latin typeface="Cambria Math" panose="02040503050406030204" pitchFamily="18" charset="0"/>
                          </a:rPr>
                        </m:ctrlPr>
                      </m:fPr>
                      <m:num>
                        <m:r>
                          <a:rPr lang="en-US" altLang="ko-KR" i="1">
                            <a:solidFill>
                              <a:srgbClr val="222222"/>
                            </a:solidFill>
                            <a:latin typeface="Cambria Math" panose="02040503050406030204" pitchFamily="18" charset="0"/>
                          </a:rPr>
                          <m:t>𝑑</m:t>
                        </m:r>
                        <m:r>
                          <a:rPr lang="en-US" altLang="ko-KR" i="1" smtClean="0">
                            <a:solidFill>
                              <a:srgbClr val="222222"/>
                            </a:solidFill>
                            <a:latin typeface="Cambria Math" panose="02040503050406030204" pitchFamily="18" charset="0"/>
                          </a:rPr>
                          <m:t>𝑦</m:t>
                        </m:r>
                      </m:num>
                      <m:den>
                        <m:r>
                          <a:rPr lang="en-US" altLang="ko-KR" i="1">
                            <a:solidFill>
                              <a:srgbClr val="222222"/>
                            </a:solidFill>
                            <a:latin typeface="Cambria Math" panose="02040503050406030204" pitchFamily="18" charset="0"/>
                          </a:rPr>
                          <m:t>𝑑𝑥</m:t>
                        </m:r>
                      </m:den>
                    </m:f>
                    <m:r>
                      <a:rPr lang="en-US" altLang="ko-KR" i="1">
                        <a:solidFill>
                          <a:srgbClr val="222222"/>
                        </a:solidFill>
                        <a:latin typeface="Cambria Math" panose="02040503050406030204" pitchFamily="18" charset="0"/>
                      </a:rPr>
                      <m:t>=</m:t>
                    </m:r>
                    <m:f>
                      <m:fPr>
                        <m:ctrlPr>
                          <a:rPr lang="en-US" altLang="ko-KR" i="1">
                            <a:solidFill>
                              <a:srgbClr val="222222"/>
                            </a:solidFill>
                            <a:latin typeface="Cambria Math" panose="02040503050406030204" pitchFamily="18" charset="0"/>
                          </a:rPr>
                        </m:ctrlPr>
                      </m:fPr>
                      <m:num>
                        <m:r>
                          <a:rPr lang="en-US" altLang="ko-KR" i="1" smtClean="0">
                            <a:solidFill>
                              <a:srgbClr val="222222"/>
                            </a:solidFill>
                            <a:latin typeface="Cambria Math" panose="02040503050406030204" pitchFamily="18" charset="0"/>
                          </a:rPr>
                          <m:t>𝑑</m:t>
                        </m:r>
                        <m:r>
                          <a:rPr lang="en-US" altLang="ko-KR" i="1">
                            <a:solidFill>
                              <a:srgbClr val="222222"/>
                            </a:solidFill>
                            <a:latin typeface="Cambria Math" panose="02040503050406030204" pitchFamily="18" charset="0"/>
                          </a:rPr>
                          <m:t>𝑦</m:t>
                        </m:r>
                      </m:num>
                      <m:den>
                        <m:r>
                          <a:rPr lang="en-US" altLang="ko-KR" i="1" smtClean="0">
                            <a:solidFill>
                              <a:srgbClr val="222222"/>
                            </a:solidFill>
                            <a:latin typeface="Cambria Math" panose="02040503050406030204" pitchFamily="18" charset="0"/>
                          </a:rPr>
                          <m:t>𝑑</m:t>
                        </m:r>
                        <m:r>
                          <a:rPr lang="en-US" altLang="ko-KR" i="1">
                            <a:solidFill>
                              <a:srgbClr val="222222"/>
                            </a:solidFill>
                            <a:latin typeface="Cambria Math" panose="02040503050406030204" pitchFamily="18" charset="0"/>
                          </a:rPr>
                          <m:t>𝑡</m:t>
                        </m:r>
                      </m:den>
                    </m:f>
                    <m:r>
                      <a:rPr lang="en-US" altLang="ko-KR" i="1" smtClean="0">
                        <a:solidFill>
                          <a:srgbClr val="222222"/>
                        </a:solidFill>
                        <a:latin typeface="Cambria Math" panose="02040503050406030204" pitchFamily="18" charset="0"/>
                        <a:ea typeface="Cambria Math" panose="02040503050406030204" pitchFamily="18" charset="0"/>
                      </a:rPr>
                      <m:t>×</m:t>
                    </m:r>
                    <m:f>
                      <m:fPr>
                        <m:ctrlPr>
                          <a:rPr lang="en-US" altLang="ko-KR" i="1">
                            <a:solidFill>
                              <a:srgbClr val="222222"/>
                            </a:solidFill>
                            <a:latin typeface="Cambria Math" panose="02040503050406030204" pitchFamily="18" charset="0"/>
                          </a:rPr>
                        </m:ctrlPr>
                      </m:fPr>
                      <m:num>
                        <m:r>
                          <a:rPr lang="en-US" altLang="ko-KR" i="1" smtClean="0">
                            <a:solidFill>
                              <a:srgbClr val="222222"/>
                            </a:solidFill>
                            <a:latin typeface="Cambria Math" panose="02040503050406030204" pitchFamily="18" charset="0"/>
                          </a:rPr>
                          <m:t>𝑑</m:t>
                        </m:r>
                        <m:r>
                          <a:rPr lang="en-US" altLang="ko-KR" i="1">
                            <a:solidFill>
                              <a:srgbClr val="222222"/>
                            </a:solidFill>
                            <a:latin typeface="Cambria Math" panose="02040503050406030204" pitchFamily="18" charset="0"/>
                          </a:rPr>
                          <m:t>𝑡</m:t>
                        </m:r>
                      </m:num>
                      <m:den>
                        <m:r>
                          <a:rPr lang="en-US" altLang="ko-KR" i="1" smtClean="0">
                            <a:solidFill>
                              <a:srgbClr val="222222"/>
                            </a:solidFill>
                            <a:latin typeface="Cambria Math" panose="02040503050406030204" pitchFamily="18" charset="0"/>
                          </a:rPr>
                          <m:t>𝑑𝑥</m:t>
                        </m:r>
                      </m:den>
                    </m:f>
                  </m:oMath>
                </a14:m>
                <a:endParaRPr lang="en-US" altLang="ko-KR" i="1" dirty="0">
                  <a:solidFill>
                    <a:srgbClr val="222222"/>
                  </a:solidFill>
                  <a:latin typeface="Arial Narrow" panose="020B0606020202030204" pitchFamily="34" charset="0"/>
                </a:endParaRPr>
              </a:p>
              <a:p>
                <a:pPr marL="742950" lvl="1" indent="-285750">
                  <a:lnSpc>
                    <a:spcPct val="150000"/>
                  </a:lnSpc>
                  <a:buFont typeface="Arial" panose="020B0604020202020204" pitchFamily="34" charset="0"/>
                  <a:buChar char="•"/>
                </a:pPr>
                <a:endParaRPr lang="en-US" altLang="ko-KR" dirty="0">
                  <a:solidFill>
                    <a:srgbClr val="222222"/>
                  </a:solidFill>
                  <a:latin typeface="Arial Narrow" panose="020B0606020202030204" pitchFamily="34" charset="0"/>
                </a:endParaRPr>
              </a:p>
            </p:txBody>
          </p:sp>
        </mc:Choice>
        <mc:Fallback xmlns="">
          <p:sp>
            <p:nvSpPr>
              <p:cNvPr id="10" name="직사각형 9">
                <a:extLst>
                  <a:ext uri="{FF2B5EF4-FFF2-40B4-BE49-F238E27FC236}">
                    <a16:creationId xmlns:a16="http://schemas.microsoft.com/office/drawing/2014/main" id="{C7C7178E-B73C-405C-98AA-12B1241AB1A3}"/>
                  </a:ext>
                </a:extLst>
              </p:cNvPr>
              <p:cNvSpPr>
                <a:spLocks noRot="1" noChangeAspect="1" noMove="1" noResize="1" noEditPoints="1" noAdjustHandles="1" noChangeArrowheads="1" noChangeShapeType="1" noTextEdit="1"/>
              </p:cNvSpPr>
              <p:nvPr/>
            </p:nvSpPr>
            <p:spPr>
              <a:xfrm>
                <a:off x="328771" y="1139130"/>
                <a:ext cx="8412893" cy="4470519"/>
              </a:xfrm>
              <a:prstGeom prst="rect">
                <a:avLst/>
              </a:prstGeom>
              <a:blipFill>
                <a:blip r:embed="rId3"/>
                <a:stretch>
                  <a:fillRect l="-652"/>
                </a:stretch>
              </a:blipFill>
            </p:spPr>
            <p:txBody>
              <a:bodyPr/>
              <a:lstStyle/>
              <a:p>
                <a:r>
                  <a:rPr lang="ko-KR" altLang="en-US">
                    <a:noFill/>
                  </a:rPr>
                  <a:t> </a:t>
                </a:r>
              </a:p>
            </p:txBody>
          </p:sp>
        </mc:Fallback>
      </mc:AlternateContent>
      <p:grpSp>
        <p:nvGrpSpPr>
          <p:cNvPr id="7" name="그룹 6">
            <a:extLst>
              <a:ext uri="{FF2B5EF4-FFF2-40B4-BE49-F238E27FC236}">
                <a16:creationId xmlns:a16="http://schemas.microsoft.com/office/drawing/2014/main" id="{39845295-843C-49C7-472F-8703F6502830}"/>
              </a:ext>
            </a:extLst>
          </p:cNvPr>
          <p:cNvGrpSpPr/>
          <p:nvPr/>
        </p:nvGrpSpPr>
        <p:grpSpPr>
          <a:xfrm>
            <a:off x="1314322" y="3833280"/>
            <a:ext cx="3504565" cy="510120"/>
            <a:chOff x="2466721" y="5671224"/>
            <a:chExt cx="3486404" cy="540000"/>
          </a:xfrm>
        </p:grpSpPr>
        <p:grpSp>
          <p:nvGrpSpPr>
            <p:cNvPr id="4" name="그룹 3">
              <a:extLst>
                <a:ext uri="{FF2B5EF4-FFF2-40B4-BE49-F238E27FC236}">
                  <a16:creationId xmlns:a16="http://schemas.microsoft.com/office/drawing/2014/main" id="{7A21F12B-D881-4E48-ED67-2B1864EC638A}"/>
                </a:ext>
              </a:extLst>
            </p:cNvPr>
            <p:cNvGrpSpPr/>
            <p:nvPr/>
          </p:nvGrpSpPr>
          <p:grpSpPr>
            <a:xfrm>
              <a:off x="2466721" y="5671224"/>
              <a:ext cx="3486404" cy="540000"/>
              <a:chOff x="1956816" y="3895344"/>
              <a:chExt cx="3486404" cy="540000"/>
            </a:xfrm>
          </p:grpSpPr>
          <p:sp>
            <p:nvSpPr>
              <p:cNvPr id="2" name="타원 1">
                <a:extLst>
                  <a:ext uri="{FF2B5EF4-FFF2-40B4-BE49-F238E27FC236}">
                    <a16:creationId xmlns:a16="http://schemas.microsoft.com/office/drawing/2014/main" id="{D1BD5DFE-4E2A-E032-32A1-FC31DB6EE8A5}"/>
                  </a:ext>
                </a:extLst>
              </p:cNvPr>
              <p:cNvSpPr/>
              <p:nvPr/>
            </p:nvSpPr>
            <p:spPr>
              <a:xfrm>
                <a:off x="1956816" y="3895344"/>
                <a:ext cx="540000" cy="54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화살표: 오른쪽 2">
                <a:extLst>
                  <a:ext uri="{FF2B5EF4-FFF2-40B4-BE49-F238E27FC236}">
                    <a16:creationId xmlns:a16="http://schemas.microsoft.com/office/drawing/2014/main" id="{896396E9-26A2-84C3-B8B7-E0C417782B7B}"/>
                  </a:ext>
                </a:extLst>
              </p:cNvPr>
              <p:cNvSpPr/>
              <p:nvPr/>
            </p:nvSpPr>
            <p:spPr>
              <a:xfrm>
                <a:off x="2670048" y="4014216"/>
                <a:ext cx="587502" cy="297432"/>
              </a:xfrm>
              <a:prstGeom prst="rightArrow">
                <a:avLst>
                  <a:gd name="adj1" fmla="val 31554"/>
                  <a:gd name="adj2" fmla="val 50000"/>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타원 8">
                <a:extLst>
                  <a:ext uri="{FF2B5EF4-FFF2-40B4-BE49-F238E27FC236}">
                    <a16:creationId xmlns:a16="http://schemas.microsoft.com/office/drawing/2014/main" id="{F6332012-BE96-571F-AAE9-F5EDD72BE01F}"/>
                  </a:ext>
                </a:extLst>
              </p:cNvPr>
              <p:cNvSpPr/>
              <p:nvPr/>
            </p:nvSpPr>
            <p:spPr>
              <a:xfrm>
                <a:off x="3430782" y="3895344"/>
                <a:ext cx="540000" cy="54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화살표: 오른쪽 10">
                <a:extLst>
                  <a:ext uri="{FF2B5EF4-FFF2-40B4-BE49-F238E27FC236}">
                    <a16:creationId xmlns:a16="http://schemas.microsoft.com/office/drawing/2014/main" id="{9F05C0A1-7322-C0C0-48F8-85AA5386E973}"/>
                  </a:ext>
                </a:extLst>
              </p:cNvPr>
              <p:cNvSpPr/>
              <p:nvPr/>
            </p:nvSpPr>
            <p:spPr>
              <a:xfrm>
                <a:off x="4144014" y="4014216"/>
                <a:ext cx="587502" cy="297432"/>
              </a:xfrm>
              <a:prstGeom prst="rightArrow">
                <a:avLst>
                  <a:gd name="adj1" fmla="val 31554"/>
                  <a:gd name="adj2" fmla="val 50000"/>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타원 11">
                <a:extLst>
                  <a:ext uri="{FF2B5EF4-FFF2-40B4-BE49-F238E27FC236}">
                    <a16:creationId xmlns:a16="http://schemas.microsoft.com/office/drawing/2014/main" id="{C9E706BA-81AF-8152-D576-1EB04629A98B}"/>
                  </a:ext>
                </a:extLst>
              </p:cNvPr>
              <p:cNvSpPr/>
              <p:nvPr/>
            </p:nvSpPr>
            <p:spPr>
              <a:xfrm>
                <a:off x="4903220" y="3895344"/>
                <a:ext cx="540000" cy="54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4" name="TextBox 13">
              <a:extLst>
                <a:ext uri="{FF2B5EF4-FFF2-40B4-BE49-F238E27FC236}">
                  <a16:creationId xmlns:a16="http://schemas.microsoft.com/office/drawing/2014/main" id="{DB72D5E2-9993-3951-814D-1EC29F7ECBC5}"/>
                </a:ext>
              </a:extLst>
            </p:cNvPr>
            <p:cNvSpPr txBox="1"/>
            <p:nvPr/>
          </p:nvSpPr>
          <p:spPr>
            <a:xfrm>
              <a:off x="2585845" y="5724118"/>
              <a:ext cx="301752" cy="400110"/>
            </a:xfrm>
            <a:prstGeom prst="rect">
              <a:avLst/>
            </a:prstGeom>
            <a:noFill/>
          </p:spPr>
          <p:txBody>
            <a:bodyPr wrap="square">
              <a:spAutoFit/>
            </a:bodyPr>
            <a:lstStyle/>
            <a:p>
              <a:r>
                <a:rPr lang="en-US" altLang="ko-KR" sz="2000" i="1" dirty="0">
                  <a:solidFill>
                    <a:srgbClr val="222222"/>
                  </a:solidFill>
                  <a:latin typeface="Arial Narrow" panose="020B0606020202030204" pitchFamily="34" charset="0"/>
                </a:rPr>
                <a:t>x</a:t>
              </a:r>
              <a:endParaRPr lang="ko-KR" altLang="en-US" sz="2000" dirty="0"/>
            </a:p>
          </p:txBody>
        </p:sp>
        <p:sp>
          <p:nvSpPr>
            <p:cNvPr id="16" name="TextBox 15">
              <a:extLst>
                <a:ext uri="{FF2B5EF4-FFF2-40B4-BE49-F238E27FC236}">
                  <a16:creationId xmlns:a16="http://schemas.microsoft.com/office/drawing/2014/main" id="{2E0A8C7F-0A28-4066-55D6-ABF4BCBA6DFE}"/>
                </a:ext>
              </a:extLst>
            </p:cNvPr>
            <p:cNvSpPr txBox="1"/>
            <p:nvPr/>
          </p:nvSpPr>
          <p:spPr>
            <a:xfrm>
              <a:off x="4093367" y="5739664"/>
              <a:ext cx="299839" cy="423546"/>
            </a:xfrm>
            <a:prstGeom prst="rect">
              <a:avLst/>
            </a:prstGeom>
            <a:noFill/>
          </p:spPr>
          <p:txBody>
            <a:bodyPr wrap="square">
              <a:spAutoFit/>
            </a:bodyPr>
            <a:lstStyle/>
            <a:p>
              <a:r>
                <a:rPr lang="en-US" altLang="ko-KR" sz="2000" i="1" dirty="0">
                  <a:solidFill>
                    <a:srgbClr val="222222"/>
                  </a:solidFill>
                  <a:latin typeface="Arial Narrow" panose="020B0606020202030204" pitchFamily="34" charset="0"/>
                </a:rPr>
                <a:t>t</a:t>
              </a:r>
              <a:endParaRPr lang="ko-KR" altLang="en-US" sz="2000" dirty="0"/>
            </a:p>
          </p:txBody>
        </p:sp>
        <p:sp>
          <p:nvSpPr>
            <p:cNvPr id="17" name="TextBox 16">
              <a:extLst>
                <a:ext uri="{FF2B5EF4-FFF2-40B4-BE49-F238E27FC236}">
                  <a16:creationId xmlns:a16="http://schemas.microsoft.com/office/drawing/2014/main" id="{D4DCC48B-76AD-F887-9F2A-05DAF91AC534}"/>
                </a:ext>
              </a:extLst>
            </p:cNvPr>
            <p:cNvSpPr txBox="1"/>
            <p:nvPr/>
          </p:nvSpPr>
          <p:spPr>
            <a:xfrm>
              <a:off x="5533205" y="5716618"/>
              <a:ext cx="299839" cy="423546"/>
            </a:xfrm>
            <a:prstGeom prst="rect">
              <a:avLst/>
            </a:prstGeom>
            <a:noFill/>
          </p:spPr>
          <p:txBody>
            <a:bodyPr wrap="square">
              <a:spAutoFit/>
            </a:bodyPr>
            <a:lstStyle/>
            <a:p>
              <a:r>
                <a:rPr lang="en-US" altLang="ko-KR" sz="2000" i="1" dirty="0">
                  <a:solidFill>
                    <a:srgbClr val="222222"/>
                  </a:solidFill>
                  <a:latin typeface="Arial Narrow" panose="020B0606020202030204" pitchFamily="34" charset="0"/>
                </a:rPr>
                <a:t>y</a:t>
              </a:r>
              <a:endParaRPr lang="ko-KR" altLang="en-US" sz="2000" dirty="0"/>
            </a:p>
          </p:txBody>
        </p:sp>
      </p:grpSp>
    </p:spTree>
    <p:extLst>
      <p:ext uri="{BB962C8B-B14F-4D97-AF65-F5344CB8AC3E}">
        <p14:creationId xmlns:p14="http://schemas.microsoft.com/office/powerpoint/2010/main" val="356112891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mc:AlternateContent xmlns:mc="http://schemas.openxmlformats.org/markup-compatibility/2006" xmlns:a14="http://schemas.microsoft.com/office/drawing/2010/main">
        <mc:Choice Requires="a14">
          <p:sp>
            <p:nvSpPr>
              <p:cNvPr id="10" name="직사각형 9">
                <a:extLst>
                  <a:ext uri="{FF2B5EF4-FFF2-40B4-BE49-F238E27FC236}">
                    <a16:creationId xmlns:a16="http://schemas.microsoft.com/office/drawing/2014/main" id="{C7C7178E-B73C-405C-98AA-12B1241AB1A3}"/>
                  </a:ext>
                </a:extLst>
              </p:cNvPr>
              <p:cNvSpPr/>
              <p:nvPr/>
            </p:nvSpPr>
            <p:spPr>
              <a:xfrm>
                <a:off x="328771" y="1139130"/>
                <a:ext cx="8412893" cy="5046894"/>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More about chain rule</a:t>
                </a:r>
              </a:p>
              <a:p>
                <a:pPr lvl="1">
                  <a:lnSpc>
                    <a:spcPct val="150000"/>
                  </a:lnSpc>
                </a:pPr>
                <a:r>
                  <a:rPr lang="en-US" altLang="ko-KR" dirty="0">
                    <a:solidFill>
                      <a:srgbClr val="222222"/>
                    </a:solidFill>
                    <a:latin typeface="Arial Narrow" panose="020B0606020202030204" pitchFamily="34" charset="0"/>
                  </a:rPr>
                  <a:t>Let's say we have a function for </a:t>
                </a:r>
                <a:r>
                  <a:rPr lang="en-US" altLang="ko-KR" i="1" dirty="0">
                    <a:solidFill>
                      <a:srgbClr val="222222"/>
                    </a:solidFill>
                    <a:latin typeface="Arial Narrow" panose="020B0606020202030204" pitchFamily="34" charset="0"/>
                  </a:rPr>
                  <a:t>t</a:t>
                </a:r>
                <a:r>
                  <a:rPr lang="en-US" altLang="ko-KR" dirty="0">
                    <a:solidFill>
                      <a:srgbClr val="222222"/>
                    </a:solidFill>
                    <a:latin typeface="Arial Narrow" panose="020B0606020202030204" pitchFamily="34" charset="0"/>
                  </a:rPr>
                  <a:t>, </a:t>
                </a:r>
                <a14:m>
                  <m:oMath xmlns:m="http://schemas.openxmlformats.org/officeDocument/2006/math">
                    <m:r>
                      <a:rPr lang="en-US" altLang="ko-KR" i="1" dirty="0">
                        <a:solidFill>
                          <a:srgbClr val="222222"/>
                        </a:solidFill>
                        <a:latin typeface="Cambria Math" panose="02040503050406030204" pitchFamily="18" charset="0"/>
                      </a:rPr>
                      <m:t>𝑦</m:t>
                    </m:r>
                    <m:r>
                      <a:rPr lang="en-US" altLang="ko-KR" i="1">
                        <a:latin typeface="Cambria Math" panose="02040503050406030204" pitchFamily="18" charset="0"/>
                      </a:rPr>
                      <m:t>=</m:t>
                    </m:r>
                    <m:r>
                      <a:rPr lang="en-US" altLang="ko-KR" i="1">
                        <a:latin typeface="Cambria Math" panose="02040503050406030204" pitchFamily="18" charset="0"/>
                      </a:rPr>
                      <m:t>𝑓</m:t>
                    </m:r>
                    <m:d>
                      <m:dPr>
                        <m:ctrlPr>
                          <a:rPr lang="en-US" altLang="ko-KR" i="1">
                            <a:solidFill>
                              <a:srgbClr val="222222"/>
                            </a:solidFill>
                            <a:latin typeface="Cambria Math" panose="02040503050406030204" pitchFamily="18" charset="0"/>
                          </a:rPr>
                        </m:ctrlPr>
                      </m:dPr>
                      <m:e>
                        <m:r>
                          <a:rPr lang="en-US" altLang="ko-KR" i="1">
                            <a:solidFill>
                              <a:srgbClr val="222222"/>
                            </a:solidFill>
                            <a:latin typeface="Cambria Math" panose="02040503050406030204" pitchFamily="18" charset="0"/>
                          </a:rPr>
                          <m:t>𝑡</m:t>
                        </m:r>
                      </m:e>
                    </m:d>
                  </m:oMath>
                </a14:m>
                <a:r>
                  <a:rPr lang="en-US" altLang="ko-KR" dirty="0">
                    <a:solidFill>
                      <a:srgbClr val="222222"/>
                    </a:solidFill>
                    <a:latin typeface="Arial Narrow" panose="020B0606020202030204" pitchFamily="34" charset="0"/>
                  </a:rPr>
                  <a:t>. </a:t>
                </a:r>
              </a:p>
              <a:p>
                <a:pPr lvl="1">
                  <a:lnSpc>
                    <a:spcPct val="150000"/>
                  </a:lnSpc>
                </a:pPr>
                <a:r>
                  <a:rPr lang="en-US" altLang="ko-KR" dirty="0">
                    <a:solidFill>
                      <a:srgbClr val="222222"/>
                    </a:solidFill>
                    <a:latin typeface="Arial Narrow" panose="020B0606020202030204" pitchFamily="34" charset="0"/>
                  </a:rPr>
                  <a:t>Also, </a:t>
                </a:r>
                <a:r>
                  <a:rPr lang="en-US" altLang="ko-KR" i="1" dirty="0">
                    <a:solidFill>
                      <a:srgbClr val="222222"/>
                    </a:solidFill>
                    <a:latin typeface="Arial Narrow" panose="020B0606020202030204" pitchFamily="34" charset="0"/>
                  </a:rPr>
                  <a:t>t </a:t>
                </a:r>
                <a:r>
                  <a:rPr lang="en-US" altLang="ko-KR" dirty="0">
                    <a:solidFill>
                      <a:srgbClr val="222222"/>
                    </a:solidFill>
                    <a:latin typeface="Arial Narrow" panose="020B0606020202030204" pitchFamily="34" charset="0"/>
                  </a:rPr>
                  <a:t>is a function of </a:t>
                </a:r>
                <a:r>
                  <a:rPr lang="en-US" altLang="ko-KR" i="1" dirty="0">
                    <a:solidFill>
                      <a:srgbClr val="222222"/>
                    </a:solidFill>
                    <a:latin typeface="Arial Narrow" panose="020B0606020202030204" pitchFamily="34" charset="0"/>
                  </a:rPr>
                  <a:t>x</a:t>
                </a:r>
                <a:r>
                  <a:rPr lang="en-US" altLang="ko-KR" dirty="0">
                    <a:solidFill>
                      <a:srgbClr val="222222"/>
                    </a:solidFill>
                    <a:latin typeface="Arial Narrow" panose="020B0606020202030204" pitchFamily="34" charset="0"/>
                  </a:rPr>
                  <a:t>, </a:t>
                </a:r>
                <a14:m>
                  <m:oMath xmlns:m="http://schemas.openxmlformats.org/officeDocument/2006/math">
                    <m:r>
                      <a:rPr lang="en-US" altLang="ko-KR" i="1" dirty="0">
                        <a:solidFill>
                          <a:srgbClr val="222222"/>
                        </a:solidFill>
                        <a:latin typeface="Cambria Math" panose="02040503050406030204" pitchFamily="18" charset="0"/>
                      </a:rPr>
                      <m:t>𝑡</m:t>
                    </m:r>
                    <m:r>
                      <a:rPr lang="en-US" altLang="ko-KR" i="1">
                        <a:latin typeface="Cambria Math" panose="02040503050406030204" pitchFamily="18" charset="0"/>
                      </a:rPr>
                      <m:t>=</m:t>
                    </m:r>
                    <m:r>
                      <a:rPr lang="en-US" altLang="ko-KR" i="1">
                        <a:latin typeface="Cambria Math" panose="02040503050406030204" pitchFamily="18" charset="0"/>
                      </a:rPr>
                      <m:t>𝑔</m:t>
                    </m:r>
                    <m:d>
                      <m:dPr>
                        <m:ctrlPr>
                          <a:rPr lang="en-US" altLang="ko-KR" i="1">
                            <a:solidFill>
                              <a:srgbClr val="222222"/>
                            </a:solidFill>
                            <a:latin typeface="Cambria Math" panose="02040503050406030204" pitchFamily="18" charset="0"/>
                          </a:rPr>
                        </m:ctrlPr>
                      </m:dPr>
                      <m:e>
                        <m:r>
                          <a:rPr lang="en-US" altLang="ko-KR" i="1">
                            <a:solidFill>
                              <a:srgbClr val="222222"/>
                            </a:solidFill>
                            <a:latin typeface="Cambria Math" panose="02040503050406030204" pitchFamily="18" charset="0"/>
                          </a:rPr>
                          <m:t>𝑥</m:t>
                        </m:r>
                      </m:e>
                    </m:d>
                  </m:oMath>
                </a14:m>
                <a:r>
                  <a:rPr lang="en-US" altLang="ko-KR" i="1" dirty="0">
                    <a:solidFill>
                      <a:srgbClr val="222222"/>
                    </a:solidFill>
                    <a:latin typeface="Arial Narrow" panose="020B0606020202030204" pitchFamily="34" charset="0"/>
                  </a:rPr>
                  <a:t>.</a:t>
                </a:r>
                <a:r>
                  <a:rPr lang="en-US" altLang="ko-KR" dirty="0">
                    <a:solidFill>
                      <a:srgbClr val="222222"/>
                    </a:solidFill>
                    <a:latin typeface="Arial Narrow" panose="020B0606020202030204" pitchFamily="34" charset="0"/>
                  </a:rPr>
                  <a:t> </a:t>
                </a:r>
              </a:p>
              <a:p>
                <a:pPr lvl="1">
                  <a:lnSpc>
                    <a:spcPct val="150000"/>
                  </a:lnSpc>
                </a:pPr>
                <a:r>
                  <a:rPr lang="en-US" altLang="ko-KR" dirty="0">
                    <a:solidFill>
                      <a:srgbClr val="222222"/>
                    </a:solidFill>
                    <a:latin typeface="Arial Narrow" panose="020B0606020202030204" pitchFamily="34" charset="0"/>
                  </a:rPr>
                  <a:t>As a composite function, the two functions can be written as: </a:t>
                </a:r>
                <a14:m>
                  <m:oMath xmlns:m="http://schemas.openxmlformats.org/officeDocument/2006/math">
                    <m:r>
                      <a:rPr lang="en-US" altLang="ko-KR" i="1" dirty="0" smtClean="0">
                        <a:solidFill>
                          <a:srgbClr val="222222"/>
                        </a:solidFill>
                        <a:latin typeface="Cambria Math" panose="02040503050406030204" pitchFamily="18" charset="0"/>
                      </a:rPr>
                      <m:t>𝑦</m:t>
                    </m:r>
                    <m:r>
                      <a:rPr lang="en-US" altLang="ko-KR" i="1">
                        <a:latin typeface="Cambria Math" panose="02040503050406030204" pitchFamily="18" charset="0"/>
                      </a:rPr>
                      <m:t>=</m:t>
                    </m:r>
                    <m:r>
                      <a:rPr lang="en-US" altLang="ko-KR" i="1">
                        <a:latin typeface="Cambria Math" panose="02040503050406030204" pitchFamily="18" charset="0"/>
                      </a:rPr>
                      <m:t>𝑓</m:t>
                    </m:r>
                    <m:d>
                      <m:dPr>
                        <m:ctrlPr>
                          <a:rPr lang="en-US" altLang="ko-KR" i="1">
                            <a:solidFill>
                              <a:srgbClr val="222222"/>
                            </a:solidFill>
                            <a:latin typeface="Cambria Math" panose="02040503050406030204" pitchFamily="18" charset="0"/>
                          </a:rPr>
                        </m:ctrlPr>
                      </m:dPr>
                      <m:e>
                        <m:r>
                          <a:rPr lang="en-US" altLang="ko-KR" i="1">
                            <a:solidFill>
                              <a:srgbClr val="222222"/>
                            </a:solidFill>
                            <a:latin typeface="Cambria Math" panose="02040503050406030204" pitchFamily="18" charset="0"/>
                          </a:rPr>
                          <m:t>𝑔</m:t>
                        </m:r>
                        <m:r>
                          <a:rPr lang="en-US" altLang="ko-KR" i="1">
                            <a:solidFill>
                              <a:srgbClr val="222222"/>
                            </a:solidFill>
                            <a:latin typeface="Cambria Math" panose="02040503050406030204" pitchFamily="18" charset="0"/>
                          </a:rPr>
                          <m:t>(</m:t>
                        </m:r>
                        <m:r>
                          <a:rPr lang="en-US" altLang="ko-KR" i="1">
                            <a:solidFill>
                              <a:srgbClr val="222222"/>
                            </a:solidFill>
                            <a:latin typeface="Cambria Math" panose="02040503050406030204" pitchFamily="18" charset="0"/>
                          </a:rPr>
                          <m:t>𝑥</m:t>
                        </m:r>
                        <m:r>
                          <a:rPr lang="en-US" altLang="ko-KR" i="1">
                            <a:solidFill>
                              <a:srgbClr val="222222"/>
                            </a:solidFill>
                            <a:latin typeface="Cambria Math" panose="02040503050406030204" pitchFamily="18" charset="0"/>
                          </a:rPr>
                          <m:t>)</m:t>
                        </m:r>
                      </m:e>
                    </m:d>
                  </m:oMath>
                </a14:m>
                <a:r>
                  <a:rPr lang="en-US" altLang="ko-KR" dirty="0">
                    <a:solidFill>
                      <a:srgbClr val="222222"/>
                    </a:solidFill>
                    <a:latin typeface="Arial Narrow" panose="020B0606020202030204" pitchFamily="34" charset="0"/>
                  </a:rPr>
                  <a:t> </a:t>
                </a:r>
              </a:p>
              <a:p>
                <a:pPr marL="741600" lvl="1" indent="-284400">
                  <a:lnSpc>
                    <a:spcPct val="150000"/>
                  </a:lnSpc>
                  <a:buFont typeface="Arial" panose="020B0604020202020204" pitchFamily="34" charset="0"/>
                  <a:buChar char="•"/>
                </a:pPr>
                <a:endParaRPr lang="en-US" altLang="ko-KR" i="1" dirty="0">
                  <a:solidFill>
                    <a:srgbClr val="222222"/>
                  </a:solidFill>
                  <a:latin typeface="Arial Narrow" panose="020B0606020202030204" pitchFamily="34" charset="0"/>
                </a:endParaRPr>
              </a:p>
              <a:p>
                <a:pPr marL="285750" indent="-28575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How to obtain </a:t>
                </a:r>
                <a14:m>
                  <m:oMath xmlns:m="http://schemas.openxmlformats.org/officeDocument/2006/math">
                    <m:f>
                      <m:fPr>
                        <m:ctrlPr>
                          <a:rPr lang="en-US" altLang="ko-KR" sz="2000" i="1" smtClean="0">
                            <a:solidFill>
                              <a:srgbClr val="222222"/>
                            </a:solidFill>
                            <a:latin typeface="Cambria Math" panose="02040503050406030204" pitchFamily="18" charset="0"/>
                          </a:rPr>
                        </m:ctrlPr>
                      </m:fPr>
                      <m:num>
                        <m:r>
                          <a:rPr lang="en-US" altLang="ko-KR" sz="2000" i="1">
                            <a:solidFill>
                              <a:srgbClr val="222222"/>
                            </a:solidFill>
                            <a:latin typeface="Cambria Math" panose="02040503050406030204" pitchFamily="18" charset="0"/>
                          </a:rPr>
                          <m:t>𝑑</m:t>
                        </m:r>
                        <m:r>
                          <a:rPr lang="en-US" altLang="ko-KR" sz="2000" i="1" smtClean="0">
                            <a:solidFill>
                              <a:srgbClr val="222222"/>
                            </a:solidFill>
                            <a:latin typeface="Cambria Math" panose="02040503050406030204" pitchFamily="18" charset="0"/>
                          </a:rPr>
                          <m:t>𝑦</m:t>
                        </m:r>
                      </m:num>
                      <m:den>
                        <m:r>
                          <a:rPr lang="en-US" altLang="ko-KR" sz="2000" i="1">
                            <a:solidFill>
                              <a:srgbClr val="222222"/>
                            </a:solidFill>
                            <a:latin typeface="Cambria Math" panose="02040503050406030204" pitchFamily="18" charset="0"/>
                          </a:rPr>
                          <m:t>𝑑𝑥</m:t>
                        </m:r>
                      </m:den>
                    </m:f>
                  </m:oMath>
                </a14:m>
                <a:r>
                  <a:rPr lang="en-US" altLang="ko-KR" sz="2000" dirty="0">
                    <a:solidFill>
                      <a:srgbClr val="222222"/>
                    </a:solidFill>
                    <a:latin typeface="Arial Narrow" panose="020B0606020202030204" pitchFamily="34" charset="0"/>
                  </a:rPr>
                  <a:t> ?</a:t>
                </a:r>
              </a:p>
              <a:p>
                <a:pPr lvl="1">
                  <a:lnSpc>
                    <a:spcPct val="150000"/>
                  </a:lnSpc>
                </a:pPr>
                <a:r>
                  <a:rPr lang="en-US" altLang="ko-KR" dirty="0">
                    <a:solidFill>
                      <a:srgbClr val="222222"/>
                    </a:solidFill>
                    <a:latin typeface="Arial Narrow" panose="020B0606020202030204" pitchFamily="34" charset="0"/>
                  </a:rPr>
                  <a:t>Since </a:t>
                </a:r>
                <a:r>
                  <a:rPr lang="en-US" altLang="ko-KR" i="1" dirty="0">
                    <a:solidFill>
                      <a:srgbClr val="222222"/>
                    </a:solidFill>
                    <a:latin typeface="Arial Narrow" panose="020B0606020202030204" pitchFamily="34" charset="0"/>
                  </a:rPr>
                  <a:t>y</a:t>
                </a:r>
                <a:r>
                  <a:rPr lang="en-US" altLang="ko-KR" dirty="0">
                    <a:solidFill>
                      <a:srgbClr val="222222"/>
                    </a:solidFill>
                    <a:latin typeface="Arial Narrow" panose="020B0606020202030204" pitchFamily="34" charset="0"/>
                  </a:rPr>
                  <a:t> is a function of </a:t>
                </a:r>
                <a:r>
                  <a:rPr lang="en-US" altLang="ko-KR" i="1" dirty="0">
                    <a:solidFill>
                      <a:srgbClr val="222222"/>
                    </a:solidFill>
                    <a:latin typeface="Arial Narrow" panose="020B0606020202030204" pitchFamily="34" charset="0"/>
                  </a:rPr>
                  <a:t>t</a:t>
                </a:r>
                <a:r>
                  <a:rPr lang="en-US" altLang="ko-KR" dirty="0">
                    <a:solidFill>
                      <a:srgbClr val="222222"/>
                    </a:solidFill>
                    <a:latin typeface="Arial Narrow" panose="020B0606020202030204" pitchFamily="34" charset="0"/>
                  </a:rPr>
                  <a:t>, in terms of </a:t>
                </a:r>
                <a:r>
                  <a:rPr lang="en-US" altLang="ko-KR" i="1" dirty="0">
                    <a:solidFill>
                      <a:srgbClr val="222222"/>
                    </a:solidFill>
                    <a:latin typeface="Arial Narrow" panose="020B0606020202030204" pitchFamily="34" charset="0"/>
                  </a:rPr>
                  <a:t>t</a:t>
                </a:r>
                <a:r>
                  <a:rPr lang="en-US" altLang="ko-KR" dirty="0">
                    <a:solidFill>
                      <a:srgbClr val="222222"/>
                    </a:solidFill>
                    <a:latin typeface="Arial Narrow" panose="020B0606020202030204" pitchFamily="34" charset="0"/>
                  </a:rPr>
                  <a:t>, </a:t>
                </a:r>
                <a14:m>
                  <m:oMath xmlns:m="http://schemas.openxmlformats.org/officeDocument/2006/math">
                    <m:f>
                      <m:fPr>
                        <m:ctrlPr>
                          <a:rPr lang="en-US" altLang="ko-KR" sz="1800" i="1" smtClean="0">
                            <a:solidFill>
                              <a:srgbClr val="222222"/>
                            </a:solidFill>
                            <a:latin typeface="Cambria Math" panose="02040503050406030204" pitchFamily="18" charset="0"/>
                          </a:rPr>
                        </m:ctrlPr>
                      </m:fPr>
                      <m:num>
                        <m:r>
                          <a:rPr lang="en-US" altLang="ko-KR" sz="1800" i="1">
                            <a:solidFill>
                              <a:srgbClr val="222222"/>
                            </a:solidFill>
                            <a:latin typeface="Cambria Math" panose="02040503050406030204" pitchFamily="18" charset="0"/>
                          </a:rPr>
                          <m:t>𝑑</m:t>
                        </m:r>
                        <m:r>
                          <a:rPr lang="en-US" altLang="ko-KR" sz="1800" i="1" smtClean="0">
                            <a:solidFill>
                              <a:srgbClr val="222222"/>
                            </a:solidFill>
                            <a:latin typeface="Cambria Math" panose="02040503050406030204" pitchFamily="18" charset="0"/>
                          </a:rPr>
                          <m:t>𝑦</m:t>
                        </m:r>
                      </m:num>
                      <m:den>
                        <m:r>
                          <a:rPr lang="en-US" altLang="ko-KR" sz="1800" i="1">
                            <a:solidFill>
                              <a:srgbClr val="222222"/>
                            </a:solidFill>
                            <a:latin typeface="Cambria Math" panose="02040503050406030204" pitchFamily="18" charset="0"/>
                          </a:rPr>
                          <m:t>𝑑𝑥</m:t>
                        </m:r>
                      </m:den>
                    </m:f>
                  </m:oMath>
                </a14:m>
                <a:r>
                  <a:rPr lang="en-US" altLang="ko-KR" dirty="0">
                    <a:solidFill>
                      <a:srgbClr val="222222"/>
                    </a:solidFill>
                    <a:latin typeface="Arial Narrow" panose="020B0606020202030204" pitchFamily="34" charset="0"/>
                  </a:rPr>
                  <a:t> can be transformed as:</a:t>
                </a:r>
              </a:p>
              <a:p>
                <a:pPr lvl="1">
                  <a:lnSpc>
                    <a:spcPct val="150000"/>
                  </a:lnSpc>
                </a:pPr>
                <a14:m>
                  <m:oMathPara xmlns:m="http://schemas.openxmlformats.org/officeDocument/2006/math">
                    <m:oMathParaPr>
                      <m:jc m:val="left"/>
                    </m:oMathParaPr>
                    <m:oMath xmlns:m="http://schemas.openxmlformats.org/officeDocument/2006/math">
                      <m:f>
                        <m:fPr>
                          <m:ctrlPr>
                            <a:rPr lang="en-US" altLang="ko-KR" i="1">
                              <a:solidFill>
                                <a:srgbClr val="222222"/>
                              </a:solidFill>
                              <a:latin typeface="Cambria Math" panose="02040503050406030204" pitchFamily="18" charset="0"/>
                            </a:rPr>
                          </m:ctrlPr>
                        </m:fPr>
                        <m:num>
                          <m:r>
                            <a:rPr lang="en-US" altLang="ko-KR" i="1">
                              <a:solidFill>
                                <a:srgbClr val="222222"/>
                              </a:solidFill>
                              <a:latin typeface="Cambria Math" panose="02040503050406030204" pitchFamily="18" charset="0"/>
                            </a:rPr>
                            <m:t>𝑑𝑦</m:t>
                          </m:r>
                        </m:num>
                        <m:den>
                          <m:r>
                            <a:rPr lang="en-US" altLang="ko-KR" i="1">
                              <a:solidFill>
                                <a:srgbClr val="222222"/>
                              </a:solidFill>
                              <a:latin typeface="Cambria Math" panose="02040503050406030204" pitchFamily="18" charset="0"/>
                            </a:rPr>
                            <m:t>𝑑𝑥</m:t>
                          </m:r>
                        </m:den>
                      </m:f>
                      <m:r>
                        <a:rPr lang="en-US" altLang="ko-KR" i="1">
                          <a:solidFill>
                            <a:srgbClr val="222222"/>
                          </a:solidFill>
                          <a:latin typeface="Cambria Math" panose="02040503050406030204" pitchFamily="18" charset="0"/>
                        </a:rPr>
                        <m:t>=</m:t>
                      </m:r>
                      <m:f>
                        <m:fPr>
                          <m:ctrlPr>
                            <a:rPr lang="en-US" altLang="ko-KR" i="1">
                              <a:solidFill>
                                <a:srgbClr val="222222"/>
                              </a:solidFill>
                              <a:latin typeface="Cambria Math" panose="02040503050406030204" pitchFamily="18" charset="0"/>
                            </a:rPr>
                          </m:ctrlPr>
                        </m:fPr>
                        <m:num>
                          <m:r>
                            <a:rPr lang="en-US" altLang="ko-KR" i="1">
                              <a:solidFill>
                                <a:srgbClr val="222222"/>
                              </a:solidFill>
                              <a:latin typeface="Cambria Math" panose="02040503050406030204" pitchFamily="18" charset="0"/>
                            </a:rPr>
                            <m:t>𝑑𝑦</m:t>
                          </m:r>
                        </m:num>
                        <m:den>
                          <m:r>
                            <a:rPr lang="en-US" altLang="ko-KR" i="1" smtClean="0">
                              <a:solidFill>
                                <a:srgbClr val="C00000"/>
                              </a:solidFill>
                              <a:latin typeface="Cambria Math" panose="02040503050406030204" pitchFamily="18" charset="0"/>
                            </a:rPr>
                            <m:t>𝑑</m:t>
                          </m:r>
                          <m:r>
                            <a:rPr lang="en-US" altLang="ko-KR" i="1">
                              <a:solidFill>
                                <a:srgbClr val="C00000"/>
                              </a:solidFill>
                              <a:latin typeface="Cambria Math" panose="02040503050406030204" pitchFamily="18" charset="0"/>
                            </a:rPr>
                            <m:t>𝑡</m:t>
                          </m:r>
                        </m:den>
                      </m:f>
                      <m:r>
                        <a:rPr lang="en-US" altLang="ko-KR" i="1">
                          <a:solidFill>
                            <a:srgbClr val="222222"/>
                          </a:solidFill>
                          <a:latin typeface="Cambria Math" panose="02040503050406030204" pitchFamily="18" charset="0"/>
                          <a:ea typeface="Cambria Math" panose="02040503050406030204" pitchFamily="18" charset="0"/>
                        </a:rPr>
                        <m:t>×</m:t>
                      </m:r>
                      <m:f>
                        <m:fPr>
                          <m:ctrlPr>
                            <a:rPr lang="en-US" altLang="ko-KR" i="1">
                              <a:solidFill>
                                <a:srgbClr val="222222"/>
                              </a:solidFill>
                              <a:latin typeface="Cambria Math" panose="02040503050406030204" pitchFamily="18" charset="0"/>
                            </a:rPr>
                          </m:ctrlPr>
                        </m:fPr>
                        <m:num>
                          <m:r>
                            <a:rPr lang="en-US" altLang="ko-KR" i="1" smtClean="0">
                              <a:solidFill>
                                <a:srgbClr val="C00000"/>
                              </a:solidFill>
                              <a:latin typeface="Cambria Math" panose="02040503050406030204" pitchFamily="18" charset="0"/>
                            </a:rPr>
                            <m:t>𝑑</m:t>
                          </m:r>
                          <m:r>
                            <a:rPr lang="en-US" altLang="ko-KR" i="1">
                              <a:solidFill>
                                <a:srgbClr val="C00000"/>
                              </a:solidFill>
                              <a:latin typeface="Cambria Math" panose="02040503050406030204" pitchFamily="18" charset="0"/>
                            </a:rPr>
                            <m:t>𝑡</m:t>
                          </m:r>
                        </m:num>
                        <m:den>
                          <m:r>
                            <a:rPr lang="en-US" altLang="ko-KR" i="1">
                              <a:solidFill>
                                <a:srgbClr val="222222"/>
                              </a:solidFill>
                              <a:latin typeface="Cambria Math" panose="02040503050406030204" pitchFamily="18" charset="0"/>
                            </a:rPr>
                            <m:t>𝑑𝑥</m:t>
                          </m:r>
                        </m:den>
                      </m:f>
                    </m:oMath>
                  </m:oMathPara>
                </a14:m>
                <a:endParaRPr lang="en-US" altLang="ko-KR" dirty="0">
                  <a:solidFill>
                    <a:srgbClr val="222222"/>
                  </a:solidFill>
                  <a:latin typeface="Arial Narrow" panose="020B0606020202030204" pitchFamily="34" charset="0"/>
                </a:endParaRPr>
              </a:p>
              <a:p>
                <a:pPr lvl="1">
                  <a:lnSpc>
                    <a:spcPct val="150000"/>
                  </a:lnSpc>
                </a:pPr>
                <a:endParaRPr lang="en-US" altLang="ko-KR" dirty="0">
                  <a:solidFill>
                    <a:srgbClr val="222222"/>
                  </a:solidFill>
                  <a:latin typeface="Arial Narrow" panose="020B0606020202030204" pitchFamily="34" charset="0"/>
                </a:endParaRPr>
              </a:p>
              <a:p>
                <a:pPr marL="742950" lvl="1" indent="-285750">
                  <a:lnSpc>
                    <a:spcPct val="150000"/>
                  </a:lnSpc>
                  <a:buFont typeface="Arial" panose="020B0604020202020204" pitchFamily="34" charset="0"/>
                  <a:buChar char="•"/>
                </a:pPr>
                <a:endParaRPr lang="en-US" altLang="ko-KR" dirty="0">
                  <a:solidFill>
                    <a:srgbClr val="222222"/>
                  </a:solidFill>
                  <a:latin typeface="Arial Narrow" panose="020B0606020202030204" pitchFamily="34" charset="0"/>
                </a:endParaRPr>
              </a:p>
            </p:txBody>
          </p:sp>
        </mc:Choice>
        <mc:Fallback xmlns="">
          <p:sp>
            <p:nvSpPr>
              <p:cNvPr id="10" name="직사각형 9">
                <a:extLst>
                  <a:ext uri="{FF2B5EF4-FFF2-40B4-BE49-F238E27FC236}">
                    <a16:creationId xmlns:a16="http://schemas.microsoft.com/office/drawing/2014/main" id="{C7C7178E-B73C-405C-98AA-12B1241AB1A3}"/>
                  </a:ext>
                </a:extLst>
              </p:cNvPr>
              <p:cNvSpPr>
                <a:spLocks noRot="1" noChangeAspect="1" noMove="1" noResize="1" noEditPoints="1" noAdjustHandles="1" noChangeArrowheads="1" noChangeShapeType="1" noTextEdit="1"/>
              </p:cNvSpPr>
              <p:nvPr/>
            </p:nvSpPr>
            <p:spPr>
              <a:xfrm>
                <a:off x="328771" y="1139130"/>
                <a:ext cx="8412893" cy="5046894"/>
              </a:xfrm>
              <a:prstGeom prst="rect">
                <a:avLst/>
              </a:prstGeom>
              <a:blipFill>
                <a:blip r:embed="rId3"/>
                <a:stretch>
                  <a:fillRect l="-652"/>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402474424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mc:AlternateContent xmlns:mc="http://schemas.openxmlformats.org/markup-compatibility/2006" xmlns:a14="http://schemas.microsoft.com/office/drawing/2010/main">
        <mc:Choice Requires="a14">
          <p:sp>
            <p:nvSpPr>
              <p:cNvPr id="10" name="직사각형 9">
                <a:extLst>
                  <a:ext uri="{FF2B5EF4-FFF2-40B4-BE49-F238E27FC236}">
                    <a16:creationId xmlns:a16="http://schemas.microsoft.com/office/drawing/2014/main" id="{C7C7178E-B73C-405C-98AA-12B1241AB1A3}"/>
                  </a:ext>
                </a:extLst>
              </p:cNvPr>
              <p:cNvSpPr/>
              <p:nvPr/>
            </p:nvSpPr>
            <p:spPr>
              <a:xfrm>
                <a:off x="328771" y="1139130"/>
                <a:ext cx="8412893" cy="4122667"/>
              </a:xfrm>
              <a:prstGeom prst="rect">
                <a:avLst/>
              </a:prstGeom>
            </p:spPr>
            <p:txBody>
              <a:bodyPr wrap="square">
                <a:spAutoFit/>
              </a:bodyPr>
              <a:lstStyle/>
              <a:p>
                <a:pPr marL="285750" indent="-28575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How to obtain </a:t>
                </a:r>
                <a14:m>
                  <m:oMath xmlns:m="http://schemas.openxmlformats.org/officeDocument/2006/math">
                    <m:f>
                      <m:fPr>
                        <m:ctrlPr>
                          <a:rPr lang="en-US" altLang="ko-KR" sz="2000" i="1" smtClean="0">
                            <a:solidFill>
                              <a:srgbClr val="222222"/>
                            </a:solidFill>
                            <a:latin typeface="Cambria Math" panose="02040503050406030204" pitchFamily="18" charset="0"/>
                          </a:rPr>
                        </m:ctrlPr>
                      </m:fPr>
                      <m:num>
                        <m:r>
                          <a:rPr lang="en-US" altLang="ko-KR" sz="2000" i="1">
                            <a:solidFill>
                              <a:srgbClr val="222222"/>
                            </a:solidFill>
                            <a:latin typeface="Cambria Math" panose="02040503050406030204" pitchFamily="18" charset="0"/>
                          </a:rPr>
                          <m:t>𝑑</m:t>
                        </m:r>
                        <m:r>
                          <a:rPr lang="en-US" altLang="ko-KR" sz="2000" i="1" smtClean="0">
                            <a:solidFill>
                              <a:srgbClr val="222222"/>
                            </a:solidFill>
                            <a:latin typeface="Cambria Math" panose="02040503050406030204" pitchFamily="18" charset="0"/>
                          </a:rPr>
                          <m:t>𝑦</m:t>
                        </m:r>
                      </m:num>
                      <m:den>
                        <m:r>
                          <a:rPr lang="en-US" altLang="ko-KR" sz="2000" i="1">
                            <a:solidFill>
                              <a:srgbClr val="222222"/>
                            </a:solidFill>
                            <a:latin typeface="Cambria Math" panose="02040503050406030204" pitchFamily="18" charset="0"/>
                          </a:rPr>
                          <m:t>𝑑𝑥</m:t>
                        </m:r>
                      </m:den>
                    </m:f>
                  </m:oMath>
                </a14:m>
                <a:r>
                  <a:rPr lang="en-US" altLang="ko-KR" sz="2000" dirty="0">
                    <a:solidFill>
                      <a:srgbClr val="222222"/>
                    </a:solidFill>
                    <a:latin typeface="Arial Narrow" panose="020B0606020202030204" pitchFamily="34" charset="0"/>
                  </a:rPr>
                  <a:t> ?</a:t>
                </a:r>
              </a:p>
              <a:p>
                <a:pPr lvl="1">
                  <a:lnSpc>
                    <a:spcPct val="150000"/>
                  </a:lnSpc>
                </a:pPr>
                <a:r>
                  <a:rPr lang="en-US" altLang="ko-KR" dirty="0">
                    <a:solidFill>
                      <a:srgbClr val="222222"/>
                    </a:solidFill>
                    <a:latin typeface="Arial Narrow" panose="020B0606020202030204" pitchFamily="34" charset="0"/>
                  </a:rPr>
                  <a:t>Since </a:t>
                </a:r>
                <a:r>
                  <a:rPr lang="en-US" altLang="ko-KR" i="1" dirty="0">
                    <a:solidFill>
                      <a:srgbClr val="222222"/>
                    </a:solidFill>
                    <a:latin typeface="Arial Narrow" panose="020B0606020202030204" pitchFamily="34" charset="0"/>
                  </a:rPr>
                  <a:t>y</a:t>
                </a:r>
                <a:r>
                  <a:rPr lang="en-US" altLang="ko-KR" dirty="0">
                    <a:solidFill>
                      <a:srgbClr val="222222"/>
                    </a:solidFill>
                    <a:latin typeface="Arial Narrow" panose="020B0606020202030204" pitchFamily="34" charset="0"/>
                  </a:rPr>
                  <a:t> is a function of </a:t>
                </a:r>
                <a:r>
                  <a:rPr lang="en-US" altLang="ko-KR" i="1" dirty="0">
                    <a:solidFill>
                      <a:srgbClr val="222222"/>
                    </a:solidFill>
                    <a:latin typeface="Arial Narrow" panose="020B0606020202030204" pitchFamily="34" charset="0"/>
                  </a:rPr>
                  <a:t>t</a:t>
                </a:r>
                <a:r>
                  <a:rPr lang="en-US" altLang="ko-KR" dirty="0">
                    <a:solidFill>
                      <a:srgbClr val="222222"/>
                    </a:solidFill>
                    <a:latin typeface="Arial Narrow" panose="020B0606020202030204" pitchFamily="34" charset="0"/>
                  </a:rPr>
                  <a:t>, in terms of </a:t>
                </a:r>
                <a:r>
                  <a:rPr lang="en-US" altLang="ko-KR" i="1" dirty="0">
                    <a:solidFill>
                      <a:srgbClr val="222222"/>
                    </a:solidFill>
                    <a:latin typeface="Arial Narrow" panose="020B0606020202030204" pitchFamily="34" charset="0"/>
                  </a:rPr>
                  <a:t>t</a:t>
                </a:r>
                <a:r>
                  <a:rPr lang="en-US" altLang="ko-KR" dirty="0">
                    <a:solidFill>
                      <a:srgbClr val="222222"/>
                    </a:solidFill>
                    <a:latin typeface="Arial Narrow" panose="020B0606020202030204" pitchFamily="34" charset="0"/>
                  </a:rPr>
                  <a:t>,  </a:t>
                </a:r>
                <a14:m>
                  <m:oMath xmlns:m="http://schemas.openxmlformats.org/officeDocument/2006/math">
                    <m:f>
                      <m:fPr>
                        <m:ctrlPr>
                          <a:rPr lang="en-US" altLang="ko-KR" sz="1800" i="1" smtClean="0">
                            <a:solidFill>
                              <a:srgbClr val="222222"/>
                            </a:solidFill>
                            <a:latin typeface="Cambria Math" panose="02040503050406030204" pitchFamily="18" charset="0"/>
                          </a:rPr>
                        </m:ctrlPr>
                      </m:fPr>
                      <m:num>
                        <m:r>
                          <a:rPr lang="en-US" altLang="ko-KR" sz="1800" i="1">
                            <a:solidFill>
                              <a:srgbClr val="222222"/>
                            </a:solidFill>
                            <a:latin typeface="Cambria Math" panose="02040503050406030204" pitchFamily="18" charset="0"/>
                          </a:rPr>
                          <m:t>𝑑</m:t>
                        </m:r>
                        <m:r>
                          <a:rPr lang="en-US" altLang="ko-KR" sz="1800" i="1" smtClean="0">
                            <a:solidFill>
                              <a:srgbClr val="222222"/>
                            </a:solidFill>
                            <a:latin typeface="Cambria Math" panose="02040503050406030204" pitchFamily="18" charset="0"/>
                          </a:rPr>
                          <m:t>𝑦</m:t>
                        </m:r>
                      </m:num>
                      <m:den>
                        <m:r>
                          <a:rPr lang="en-US" altLang="ko-KR" sz="1800" i="1">
                            <a:solidFill>
                              <a:srgbClr val="222222"/>
                            </a:solidFill>
                            <a:latin typeface="Cambria Math" panose="02040503050406030204" pitchFamily="18" charset="0"/>
                          </a:rPr>
                          <m:t>𝑑𝑥</m:t>
                        </m:r>
                      </m:den>
                    </m:f>
                  </m:oMath>
                </a14:m>
                <a:r>
                  <a:rPr lang="en-US" altLang="ko-KR" dirty="0">
                    <a:solidFill>
                      <a:srgbClr val="222222"/>
                    </a:solidFill>
                    <a:latin typeface="Arial Narrow" panose="020B0606020202030204" pitchFamily="34" charset="0"/>
                  </a:rPr>
                  <a:t> can be transformed as:</a:t>
                </a:r>
              </a:p>
              <a:p>
                <a:pPr lvl="1">
                  <a:lnSpc>
                    <a:spcPct val="150000"/>
                  </a:lnSpc>
                </a:pPr>
                <a14:m>
                  <m:oMathPara xmlns:m="http://schemas.openxmlformats.org/officeDocument/2006/math">
                    <m:oMathParaPr>
                      <m:jc m:val="left"/>
                    </m:oMathParaPr>
                    <m:oMath xmlns:m="http://schemas.openxmlformats.org/officeDocument/2006/math">
                      <m:f>
                        <m:fPr>
                          <m:ctrlPr>
                            <a:rPr lang="en-US" altLang="ko-KR" i="1">
                              <a:solidFill>
                                <a:srgbClr val="222222"/>
                              </a:solidFill>
                              <a:latin typeface="Cambria Math" panose="02040503050406030204" pitchFamily="18" charset="0"/>
                            </a:rPr>
                          </m:ctrlPr>
                        </m:fPr>
                        <m:num>
                          <m:r>
                            <a:rPr lang="en-US" altLang="ko-KR" i="1">
                              <a:solidFill>
                                <a:srgbClr val="222222"/>
                              </a:solidFill>
                              <a:latin typeface="Cambria Math" panose="02040503050406030204" pitchFamily="18" charset="0"/>
                            </a:rPr>
                            <m:t>𝑑𝑦</m:t>
                          </m:r>
                        </m:num>
                        <m:den>
                          <m:r>
                            <a:rPr lang="en-US" altLang="ko-KR" i="1">
                              <a:solidFill>
                                <a:srgbClr val="222222"/>
                              </a:solidFill>
                              <a:latin typeface="Cambria Math" panose="02040503050406030204" pitchFamily="18" charset="0"/>
                            </a:rPr>
                            <m:t>𝑑𝑥</m:t>
                          </m:r>
                        </m:den>
                      </m:f>
                      <m:r>
                        <a:rPr lang="en-US" altLang="ko-KR" i="1">
                          <a:solidFill>
                            <a:srgbClr val="222222"/>
                          </a:solidFill>
                          <a:latin typeface="Cambria Math" panose="02040503050406030204" pitchFamily="18" charset="0"/>
                        </a:rPr>
                        <m:t>=</m:t>
                      </m:r>
                      <m:f>
                        <m:fPr>
                          <m:ctrlPr>
                            <a:rPr lang="en-US" altLang="ko-KR" i="1">
                              <a:solidFill>
                                <a:srgbClr val="222222"/>
                              </a:solidFill>
                              <a:latin typeface="Cambria Math" panose="02040503050406030204" pitchFamily="18" charset="0"/>
                            </a:rPr>
                          </m:ctrlPr>
                        </m:fPr>
                        <m:num>
                          <m:r>
                            <a:rPr lang="en-US" altLang="ko-KR" i="1">
                              <a:solidFill>
                                <a:srgbClr val="222222"/>
                              </a:solidFill>
                              <a:latin typeface="Cambria Math" panose="02040503050406030204" pitchFamily="18" charset="0"/>
                            </a:rPr>
                            <m:t>𝑑𝑦</m:t>
                          </m:r>
                        </m:num>
                        <m:den>
                          <m:r>
                            <a:rPr lang="en-US" altLang="ko-KR" i="1" smtClean="0">
                              <a:solidFill>
                                <a:srgbClr val="C00000"/>
                              </a:solidFill>
                              <a:latin typeface="Cambria Math" panose="02040503050406030204" pitchFamily="18" charset="0"/>
                            </a:rPr>
                            <m:t>𝑑</m:t>
                          </m:r>
                          <m:r>
                            <a:rPr lang="en-US" altLang="ko-KR" i="1">
                              <a:solidFill>
                                <a:srgbClr val="C00000"/>
                              </a:solidFill>
                              <a:latin typeface="Cambria Math" panose="02040503050406030204" pitchFamily="18" charset="0"/>
                            </a:rPr>
                            <m:t>𝑡</m:t>
                          </m:r>
                        </m:den>
                      </m:f>
                      <m:r>
                        <a:rPr lang="en-US" altLang="ko-KR" i="1">
                          <a:solidFill>
                            <a:srgbClr val="222222"/>
                          </a:solidFill>
                          <a:latin typeface="Cambria Math" panose="02040503050406030204" pitchFamily="18" charset="0"/>
                          <a:ea typeface="Cambria Math" panose="02040503050406030204" pitchFamily="18" charset="0"/>
                        </a:rPr>
                        <m:t>×</m:t>
                      </m:r>
                      <m:f>
                        <m:fPr>
                          <m:ctrlPr>
                            <a:rPr lang="en-US" altLang="ko-KR" i="1">
                              <a:solidFill>
                                <a:srgbClr val="222222"/>
                              </a:solidFill>
                              <a:latin typeface="Cambria Math" panose="02040503050406030204" pitchFamily="18" charset="0"/>
                            </a:rPr>
                          </m:ctrlPr>
                        </m:fPr>
                        <m:num>
                          <m:r>
                            <a:rPr lang="en-US" altLang="ko-KR" i="1" smtClean="0">
                              <a:solidFill>
                                <a:srgbClr val="C00000"/>
                              </a:solidFill>
                              <a:latin typeface="Cambria Math" panose="02040503050406030204" pitchFamily="18" charset="0"/>
                            </a:rPr>
                            <m:t>𝑑</m:t>
                          </m:r>
                          <m:r>
                            <a:rPr lang="en-US" altLang="ko-KR" i="1">
                              <a:solidFill>
                                <a:srgbClr val="C00000"/>
                              </a:solidFill>
                              <a:latin typeface="Cambria Math" panose="02040503050406030204" pitchFamily="18" charset="0"/>
                            </a:rPr>
                            <m:t>𝑡</m:t>
                          </m:r>
                        </m:num>
                        <m:den>
                          <m:r>
                            <a:rPr lang="en-US" altLang="ko-KR" i="1">
                              <a:solidFill>
                                <a:srgbClr val="222222"/>
                              </a:solidFill>
                              <a:latin typeface="Cambria Math" panose="02040503050406030204" pitchFamily="18" charset="0"/>
                            </a:rPr>
                            <m:t>𝑑𝑥</m:t>
                          </m:r>
                        </m:den>
                      </m:f>
                    </m:oMath>
                  </m:oMathPara>
                </a14:m>
                <a:endParaRPr lang="en-US" altLang="ko-KR" dirty="0">
                  <a:solidFill>
                    <a:srgbClr val="222222"/>
                  </a:solidFill>
                  <a:latin typeface="Arial Narrow" panose="020B0606020202030204" pitchFamily="34" charset="0"/>
                </a:endParaRPr>
              </a:p>
              <a:p>
                <a:pPr lvl="1">
                  <a:lnSpc>
                    <a:spcPct val="150000"/>
                  </a:lnSpc>
                </a:pPr>
                <a:endParaRPr lang="en-US" altLang="ko-KR" dirty="0">
                  <a:solidFill>
                    <a:srgbClr val="222222"/>
                  </a:solidFill>
                  <a:latin typeface="Arial Narrow" panose="020B0606020202030204" pitchFamily="34" charset="0"/>
                </a:endParaRPr>
              </a:p>
              <a:p>
                <a:pPr lvl="1">
                  <a:lnSpc>
                    <a:spcPct val="150000"/>
                  </a:lnSpc>
                </a:pPr>
                <a:r>
                  <a:rPr lang="en-US" altLang="ko-KR" dirty="0">
                    <a:solidFill>
                      <a:srgbClr val="222222"/>
                    </a:solidFill>
                    <a:latin typeface="Arial Narrow" panose="020B0606020202030204" pitchFamily="34" charset="0"/>
                  </a:rPr>
                  <a:t>Here, </a:t>
                </a:r>
                <a14:m>
                  <m:oMath xmlns:m="http://schemas.openxmlformats.org/officeDocument/2006/math">
                    <m:f>
                      <m:fPr>
                        <m:ctrlPr>
                          <a:rPr lang="en-US" altLang="ko-KR" i="1" smtClean="0">
                            <a:solidFill>
                              <a:srgbClr val="222222"/>
                            </a:solidFill>
                            <a:latin typeface="Cambria Math" panose="02040503050406030204" pitchFamily="18" charset="0"/>
                          </a:rPr>
                        </m:ctrlPr>
                      </m:fPr>
                      <m:num>
                        <m:r>
                          <a:rPr lang="en-US" altLang="ko-KR" i="1">
                            <a:solidFill>
                              <a:srgbClr val="222222"/>
                            </a:solidFill>
                            <a:latin typeface="Cambria Math" panose="02040503050406030204" pitchFamily="18" charset="0"/>
                          </a:rPr>
                          <m:t>𝑑𝑦</m:t>
                        </m:r>
                      </m:num>
                      <m:den>
                        <m:r>
                          <a:rPr lang="en-US" altLang="ko-KR" i="1" smtClean="0">
                            <a:solidFill>
                              <a:srgbClr val="C00000"/>
                            </a:solidFill>
                            <a:latin typeface="Cambria Math" panose="02040503050406030204" pitchFamily="18" charset="0"/>
                          </a:rPr>
                          <m:t>𝑑</m:t>
                        </m:r>
                        <m:r>
                          <a:rPr lang="en-US" altLang="ko-KR" i="1">
                            <a:solidFill>
                              <a:srgbClr val="C00000"/>
                            </a:solidFill>
                            <a:latin typeface="Cambria Math" panose="02040503050406030204" pitchFamily="18" charset="0"/>
                          </a:rPr>
                          <m:t>𝑡</m:t>
                        </m:r>
                      </m:den>
                    </m:f>
                    <m:r>
                      <a:rPr lang="en-US" altLang="ko-KR" i="1">
                        <a:latin typeface="Cambria Math" panose="02040503050406030204" pitchFamily="18" charset="0"/>
                      </a:rPr>
                      <m:t>=</m:t>
                    </m:r>
                    <m:sSup>
                      <m:sSupPr>
                        <m:ctrlPr>
                          <a:rPr lang="en-US" altLang="ko-KR" i="1" smtClean="0">
                            <a:latin typeface="Cambria Math" panose="02040503050406030204" pitchFamily="18" charset="0"/>
                          </a:rPr>
                        </m:ctrlPr>
                      </m:sSupPr>
                      <m:e>
                        <m:r>
                          <a:rPr lang="en-US" altLang="ko-KR" i="1">
                            <a:latin typeface="Cambria Math" panose="02040503050406030204" pitchFamily="18" charset="0"/>
                          </a:rPr>
                          <m:t>𝑓</m:t>
                        </m:r>
                      </m:e>
                      <m:sup>
                        <m:r>
                          <a:rPr lang="en-US" altLang="ko-KR" i="1">
                            <a:latin typeface="Cambria Math" panose="02040503050406030204" pitchFamily="18" charset="0"/>
                          </a:rPr>
                          <m:t>′</m:t>
                        </m:r>
                      </m:sup>
                    </m:sSup>
                    <m:d>
                      <m:dPr>
                        <m:ctrlPr>
                          <a:rPr lang="en-US" altLang="ko-KR" i="1">
                            <a:solidFill>
                              <a:srgbClr val="222222"/>
                            </a:solidFill>
                            <a:latin typeface="Cambria Math" panose="02040503050406030204" pitchFamily="18" charset="0"/>
                          </a:rPr>
                        </m:ctrlPr>
                      </m:dPr>
                      <m:e>
                        <m:r>
                          <a:rPr lang="en-US" altLang="ko-KR" i="1">
                            <a:solidFill>
                              <a:srgbClr val="222222"/>
                            </a:solidFill>
                            <a:latin typeface="Cambria Math" panose="02040503050406030204" pitchFamily="18" charset="0"/>
                          </a:rPr>
                          <m:t>𝑡</m:t>
                        </m:r>
                      </m:e>
                    </m:d>
                  </m:oMath>
                </a14:m>
                <a:r>
                  <a:rPr lang="en-US" altLang="ko-KR" i="1" dirty="0">
                    <a:solidFill>
                      <a:srgbClr val="222222"/>
                    </a:solidFill>
                    <a:latin typeface="Arial Narrow" panose="020B0606020202030204" pitchFamily="34" charset="0"/>
                  </a:rPr>
                  <a:t> </a:t>
                </a:r>
                <a14:m>
                  <m:oMath xmlns:m="http://schemas.openxmlformats.org/officeDocument/2006/math">
                    <m:r>
                      <a:rPr lang="en-US" altLang="ko-KR" i="1">
                        <a:latin typeface="Cambria Math" panose="02040503050406030204" pitchFamily="18" charset="0"/>
                      </a:rPr>
                      <m:t>=</m:t>
                    </m:r>
                    <m:sSup>
                      <m:sSupPr>
                        <m:ctrlPr>
                          <a:rPr lang="en-US" altLang="ko-KR" i="1">
                            <a:latin typeface="Cambria Math" panose="02040503050406030204" pitchFamily="18" charset="0"/>
                          </a:rPr>
                        </m:ctrlPr>
                      </m:sSupPr>
                      <m:e>
                        <m:r>
                          <a:rPr lang="en-US" altLang="ko-KR" i="1">
                            <a:latin typeface="Cambria Math" panose="02040503050406030204" pitchFamily="18" charset="0"/>
                          </a:rPr>
                          <m:t>𝑓</m:t>
                        </m:r>
                      </m:e>
                      <m:sup>
                        <m:r>
                          <a:rPr lang="en-US" altLang="ko-KR" i="1">
                            <a:latin typeface="Cambria Math" panose="02040503050406030204" pitchFamily="18" charset="0"/>
                          </a:rPr>
                          <m:t>′</m:t>
                        </m:r>
                      </m:sup>
                    </m:sSup>
                    <m:d>
                      <m:dPr>
                        <m:ctrlPr>
                          <a:rPr lang="en-US" altLang="ko-KR" i="1">
                            <a:solidFill>
                              <a:srgbClr val="222222"/>
                            </a:solidFill>
                            <a:latin typeface="Cambria Math" panose="02040503050406030204" pitchFamily="18" charset="0"/>
                          </a:rPr>
                        </m:ctrlPr>
                      </m:dPr>
                      <m:e>
                        <m:r>
                          <a:rPr lang="en-US" altLang="ko-KR" i="1">
                            <a:solidFill>
                              <a:srgbClr val="222222"/>
                            </a:solidFill>
                            <a:latin typeface="Cambria Math" panose="02040503050406030204" pitchFamily="18" charset="0"/>
                          </a:rPr>
                          <m:t>𝑔</m:t>
                        </m:r>
                        <m:r>
                          <a:rPr lang="en-US" altLang="ko-KR" i="1">
                            <a:solidFill>
                              <a:srgbClr val="222222"/>
                            </a:solidFill>
                            <a:latin typeface="Cambria Math" panose="02040503050406030204" pitchFamily="18" charset="0"/>
                          </a:rPr>
                          <m:t>(</m:t>
                        </m:r>
                        <m:r>
                          <a:rPr lang="en-US" altLang="ko-KR" i="1">
                            <a:solidFill>
                              <a:srgbClr val="222222"/>
                            </a:solidFill>
                            <a:latin typeface="Cambria Math" panose="02040503050406030204" pitchFamily="18" charset="0"/>
                          </a:rPr>
                          <m:t>𝑥</m:t>
                        </m:r>
                        <m:r>
                          <a:rPr lang="en-US" altLang="ko-KR" i="1">
                            <a:solidFill>
                              <a:srgbClr val="222222"/>
                            </a:solidFill>
                            <a:latin typeface="Cambria Math" panose="02040503050406030204" pitchFamily="18" charset="0"/>
                          </a:rPr>
                          <m:t>)</m:t>
                        </m:r>
                      </m:e>
                    </m:d>
                  </m:oMath>
                </a14:m>
                <a:r>
                  <a:rPr lang="en-US" altLang="ko-KR" i="1" dirty="0">
                    <a:solidFill>
                      <a:srgbClr val="222222"/>
                    </a:solidFill>
                    <a:latin typeface="Arial Narrow" panose="020B0606020202030204" pitchFamily="34" charset="0"/>
                  </a:rPr>
                  <a:t>, </a:t>
                </a:r>
                <a:r>
                  <a:rPr lang="en-US" altLang="ko-KR" dirty="0">
                    <a:solidFill>
                      <a:srgbClr val="222222"/>
                    </a:solidFill>
                    <a:latin typeface="Arial Narrow" panose="020B0606020202030204" pitchFamily="34" charset="0"/>
                  </a:rPr>
                  <a:t>and </a:t>
                </a:r>
                <a14:m>
                  <m:oMath xmlns:m="http://schemas.openxmlformats.org/officeDocument/2006/math">
                    <m:f>
                      <m:fPr>
                        <m:ctrlPr>
                          <a:rPr lang="en-US" altLang="ko-KR" i="1">
                            <a:solidFill>
                              <a:srgbClr val="222222"/>
                            </a:solidFill>
                            <a:latin typeface="Cambria Math" panose="02040503050406030204" pitchFamily="18" charset="0"/>
                          </a:rPr>
                        </m:ctrlPr>
                      </m:fPr>
                      <m:num>
                        <m:r>
                          <a:rPr lang="en-US" altLang="ko-KR" i="1">
                            <a:solidFill>
                              <a:srgbClr val="C00000"/>
                            </a:solidFill>
                            <a:latin typeface="Cambria Math" panose="02040503050406030204" pitchFamily="18" charset="0"/>
                          </a:rPr>
                          <m:t>𝑑𝑡</m:t>
                        </m:r>
                      </m:num>
                      <m:den>
                        <m:r>
                          <a:rPr lang="en-US" altLang="ko-KR" i="1">
                            <a:solidFill>
                              <a:srgbClr val="222222"/>
                            </a:solidFill>
                            <a:latin typeface="Cambria Math" panose="02040503050406030204" pitchFamily="18" charset="0"/>
                          </a:rPr>
                          <m:t>𝑑𝑥</m:t>
                        </m:r>
                      </m:den>
                    </m:f>
                    <m:r>
                      <a:rPr lang="en-US" altLang="ko-KR" i="1">
                        <a:latin typeface="Cambria Math" panose="02040503050406030204" pitchFamily="18" charset="0"/>
                      </a:rPr>
                      <m:t>=</m:t>
                    </m:r>
                    <m:sSup>
                      <m:sSupPr>
                        <m:ctrlPr>
                          <a:rPr lang="en-US" altLang="ko-KR" i="1">
                            <a:latin typeface="Cambria Math" panose="02040503050406030204" pitchFamily="18" charset="0"/>
                          </a:rPr>
                        </m:ctrlPr>
                      </m:sSupPr>
                      <m:e>
                        <m:r>
                          <a:rPr lang="en-US" altLang="ko-KR" i="1">
                            <a:latin typeface="Cambria Math" panose="02040503050406030204" pitchFamily="18" charset="0"/>
                          </a:rPr>
                          <m:t>𝑔</m:t>
                        </m:r>
                      </m:e>
                      <m:sup>
                        <m:r>
                          <a:rPr lang="en-US" altLang="ko-KR" i="1">
                            <a:latin typeface="Cambria Math" panose="02040503050406030204" pitchFamily="18" charset="0"/>
                          </a:rPr>
                          <m:t>′</m:t>
                        </m:r>
                      </m:sup>
                    </m:sSup>
                    <m:d>
                      <m:dPr>
                        <m:ctrlPr>
                          <a:rPr lang="en-US" altLang="ko-KR" i="1">
                            <a:solidFill>
                              <a:srgbClr val="222222"/>
                            </a:solidFill>
                            <a:latin typeface="Cambria Math" panose="02040503050406030204" pitchFamily="18" charset="0"/>
                          </a:rPr>
                        </m:ctrlPr>
                      </m:dPr>
                      <m:e>
                        <m:r>
                          <a:rPr lang="en-US" altLang="ko-KR" i="1">
                            <a:solidFill>
                              <a:srgbClr val="222222"/>
                            </a:solidFill>
                            <a:latin typeface="Cambria Math" panose="02040503050406030204" pitchFamily="18" charset="0"/>
                          </a:rPr>
                          <m:t>𝑥</m:t>
                        </m:r>
                      </m:e>
                    </m:d>
                  </m:oMath>
                </a14:m>
                <a:r>
                  <a:rPr lang="en-US" altLang="ko-KR" i="1" dirty="0">
                    <a:solidFill>
                      <a:srgbClr val="222222"/>
                    </a:solidFill>
                    <a:latin typeface="Arial Narrow" panose="020B0606020202030204" pitchFamily="34" charset="0"/>
                  </a:rPr>
                  <a:t> </a:t>
                </a:r>
              </a:p>
              <a:p>
                <a:pPr lvl="1">
                  <a:lnSpc>
                    <a:spcPct val="150000"/>
                  </a:lnSpc>
                </a:pPr>
                <a:endParaRPr lang="en-US" altLang="ko-KR" dirty="0">
                  <a:solidFill>
                    <a:srgbClr val="222222"/>
                  </a:solidFill>
                  <a:latin typeface="Arial Narrow" panose="020B0606020202030204" pitchFamily="34" charset="0"/>
                </a:endParaRPr>
              </a:p>
              <a:p>
                <a:pPr lvl="1">
                  <a:lnSpc>
                    <a:spcPct val="150000"/>
                  </a:lnSpc>
                </a:pPr>
                <a:r>
                  <a:rPr lang="en-US" altLang="ko-KR" dirty="0">
                    <a:solidFill>
                      <a:srgbClr val="222222"/>
                    </a:solidFill>
                    <a:latin typeface="Arial Narrow" panose="020B0606020202030204" pitchFamily="34" charset="0"/>
                  </a:rPr>
                  <a:t>Thus,  </a:t>
                </a:r>
                <a14:m>
                  <m:oMath xmlns:m="http://schemas.openxmlformats.org/officeDocument/2006/math">
                    <m:f>
                      <m:fPr>
                        <m:ctrlPr>
                          <a:rPr lang="en-US" altLang="ko-KR" i="1" smtClean="0">
                            <a:solidFill>
                              <a:srgbClr val="222222"/>
                            </a:solidFill>
                            <a:latin typeface="Cambria Math" panose="02040503050406030204" pitchFamily="18" charset="0"/>
                          </a:rPr>
                        </m:ctrlPr>
                      </m:fPr>
                      <m:num>
                        <m:r>
                          <a:rPr lang="en-US" altLang="ko-KR" i="1">
                            <a:solidFill>
                              <a:srgbClr val="222222"/>
                            </a:solidFill>
                            <a:latin typeface="Cambria Math" panose="02040503050406030204" pitchFamily="18" charset="0"/>
                          </a:rPr>
                          <m:t>𝑑𝑦</m:t>
                        </m:r>
                      </m:num>
                      <m:den>
                        <m:r>
                          <a:rPr lang="en-US" altLang="ko-KR" i="1">
                            <a:solidFill>
                              <a:srgbClr val="222222"/>
                            </a:solidFill>
                            <a:latin typeface="Cambria Math" panose="02040503050406030204" pitchFamily="18" charset="0"/>
                          </a:rPr>
                          <m:t>𝑑𝑥</m:t>
                        </m:r>
                      </m:den>
                    </m:f>
                    <m:r>
                      <a:rPr lang="en-US" altLang="ko-KR" i="1">
                        <a:latin typeface="Cambria Math" panose="02040503050406030204" pitchFamily="18" charset="0"/>
                      </a:rPr>
                      <m:t>=</m:t>
                    </m:r>
                    <m:sSup>
                      <m:sSupPr>
                        <m:ctrlPr>
                          <a:rPr lang="en-US" altLang="ko-KR" i="1">
                            <a:latin typeface="Cambria Math" panose="02040503050406030204" pitchFamily="18" charset="0"/>
                          </a:rPr>
                        </m:ctrlPr>
                      </m:sSupPr>
                      <m:e>
                        <m:r>
                          <a:rPr lang="en-US" altLang="ko-KR" i="1">
                            <a:latin typeface="Cambria Math" panose="02040503050406030204" pitchFamily="18" charset="0"/>
                          </a:rPr>
                          <m:t>𝑓</m:t>
                        </m:r>
                      </m:e>
                      <m:sup>
                        <m:r>
                          <a:rPr lang="en-US" altLang="ko-KR" i="1">
                            <a:latin typeface="Cambria Math" panose="02040503050406030204" pitchFamily="18" charset="0"/>
                          </a:rPr>
                          <m:t>′</m:t>
                        </m:r>
                      </m:sup>
                    </m:sSup>
                    <m:d>
                      <m:dPr>
                        <m:ctrlPr>
                          <a:rPr lang="en-US" altLang="ko-KR" i="1">
                            <a:solidFill>
                              <a:srgbClr val="222222"/>
                            </a:solidFill>
                            <a:latin typeface="Cambria Math" panose="02040503050406030204" pitchFamily="18" charset="0"/>
                          </a:rPr>
                        </m:ctrlPr>
                      </m:dPr>
                      <m:e>
                        <m:r>
                          <a:rPr lang="en-US" altLang="ko-KR" i="1">
                            <a:solidFill>
                              <a:srgbClr val="222222"/>
                            </a:solidFill>
                            <a:latin typeface="Cambria Math" panose="02040503050406030204" pitchFamily="18" charset="0"/>
                          </a:rPr>
                          <m:t>𝑔</m:t>
                        </m:r>
                        <m:r>
                          <a:rPr lang="en-US" altLang="ko-KR" i="1">
                            <a:solidFill>
                              <a:srgbClr val="222222"/>
                            </a:solidFill>
                            <a:latin typeface="Cambria Math" panose="02040503050406030204" pitchFamily="18" charset="0"/>
                          </a:rPr>
                          <m:t>(</m:t>
                        </m:r>
                        <m:r>
                          <a:rPr lang="en-US" altLang="ko-KR" i="1">
                            <a:solidFill>
                              <a:srgbClr val="222222"/>
                            </a:solidFill>
                            <a:latin typeface="Cambria Math" panose="02040503050406030204" pitchFamily="18" charset="0"/>
                          </a:rPr>
                          <m:t>𝑥</m:t>
                        </m:r>
                        <m:r>
                          <a:rPr lang="en-US" altLang="ko-KR" i="1">
                            <a:solidFill>
                              <a:srgbClr val="222222"/>
                            </a:solidFill>
                            <a:latin typeface="Cambria Math" panose="02040503050406030204" pitchFamily="18" charset="0"/>
                          </a:rPr>
                          <m:t>)</m:t>
                        </m:r>
                      </m:e>
                    </m:d>
                    <m:r>
                      <a:rPr lang="en-US" altLang="ko-KR" i="1" smtClean="0">
                        <a:solidFill>
                          <a:srgbClr val="222222"/>
                        </a:solidFill>
                        <a:latin typeface="Cambria Math" panose="02040503050406030204" pitchFamily="18" charset="0"/>
                        <a:ea typeface="Cambria Math" panose="02040503050406030204" pitchFamily="18" charset="0"/>
                      </a:rPr>
                      <m:t>×</m:t>
                    </m:r>
                    <m:sSup>
                      <m:sSupPr>
                        <m:ctrlPr>
                          <a:rPr lang="en-US" altLang="ko-KR" i="1">
                            <a:latin typeface="Cambria Math" panose="02040503050406030204" pitchFamily="18" charset="0"/>
                          </a:rPr>
                        </m:ctrlPr>
                      </m:sSupPr>
                      <m:e>
                        <m:r>
                          <a:rPr lang="en-US" altLang="ko-KR" i="1">
                            <a:latin typeface="Cambria Math" panose="02040503050406030204" pitchFamily="18" charset="0"/>
                          </a:rPr>
                          <m:t>𝑔</m:t>
                        </m:r>
                      </m:e>
                      <m:sup>
                        <m:r>
                          <a:rPr lang="en-US" altLang="ko-KR" i="1">
                            <a:latin typeface="Cambria Math" panose="02040503050406030204" pitchFamily="18" charset="0"/>
                          </a:rPr>
                          <m:t>′</m:t>
                        </m:r>
                      </m:sup>
                    </m:sSup>
                    <m:d>
                      <m:dPr>
                        <m:ctrlPr>
                          <a:rPr lang="en-US" altLang="ko-KR" i="1">
                            <a:solidFill>
                              <a:srgbClr val="222222"/>
                            </a:solidFill>
                            <a:latin typeface="Cambria Math" panose="02040503050406030204" pitchFamily="18" charset="0"/>
                          </a:rPr>
                        </m:ctrlPr>
                      </m:dPr>
                      <m:e>
                        <m:r>
                          <a:rPr lang="en-US" altLang="ko-KR" i="1">
                            <a:solidFill>
                              <a:srgbClr val="222222"/>
                            </a:solidFill>
                            <a:latin typeface="Cambria Math" panose="02040503050406030204" pitchFamily="18" charset="0"/>
                          </a:rPr>
                          <m:t>𝑥</m:t>
                        </m:r>
                      </m:e>
                    </m:d>
                  </m:oMath>
                </a14:m>
                <a:endParaRPr lang="en-US" altLang="ko-KR" dirty="0">
                  <a:solidFill>
                    <a:srgbClr val="222222"/>
                  </a:solidFill>
                  <a:latin typeface="Arial Narrow" panose="020B0606020202030204" pitchFamily="34" charset="0"/>
                </a:endParaRPr>
              </a:p>
            </p:txBody>
          </p:sp>
        </mc:Choice>
        <mc:Fallback xmlns="">
          <p:sp>
            <p:nvSpPr>
              <p:cNvPr id="10" name="직사각형 9">
                <a:extLst>
                  <a:ext uri="{FF2B5EF4-FFF2-40B4-BE49-F238E27FC236}">
                    <a16:creationId xmlns:a16="http://schemas.microsoft.com/office/drawing/2014/main" id="{C7C7178E-B73C-405C-98AA-12B1241AB1A3}"/>
                  </a:ext>
                </a:extLst>
              </p:cNvPr>
              <p:cNvSpPr>
                <a:spLocks noRot="1" noChangeAspect="1" noMove="1" noResize="1" noEditPoints="1" noAdjustHandles="1" noChangeArrowheads="1" noChangeShapeType="1" noTextEdit="1"/>
              </p:cNvSpPr>
              <p:nvPr/>
            </p:nvSpPr>
            <p:spPr>
              <a:xfrm>
                <a:off x="328771" y="1139130"/>
                <a:ext cx="8412893" cy="4122667"/>
              </a:xfrm>
              <a:prstGeom prst="rect">
                <a:avLst/>
              </a:prstGeom>
              <a:blipFill>
                <a:blip r:embed="rId3"/>
                <a:stretch>
                  <a:fillRect l="-652"/>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85027770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mc:AlternateContent xmlns:mc="http://schemas.openxmlformats.org/markup-compatibility/2006" xmlns:a14="http://schemas.microsoft.com/office/drawing/2010/main">
        <mc:Choice Requires="a14">
          <p:sp>
            <p:nvSpPr>
              <p:cNvPr id="10" name="직사각형 9">
                <a:extLst>
                  <a:ext uri="{FF2B5EF4-FFF2-40B4-BE49-F238E27FC236}">
                    <a16:creationId xmlns:a16="http://schemas.microsoft.com/office/drawing/2014/main" id="{C7C7178E-B73C-405C-98AA-12B1241AB1A3}"/>
                  </a:ext>
                </a:extLst>
              </p:cNvPr>
              <p:cNvSpPr/>
              <p:nvPr/>
            </p:nvSpPr>
            <p:spPr>
              <a:xfrm>
                <a:off x="328771" y="1139130"/>
                <a:ext cx="8412893" cy="2084481"/>
              </a:xfrm>
              <a:prstGeom prst="rect">
                <a:avLst/>
              </a:prstGeom>
            </p:spPr>
            <p:txBody>
              <a:bodyPr wrap="square">
                <a:spAutoFit/>
              </a:bodyPr>
              <a:lstStyle/>
              <a:p>
                <a:pPr marL="285750" indent="-28575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How to obtain </a:t>
                </a:r>
                <a14:m>
                  <m:oMath xmlns:m="http://schemas.openxmlformats.org/officeDocument/2006/math">
                    <m:f>
                      <m:fPr>
                        <m:ctrlPr>
                          <a:rPr lang="en-US" altLang="ko-KR" sz="2000" i="1" smtClean="0">
                            <a:solidFill>
                              <a:srgbClr val="222222"/>
                            </a:solidFill>
                            <a:latin typeface="Cambria Math" panose="02040503050406030204" pitchFamily="18" charset="0"/>
                          </a:rPr>
                        </m:ctrlPr>
                      </m:fPr>
                      <m:num>
                        <m:r>
                          <a:rPr lang="en-US" altLang="ko-KR" sz="2000" i="1">
                            <a:solidFill>
                              <a:srgbClr val="222222"/>
                            </a:solidFill>
                            <a:latin typeface="Cambria Math" panose="02040503050406030204" pitchFamily="18" charset="0"/>
                          </a:rPr>
                          <m:t>𝑑</m:t>
                        </m:r>
                        <m:r>
                          <a:rPr lang="en-US" altLang="ko-KR" sz="2000" i="1" smtClean="0">
                            <a:solidFill>
                              <a:srgbClr val="222222"/>
                            </a:solidFill>
                            <a:latin typeface="Cambria Math" panose="02040503050406030204" pitchFamily="18" charset="0"/>
                          </a:rPr>
                          <m:t>𝑦</m:t>
                        </m:r>
                      </m:num>
                      <m:den>
                        <m:r>
                          <a:rPr lang="en-US" altLang="ko-KR" sz="2000" i="1">
                            <a:solidFill>
                              <a:srgbClr val="222222"/>
                            </a:solidFill>
                            <a:latin typeface="Cambria Math" panose="02040503050406030204" pitchFamily="18" charset="0"/>
                          </a:rPr>
                          <m:t>𝑑𝑥</m:t>
                        </m:r>
                      </m:den>
                    </m:f>
                  </m:oMath>
                </a14:m>
                <a:r>
                  <a:rPr lang="en-US" altLang="ko-KR" sz="2000" dirty="0">
                    <a:solidFill>
                      <a:srgbClr val="222222"/>
                    </a:solidFill>
                    <a:latin typeface="Arial Narrow" panose="020B0606020202030204" pitchFamily="34" charset="0"/>
                  </a:rPr>
                  <a:t> , given </a:t>
                </a:r>
                <a14:m>
                  <m:oMath xmlns:m="http://schemas.openxmlformats.org/officeDocument/2006/math">
                    <m:sSup>
                      <m:sSupPr>
                        <m:ctrlPr>
                          <a:rPr lang="en-US" altLang="ko-KR" sz="2000" i="1" smtClean="0">
                            <a:solidFill>
                              <a:srgbClr val="222222"/>
                            </a:solidFill>
                            <a:latin typeface="Cambria Math" panose="02040503050406030204" pitchFamily="18" charset="0"/>
                          </a:rPr>
                        </m:ctrlPr>
                      </m:sSupPr>
                      <m:e>
                        <m:r>
                          <a:rPr lang="en-US" altLang="ko-KR" sz="2000" i="1">
                            <a:solidFill>
                              <a:srgbClr val="222222"/>
                            </a:solidFill>
                            <a:latin typeface="Cambria Math" panose="02040503050406030204" pitchFamily="18" charset="0"/>
                          </a:rPr>
                          <m:t>𝑦</m:t>
                        </m:r>
                        <m:r>
                          <a:rPr lang="en-US" altLang="ko-KR" sz="2000" i="1">
                            <a:solidFill>
                              <a:srgbClr val="222222"/>
                            </a:solidFill>
                            <a:latin typeface="Cambria Math" panose="02040503050406030204" pitchFamily="18" charset="0"/>
                          </a:rPr>
                          <m:t>=</m:t>
                        </m:r>
                        <m:d>
                          <m:dPr>
                            <m:ctrlPr>
                              <a:rPr lang="en-US" altLang="ko-KR" sz="2000" i="1" smtClean="0">
                                <a:solidFill>
                                  <a:srgbClr val="222222"/>
                                </a:solidFill>
                                <a:latin typeface="Cambria Math" panose="02040503050406030204" pitchFamily="18" charset="0"/>
                              </a:rPr>
                            </m:ctrlPr>
                          </m:dPr>
                          <m:e>
                            <m:sSup>
                              <m:sSupPr>
                                <m:ctrlPr>
                                  <a:rPr lang="en-US" altLang="ko-KR" sz="2000" i="1" smtClean="0">
                                    <a:solidFill>
                                      <a:srgbClr val="222222"/>
                                    </a:solidFill>
                                    <a:latin typeface="Cambria Math" panose="02040503050406030204" pitchFamily="18" charset="0"/>
                                  </a:rPr>
                                </m:ctrlPr>
                              </m:sSupPr>
                              <m:e>
                                <m:r>
                                  <a:rPr lang="en-US" altLang="ko-KR" sz="2000" i="1">
                                    <a:solidFill>
                                      <a:srgbClr val="222222"/>
                                    </a:solidFill>
                                    <a:latin typeface="Cambria Math" panose="02040503050406030204" pitchFamily="18" charset="0"/>
                                  </a:rPr>
                                  <m:t>2</m:t>
                                </m:r>
                                <m:r>
                                  <a:rPr lang="en-US" altLang="ko-KR" sz="2000" i="1">
                                    <a:solidFill>
                                      <a:srgbClr val="222222"/>
                                    </a:solidFill>
                                    <a:latin typeface="Cambria Math" panose="02040503050406030204" pitchFamily="18" charset="0"/>
                                  </a:rPr>
                                  <m:t>𝑥</m:t>
                                </m:r>
                              </m:e>
                              <m:sup>
                                <m:r>
                                  <a:rPr lang="en-US" altLang="ko-KR" sz="2000" i="1">
                                    <a:solidFill>
                                      <a:srgbClr val="222222"/>
                                    </a:solidFill>
                                    <a:latin typeface="Cambria Math" panose="02040503050406030204" pitchFamily="18" charset="0"/>
                                  </a:rPr>
                                  <m:t>2</m:t>
                                </m:r>
                              </m:sup>
                            </m:sSup>
                            <m:r>
                              <a:rPr lang="en-US" altLang="ko-KR" sz="2000" i="1">
                                <a:solidFill>
                                  <a:srgbClr val="222222"/>
                                </a:solidFill>
                                <a:latin typeface="Cambria Math" panose="02040503050406030204" pitchFamily="18" charset="0"/>
                              </a:rPr>
                              <m:t>+1</m:t>
                            </m:r>
                          </m:e>
                        </m:d>
                      </m:e>
                      <m:sup>
                        <m:r>
                          <a:rPr lang="en-US" altLang="ko-KR" sz="2000" i="1">
                            <a:solidFill>
                              <a:srgbClr val="222222"/>
                            </a:solidFill>
                            <a:latin typeface="Cambria Math" panose="02040503050406030204" pitchFamily="18" charset="0"/>
                          </a:rPr>
                          <m:t>2</m:t>
                        </m:r>
                      </m:sup>
                    </m:sSup>
                  </m:oMath>
                </a14:m>
                <a:endParaRPr lang="en-US" altLang="ko-KR" sz="2000" dirty="0">
                  <a:solidFill>
                    <a:srgbClr val="222222"/>
                  </a:solidFill>
                  <a:latin typeface="Arial Narrow" panose="020B0606020202030204" pitchFamily="34" charset="0"/>
                </a:endParaRPr>
              </a:p>
              <a:p>
                <a:pPr marL="742950" lvl="1" indent="-285750">
                  <a:lnSpc>
                    <a:spcPct val="150000"/>
                  </a:lnSpc>
                  <a:buFont typeface="Arial" panose="020B0604020202020204" pitchFamily="34" charset="0"/>
                  <a:buChar char="•"/>
                </a:pPr>
                <a:endParaRPr lang="en-US" altLang="ko-KR" sz="2000" dirty="0">
                  <a:solidFill>
                    <a:srgbClr val="222222"/>
                  </a:solidFill>
                  <a:latin typeface="Arial Narrow" panose="020B0606020202030204" pitchFamily="34" charset="0"/>
                </a:endParaRPr>
              </a:p>
              <a:p>
                <a:pPr marL="742950" lvl="1" indent="-28575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Let </a:t>
                </a:r>
                <a14:m>
                  <m:oMath xmlns:m="http://schemas.openxmlformats.org/officeDocument/2006/math">
                    <m:r>
                      <a:rPr lang="en-US" altLang="ko-KR" i="1" smtClean="0">
                        <a:solidFill>
                          <a:srgbClr val="222222"/>
                        </a:solidFill>
                        <a:latin typeface="Cambria Math" panose="02040503050406030204" pitchFamily="18" charset="0"/>
                      </a:rPr>
                      <m:t>𝑦</m:t>
                    </m:r>
                    <m:r>
                      <a:rPr lang="en-US" altLang="ko-KR" i="1" smtClean="0">
                        <a:solidFill>
                          <a:srgbClr val="222222"/>
                        </a:solidFill>
                        <a:latin typeface="Cambria Math" panose="02040503050406030204" pitchFamily="18" charset="0"/>
                      </a:rPr>
                      <m:t>=</m:t>
                    </m:r>
                    <m:sSup>
                      <m:sSupPr>
                        <m:ctrlPr>
                          <a:rPr lang="en-US" altLang="ko-KR" i="1" smtClean="0">
                            <a:solidFill>
                              <a:srgbClr val="222222"/>
                            </a:solidFill>
                            <a:latin typeface="Cambria Math" panose="02040503050406030204" pitchFamily="18" charset="0"/>
                          </a:rPr>
                        </m:ctrlPr>
                      </m:sSupPr>
                      <m:e>
                        <m:r>
                          <a:rPr lang="en-US" altLang="ko-KR" i="1">
                            <a:solidFill>
                              <a:srgbClr val="222222"/>
                            </a:solidFill>
                            <a:latin typeface="Cambria Math" panose="02040503050406030204" pitchFamily="18" charset="0"/>
                          </a:rPr>
                          <m:t>𝑡</m:t>
                        </m:r>
                      </m:e>
                      <m:sup>
                        <m:r>
                          <a:rPr lang="en-US" altLang="ko-KR" i="1">
                            <a:solidFill>
                              <a:srgbClr val="222222"/>
                            </a:solidFill>
                            <a:latin typeface="Cambria Math" panose="02040503050406030204" pitchFamily="18" charset="0"/>
                          </a:rPr>
                          <m:t>2</m:t>
                        </m:r>
                      </m:sup>
                    </m:sSup>
                  </m:oMath>
                </a14:m>
                <a:r>
                  <a:rPr lang="en-US" altLang="ko-KR" dirty="0">
                    <a:solidFill>
                      <a:srgbClr val="222222"/>
                    </a:solidFill>
                    <a:latin typeface="Arial Narrow" panose="020B0606020202030204" pitchFamily="34" charset="0"/>
                  </a:rPr>
                  <a:t> and </a:t>
                </a:r>
                <a14:m>
                  <m:oMath xmlns:m="http://schemas.openxmlformats.org/officeDocument/2006/math">
                    <m:r>
                      <a:rPr lang="en-US" altLang="ko-KR" i="1" dirty="0">
                        <a:solidFill>
                          <a:srgbClr val="222222"/>
                        </a:solidFill>
                        <a:latin typeface="Cambria Math" panose="02040503050406030204" pitchFamily="18" charset="0"/>
                      </a:rPr>
                      <m:t>𝑡</m:t>
                    </m:r>
                    <m:r>
                      <a:rPr lang="en-US" altLang="ko-KR" i="1" dirty="0">
                        <a:solidFill>
                          <a:srgbClr val="222222"/>
                        </a:solidFill>
                        <a:latin typeface="Cambria Math" panose="02040503050406030204" pitchFamily="18" charset="0"/>
                      </a:rPr>
                      <m:t>=</m:t>
                    </m:r>
                    <m:sSup>
                      <m:sSupPr>
                        <m:ctrlPr>
                          <a:rPr lang="en-US" altLang="ko-KR" i="1">
                            <a:solidFill>
                              <a:srgbClr val="222222"/>
                            </a:solidFill>
                            <a:latin typeface="Cambria Math" panose="02040503050406030204" pitchFamily="18" charset="0"/>
                          </a:rPr>
                        </m:ctrlPr>
                      </m:sSupPr>
                      <m:e>
                        <m:r>
                          <a:rPr lang="en-US" altLang="ko-KR" i="1">
                            <a:solidFill>
                              <a:srgbClr val="222222"/>
                            </a:solidFill>
                            <a:latin typeface="Cambria Math" panose="02040503050406030204" pitchFamily="18" charset="0"/>
                          </a:rPr>
                          <m:t>2</m:t>
                        </m:r>
                        <m:r>
                          <a:rPr lang="en-US" altLang="ko-KR" i="1">
                            <a:solidFill>
                              <a:srgbClr val="222222"/>
                            </a:solidFill>
                            <a:latin typeface="Cambria Math" panose="02040503050406030204" pitchFamily="18" charset="0"/>
                          </a:rPr>
                          <m:t>𝑥</m:t>
                        </m:r>
                      </m:e>
                      <m:sup>
                        <m:r>
                          <a:rPr lang="en-US" altLang="ko-KR" i="1">
                            <a:solidFill>
                              <a:srgbClr val="222222"/>
                            </a:solidFill>
                            <a:latin typeface="Cambria Math" panose="02040503050406030204" pitchFamily="18" charset="0"/>
                          </a:rPr>
                          <m:t>2</m:t>
                        </m:r>
                      </m:sup>
                    </m:sSup>
                    <m:r>
                      <a:rPr lang="en-US" altLang="ko-KR" i="1">
                        <a:solidFill>
                          <a:srgbClr val="222222"/>
                        </a:solidFill>
                        <a:latin typeface="Cambria Math" panose="02040503050406030204" pitchFamily="18" charset="0"/>
                      </a:rPr>
                      <m:t>+1</m:t>
                    </m:r>
                  </m:oMath>
                </a14:m>
                <a:endParaRPr lang="en-US" altLang="ko-KR" sz="2000" i="1" dirty="0">
                  <a:solidFill>
                    <a:srgbClr val="222222"/>
                  </a:solidFill>
                  <a:latin typeface="Arial Narrow" panose="020B0606020202030204" pitchFamily="34" charset="0"/>
                </a:endParaRPr>
              </a:p>
              <a:p>
                <a:pPr marL="742950" lvl="1" indent="-285750">
                  <a:lnSpc>
                    <a:spcPct val="150000"/>
                  </a:lnSpc>
                  <a:buFont typeface="Arial" panose="020B0604020202020204" pitchFamily="34" charset="0"/>
                  <a:buChar char="•"/>
                </a:pPr>
                <a:endParaRPr lang="en-US" altLang="ko-KR" sz="2000" i="1" dirty="0">
                  <a:solidFill>
                    <a:srgbClr val="222222"/>
                  </a:solidFill>
                  <a:latin typeface="Arial Narrow" panose="020B0606020202030204" pitchFamily="34" charset="0"/>
                </a:endParaRPr>
              </a:p>
            </p:txBody>
          </p:sp>
        </mc:Choice>
        <mc:Fallback xmlns="">
          <p:sp>
            <p:nvSpPr>
              <p:cNvPr id="10" name="직사각형 9">
                <a:extLst>
                  <a:ext uri="{FF2B5EF4-FFF2-40B4-BE49-F238E27FC236}">
                    <a16:creationId xmlns:a16="http://schemas.microsoft.com/office/drawing/2014/main" id="{C7C7178E-B73C-405C-98AA-12B1241AB1A3}"/>
                  </a:ext>
                </a:extLst>
              </p:cNvPr>
              <p:cNvSpPr>
                <a:spLocks noRot="1" noChangeAspect="1" noMove="1" noResize="1" noEditPoints="1" noAdjustHandles="1" noChangeArrowheads="1" noChangeShapeType="1" noTextEdit="1"/>
              </p:cNvSpPr>
              <p:nvPr/>
            </p:nvSpPr>
            <p:spPr>
              <a:xfrm>
                <a:off x="328771" y="1139130"/>
                <a:ext cx="8412893" cy="2084481"/>
              </a:xfrm>
              <a:prstGeom prst="rect">
                <a:avLst/>
              </a:prstGeom>
              <a:blipFill>
                <a:blip r:embed="rId3"/>
                <a:stretch>
                  <a:fillRect l="-652"/>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410173341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mc:AlternateContent xmlns:mc="http://schemas.openxmlformats.org/markup-compatibility/2006" xmlns:a14="http://schemas.microsoft.com/office/drawing/2010/main">
        <mc:Choice Requires="a14">
          <p:sp>
            <p:nvSpPr>
              <p:cNvPr id="10" name="직사각형 9">
                <a:extLst>
                  <a:ext uri="{FF2B5EF4-FFF2-40B4-BE49-F238E27FC236}">
                    <a16:creationId xmlns:a16="http://schemas.microsoft.com/office/drawing/2014/main" id="{C7C7178E-B73C-405C-98AA-12B1241AB1A3}"/>
                  </a:ext>
                </a:extLst>
              </p:cNvPr>
              <p:cNvSpPr/>
              <p:nvPr/>
            </p:nvSpPr>
            <p:spPr>
              <a:xfrm>
                <a:off x="328771" y="1139130"/>
                <a:ext cx="8412893" cy="3979679"/>
              </a:xfrm>
              <a:prstGeom prst="rect">
                <a:avLst/>
              </a:prstGeom>
            </p:spPr>
            <p:txBody>
              <a:bodyPr wrap="square">
                <a:spAutoFit/>
              </a:bodyPr>
              <a:lstStyle/>
              <a:p>
                <a:pPr marL="285750" indent="-28575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Solution for</a:t>
                </a:r>
                <a:r>
                  <a:rPr lang="ko-KR" altLang="en-US" sz="2000" dirty="0">
                    <a:solidFill>
                      <a:srgbClr val="222222"/>
                    </a:solidFill>
                    <a:latin typeface="Arial Narrow" panose="020B0606020202030204" pitchFamily="34" charset="0"/>
                  </a:rPr>
                  <a:t> </a:t>
                </a:r>
                <a14:m>
                  <m:oMath xmlns:m="http://schemas.openxmlformats.org/officeDocument/2006/math">
                    <m:f>
                      <m:fPr>
                        <m:ctrlPr>
                          <a:rPr lang="en-US" altLang="ko-KR" sz="2000" i="1" smtClean="0">
                            <a:solidFill>
                              <a:srgbClr val="222222"/>
                            </a:solidFill>
                            <a:latin typeface="Cambria Math" panose="02040503050406030204" pitchFamily="18" charset="0"/>
                          </a:rPr>
                        </m:ctrlPr>
                      </m:fPr>
                      <m:num>
                        <m:r>
                          <a:rPr lang="en-US" altLang="ko-KR" sz="2000" i="1">
                            <a:solidFill>
                              <a:srgbClr val="222222"/>
                            </a:solidFill>
                            <a:latin typeface="Cambria Math" panose="02040503050406030204" pitchFamily="18" charset="0"/>
                          </a:rPr>
                          <m:t>𝑑</m:t>
                        </m:r>
                        <m:r>
                          <a:rPr lang="en-US" altLang="ko-KR" sz="2000" i="1" smtClean="0">
                            <a:solidFill>
                              <a:srgbClr val="222222"/>
                            </a:solidFill>
                            <a:latin typeface="Cambria Math" panose="02040503050406030204" pitchFamily="18" charset="0"/>
                          </a:rPr>
                          <m:t>𝑦</m:t>
                        </m:r>
                      </m:num>
                      <m:den>
                        <m:r>
                          <a:rPr lang="en-US" altLang="ko-KR" sz="2000" i="1">
                            <a:solidFill>
                              <a:srgbClr val="222222"/>
                            </a:solidFill>
                            <a:latin typeface="Cambria Math" panose="02040503050406030204" pitchFamily="18" charset="0"/>
                          </a:rPr>
                          <m:t>𝑑𝑥</m:t>
                        </m:r>
                      </m:den>
                    </m:f>
                  </m:oMath>
                </a14:m>
                <a:r>
                  <a:rPr lang="en-US" altLang="ko-KR" sz="2000" dirty="0">
                    <a:solidFill>
                      <a:srgbClr val="222222"/>
                    </a:solidFill>
                    <a:latin typeface="Arial Narrow" panose="020B0606020202030204" pitchFamily="34" charset="0"/>
                  </a:rPr>
                  <a:t> , given </a:t>
                </a:r>
                <a14:m>
                  <m:oMath xmlns:m="http://schemas.openxmlformats.org/officeDocument/2006/math">
                    <m:sSup>
                      <m:sSupPr>
                        <m:ctrlPr>
                          <a:rPr lang="en-US" altLang="ko-KR" sz="2000" i="1" smtClean="0">
                            <a:solidFill>
                              <a:srgbClr val="222222"/>
                            </a:solidFill>
                            <a:latin typeface="Cambria Math" panose="02040503050406030204" pitchFamily="18" charset="0"/>
                          </a:rPr>
                        </m:ctrlPr>
                      </m:sSupPr>
                      <m:e>
                        <m:r>
                          <a:rPr lang="en-US" altLang="ko-KR" sz="2000" i="1">
                            <a:solidFill>
                              <a:srgbClr val="222222"/>
                            </a:solidFill>
                            <a:latin typeface="Cambria Math" panose="02040503050406030204" pitchFamily="18" charset="0"/>
                          </a:rPr>
                          <m:t>𝑦</m:t>
                        </m:r>
                        <m:r>
                          <a:rPr lang="en-US" altLang="ko-KR" sz="2000" i="1">
                            <a:solidFill>
                              <a:srgbClr val="222222"/>
                            </a:solidFill>
                            <a:latin typeface="Cambria Math" panose="02040503050406030204" pitchFamily="18" charset="0"/>
                          </a:rPr>
                          <m:t>=</m:t>
                        </m:r>
                        <m:d>
                          <m:dPr>
                            <m:ctrlPr>
                              <a:rPr lang="en-US" altLang="ko-KR" sz="2000" i="1" smtClean="0">
                                <a:solidFill>
                                  <a:srgbClr val="222222"/>
                                </a:solidFill>
                                <a:latin typeface="Cambria Math" panose="02040503050406030204" pitchFamily="18" charset="0"/>
                              </a:rPr>
                            </m:ctrlPr>
                          </m:dPr>
                          <m:e>
                            <m:sSup>
                              <m:sSupPr>
                                <m:ctrlPr>
                                  <a:rPr lang="en-US" altLang="ko-KR" sz="2000" i="1" smtClean="0">
                                    <a:solidFill>
                                      <a:srgbClr val="222222"/>
                                    </a:solidFill>
                                    <a:latin typeface="Cambria Math" panose="02040503050406030204" pitchFamily="18" charset="0"/>
                                  </a:rPr>
                                </m:ctrlPr>
                              </m:sSupPr>
                              <m:e>
                                <m:r>
                                  <a:rPr lang="en-US" altLang="ko-KR" sz="2000" i="1">
                                    <a:solidFill>
                                      <a:srgbClr val="222222"/>
                                    </a:solidFill>
                                    <a:latin typeface="Cambria Math" panose="02040503050406030204" pitchFamily="18" charset="0"/>
                                  </a:rPr>
                                  <m:t>2</m:t>
                                </m:r>
                                <m:r>
                                  <a:rPr lang="en-US" altLang="ko-KR" sz="2000" i="1">
                                    <a:solidFill>
                                      <a:srgbClr val="222222"/>
                                    </a:solidFill>
                                    <a:latin typeface="Cambria Math" panose="02040503050406030204" pitchFamily="18" charset="0"/>
                                  </a:rPr>
                                  <m:t>𝑥</m:t>
                                </m:r>
                              </m:e>
                              <m:sup>
                                <m:r>
                                  <a:rPr lang="en-US" altLang="ko-KR" sz="2000" i="1">
                                    <a:solidFill>
                                      <a:srgbClr val="222222"/>
                                    </a:solidFill>
                                    <a:latin typeface="Cambria Math" panose="02040503050406030204" pitchFamily="18" charset="0"/>
                                  </a:rPr>
                                  <m:t>2</m:t>
                                </m:r>
                              </m:sup>
                            </m:sSup>
                            <m:r>
                              <a:rPr lang="en-US" altLang="ko-KR" sz="2000" i="1">
                                <a:solidFill>
                                  <a:srgbClr val="222222"/>
                                </a:solidFill>
                                <a:latin typeface="Cambria Math" panose="02040503050406030204" pitchFamily="18" charset="0"/>
                              </a:rPr>
                              <m:t>+1</m:t>
                            </m:r>
                          </m:e>
                        </m:d>
                      </m:e>
                      <m:sup>
                        <m:r>
                          <a:rPr lang="en-US" altLang="ko-KR" sz="2000" i="1">
                            <a:solidFill>
                              <a:srgbClr val="222222"/>
                            </a:solidFill>
                            <a:latin typeface="Cambria Math" panose="02040503050406030204" pitchFamily="18" charset="0"/>
                          </a:rPr>
                          <m:t>2</m:t>
                        </m:r>
                      </m:sup>
                    </m:sSup>
                  </m:oMath>
                </a14:m>
                <a:endParaRPr lang="en-US" altLang="ko-KR" sz="2000" i="1" dirty="0">
                  <a:solidFill>
                    <a:srgbClr val="222222"/>
                  </a:solidFill>
                  <a:latin typeface="Arial Narrow" panose="020B0606020202030204" pitchFamily="34" charset="0"/>
                </a:endParaRPr>
              </a:p>
              <a:p>
                <a:pPr marL="742950" lvl="1" indent="-285750">
                  <a:lnSpc>
                    <a:spcPct val="150000"/>
                  </a:lnSpc>
                  <a:buFont typeface="Arial" panose="020B0604020202020204" pitchFamily="34" charset="0"/>
                  <a:buChar char="•"/>
                </a:pPr>
                <a:endParaRPr lang="en-US" altLang="ko-KR" dirty="0">
                  <a:solidFill>
                    <a:srgbClr val="222222"/>
                  </a:solidFill>
                  <a:latin typeface="Arial Narrow" panose="020B0606020202030204" pitchFamily="34" charset="0"/>
                </a:endParaRPr>
              </a:p>
              <a:p>
                <a:pPr marL="742950" lvl="1" indent="-28575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Let </a:t>
                </a:r>
                <a14:m>
                  <m:oMath xmlns:m="http://schemas.openxmlformats.org/officeDocument/2006/math">
                    <m:r>
                      <a:rPr lang="en-US" altLang="ko-KR" i="1" smtClean="0">
                        <a:solidFill>
                          <a:srgbClr val="222222"/>
                        </a:solidFill>
                        <a:latin typeface="Cambria Math" panose="02040503050406030204" pitchFamily="18" charset="0"/>
                      </a:rPr>
                      <m:t>𝑦</m:t>
                    </m:r>
                    <m:r>
                      <a:rPr lang="en-US" altLang="ko-KR" i="1" smtClean="0">
                        <a:solidFill>
                          <a:srgbClr val="222222"/>
                        </a:solidFill>
                        <a:latin typeface="Cambria Math" panose="02040503050406030204" pitchFamily="18" charset="0"/>
                      </a:rPr>
                      <m:t>=</m:t>
                    </m:r>
                    <m:sSup>
                      <m:sSupPr>
                        <m:ctrlPr>
                          <a:rPr lang="en-US" altLang="ko-KR" i="1" smtClean="0">
                            <a:solidFill>
                              <a:srgbClr val="222222"/>
                            </a:solidFill>
                            <a:latin typeface="Cambria Math" panose="02040503050406030204" pitchFamily="18" charset="0"/>
                          </a:rPr>
                        </m:ctrlPr>
                      </m:sSupPr>
                      <m:e>
                        <m:r>
                          <a:rPr lang="en-US" altLang="ko-KR" i="1">
                            <a:solidFill>
                              <a:srgbClr val="222222"/>
                            </a:solidFill>
                            <a:latin typeface="Cambria Math" panose="02040503050406030204" pitchFamily="18" charset="0"/>
                          </a:rPr>
                          <m:t>𝑡</m:t>
                        </m:r>
                      </m:e>
                      <m:sup>
                        <m:r>
                          <a:rPr lang="en-US" altLang="ko-KR" i="1">
                            <a:solidFill>
                              <a:srgbClr val="222222"/>
                            </a:solidFill>
                            <a:latin typeface="Cambria Math" panose="02040503050406030204" pitchFamily="18" charset="0"/>
                          </a:rPr>
                          <m:t>2</m:t>
                        </m:r>
                      </m:sup>
                    </m:sSup>
                  </m:oMath>
                </a14:m>
                <a:r>
                  <a:rPr lang="en-US" altLang="ko-KR" dirty="0">
                    <a:solidFill>
                      <a:srgbClr val="222222"/>
                    </a:solidFill>
                    <a:latin typeface="Arial Narrow" panose="020B0606020202030204" pitchFamily="34" charset="0"/>
                  </a:rPr>
                  <a:t> and </a:t>
                </a:r>
                <a14:m>
                  <m:oMath xmlns:m="http://schemas.openxmlformats.org/officeDocument/2006/math">
                    <m:r>
                      <a:rPr lang="en-US" altLang="ko-KR" i="1" dirty="0">
                        <a:solidFill>
                          <a:srgbClr val="222222"/>
                        </a:solidFill>
                        <a:latin typeface="Cambria Math" panose="02040503050406030204" pitchFamily="18" charset="0"/>
                      </a:rPr>
                      <m:t>𝑡</m:t>
                    </m:r>
                    <m:r>
                      <a:rPr lang="en-US" altLang="ko-KR" i="1" dirty="0">
                        <a:solidFill>
                          <a:srgbClr val="222222"/>
                        </a:solidFill>
                        <a:latin typeface="Cambria Math" panose="02040503050406030204" pitchFamily="18" charset="0"/>
                      </a:rPr>
                      <m:t>=</m:t>
                    </m:r>
                    <m:sSup>
                      <m:sSupPr>
                        <m:ctrlPr>
                          <a:rPr lang="en-US" altLang="ko-KR" i="1">
                            <a:solidFill>
                              <a:srgbClr val="222222"/>
                            </a:solidFill>
                            <a:latin typeface="Cambria Math" panose="02040503050406030204" pitchFamily="18" charset="0"/>
                          </a:rPr>
                        </m:ctrlPr>
                      </m:sSupPr>
                      <m:e>
                        <m:r>
                          <a:rPr lang="en-US" altLang="ko-KR" i="1">
                            <a:solidFill>
                              <a:srgbClr val="222222"/>
                            </a:solidFill>
                            <a:latin typeface="Cambria Math" panose="02040503050406030204" pitchFamily="18" charset="0"/>
                          </a:rPr>
                          <m:t>2</m:t>
                        </m:r>
                        <m:r>
                          <a:rPr lang="en-US" altLang="ko-KR" i="1">
                            <a:solidFill>
                              <a:srgbClr val="222222"/>
                            </a:solidFill>
                            <a:latin typeface="Cambria Math" panose="02040503050406030204" pitchFamily="18" charset="0"/>
                          </a:rPr>
                          <m:t>𝑥</m:t>
                        </m:r>
                      </m:e>
                      <m:sup>
                        <m:r>
                          <a:rPr lang="en-US" altLang="ko-KR" i="1">
                            <a:solidFill>
                              <a:srgbClr val="222222"/>
                            </a:solidFill>
                            <a:latin typeface="Cambria Math" panose="02040503050406030204" pitchFamily="18" charset="0"/>
                          </a:rPr>
                          <m:t>2</m:t>
                        </m:r>
                      </m:sup>
                    </m:sSup>
                    <m:r>
                      <a:rPr lang="en-US" altLang="ko-KR" i="1">
                        <a:solidFill>
                          <a:srgbClr val="222222"/>
                        </a:solidFill>
                        <a:latin typeface="Cambria Math" panose="02040503050406030204" pitchFamily="18" charset="0"/>
                      </a:rPr>
                      <m:t>+1</m:t>
                    </m:r>
                  </m:oMath>
                </a14:m>
                <a:endParaRPr lang="en-US" altLang="ko-KR" i="1" dirty="0">
                  <a:solidFill>
                    <a:srgbClr val="222222"/>
                  </a:solidFill>
                  <a:latin typeface="Arial Narrow" panose="020B0606020202030204" pitchFamily="34" charset="0"/>
                </a:endParaRPr>
              </a:p>
              <a:p>
                <a:pPr marL="742950" lvl="1" indent="-285750">
                  <a:lnSpc>
                    <a:spcPct val="150000"/>
                  </a:lnSpc>
                  <a:buFont typeface="Arial" panose="020B0604020202020204" pitchFamily="34" charset="0"/>
                  <a:buChar char="•"/>
                </a:pPr>
                <a14:m>
                  <m:oMath xmlns:m="http://schemas.openxmlformats.org/officeDocument/2006/math">
                    <m:f>
                      <m:fPr>
                        <m:ctrlPr>
                          <a:rPr lang="en-US" altLang="ko-KR" i="1" smtClean="0">
                            <a:solidFill>
                              <a:schemeClr val="tx1"/>
                            </a:solidFill>
                            <a:latin typeface="Cambria Math" panose="02040503050406030204" pitchFamily="18" charset="0"/>
                          </a:rPr>
                        </m:ctrlPr>
                      </m:fPr>
                      <m:num>
                        <m:r>
                          <a:rPr lang="en-US" altLang="ko-KR" i="1">
                            <a:solidFill>
                              <a:schemeClr val="tx1"/>
                            </a:solidFill>
                            <a:latin typeface="Cambria Math" panose="02040503050406030204" pitchFamily="18" charset="0"/>
                          </a:rPr>
                          <m:t>𝑑𝑦</m:t>
                        </m:r>
                      </m:num>
                      <m:den>
                        <m:r>
                          <a:rPr lang="en-US" altLang="ko-KR" i="1" smtClean="0">
                            <a:solidFill>
                              <a:schemeClr val="tx1"/>
                            </a:solidFill>
                            <a:latin typeface="Cambria Math" panose="02040503050406030204" pitchFamily="18" charset="0"/>
                          </a:rPr>
                          <m:t>𝑑</m:t>
                        </m:r>
                        <m:r>
                          <a:rPr lang="en-US" altLang="ko-KR" i="1">
                            <a:solidFill>
                              <a:schemeClr val="tx1"/>
                            </a:solidFill>
                            <a:latin typeface="Cambria Math" panose="02040503050406030204" pitchFamily="18" charset="0"/>
                          </a:rPr>
                          <m:t>𝑡</m:t>
                        </m:r>
                      </m:den>
                    </m:f>
                    <m:r>
                      <a:rPr lang="en-US" altLang="ko-KR" i="1">
                        <a:latin typeface="Cambria Math" panose="02040503050406030204" pitchFamily="18" charset="0"/>
                      </a:rPr>
                      <m:t>=</m:t>
                    </m:r>
                    <m:r>
                      <m:rPr>
                        <m:nor/>
                      </m:rPr>
                      <a:rPr lang="en-US" altLang="ko-KR" dirty="0">
                        <a:solidFill>
                          <a:srgbClr val="222222"/>
                        </a:solidFill>
                        <a:latin typeface="Cambria Math" panose="02040503050406030204" pitchFamily="18" charset="0"/>
                      </a:rPr>
                      <m:t>2</m:t>
                    </m:r>
                    <m:r>
                      <m:rPr>
                        <m:nor/>
                      </m:rPr>
                      <a:rPr lang="en-US" altLang="ko-KR" i="1" dirty="0">
                        <a:solidFill>
                          <a:srgbClr val="222222"/>
                        </a:solidFill>
                        <a:latin typeface="Cambria Math" panose="02040503050406030204" pitchFamily="18" charset="0"/>
                      </a:rPr>
                      <m:t>t</m:t>
                    </m:r>
                  </m:oMath>
                </a14:m>
                <a:endParaRPr lang="en-US" altLang="ko-KR" i="1" dirty="0">
                  <a:solidFill>
                    <a:srgbClr val="222222"/>
                  </a:solidFill>
                  <a:latin typeface="Cambria Math" panose="02040503050406030204" pitchFamily="18" charset="0"/>
                </a:endParaRPr>
              </a:p>
              <a:p>
                <a:pPr marL="742950" lvl="1" indent="-285750">
                  <a:lnSpc>
                    <a:spcPct val="150000"/>
                  </a:lnSpc>
                  <a:buFont typeface="Arial" panose="020B0604020202020204" pitchFamily="34" charset="0"/>
                  <a:buChar char="•"/>
                </a:pPr>
                <a14:m>
                  <m:oMath xmlns:m="http://schemas.openxmlformats.org/officeDocument/2006/math">
                    <m:f>
                      <m:fPr>
                        <m:ctrlPr>
                          <a:rPr lang="en-US" altLang="ko-KR" i="1">
                            <a:solidFill>
                              <a:schemeClr val="tx1"/>
                            </a:solidFill>
                            <a:latin typeface="Cambria Math" panose="02040503050406030204" pitchFamily="18" charset="0"/>
                          </a:rPr>
                        </m:ctrlPr>
                      </m:fPr>
                      <m:num>
                        <m:r>
                          <a:rPr lang="en-US" altLang="ko-KR" i="1" smtClean="0">
                            <a:solidFill>
                              <a:schemeClr val="tx1"/>
                            </a:solidFill>
                            <a:latin typeface="Cambria Math" panose="02040503050406030204" pitchFamily="18" charset="0"/>
                          </a:rPr>
                          <m:t>𝑑</m:t>
                        </m:r>
                        <m:r>
                          <a:rPr lang="en-US" altLang="ko-KR" i="1">
                            <a:solidFill>
                              <a:schemeClr val="tx1"/>
                            </a:solidFill>
                            <a:latin typeface="Cambria Math" panose="02040503050406030204" pitchFamily="18" charset="0"/>
                          </a:rPr>
                          <m:t>𝑡</m:t>
                        </m:r>
                      </m:num>
                      <m:den>
                        <m:r>
                          <a:rPr lang="en-US" altLang="ko-KR" i="1">
                            <a:solidFill>
                              <a:schemeClr val="tx1"/>
                            </a:solidFill>
                            <a:latin typeface="Cambria Math" panose="02040503050406030204" pitchFamily="18" charset="0"/>
                          </a:rPr>
                          <m:t>𝑑𝑥</m:t>
                        </m:r>
                      </m:den>
                    </m:f>
                    <m:r>
                      <a:rPr lang="en-US" altLang="ko-KR" i="1">
                        <a:latin typeface="Cambria Math" panose="02040503050406030204" pitchFamily="18" charset="0"/>
                      </a:rPr>
                      <m:t>=</m:t>
                    </m:r>
                    <m:r>
                      <m:rPr>
                        <m:nor/>
                      </m:rPr>
                      <a:rPr lang="en-US" altLang="ko-KR" dirty="0">
                        <a:solidFill>
                          <a:srgbClr val="222222"/>
                        </a:solidFill>
                        <a:latin typeface="Cambria Math" panose="02040503050406030204" pitchFamily="18" charset="0"/>
                      </a:rPr>
                      <m:t>4</m:t>
                    </m:r>
                    <m:r>
                      <a:rPr lang="en-US" altLang="ko-KR" i="1">
                        <a:solidFill>
                          <a:srgbClr val="222222"/>
                        </a:solidFill>
                        <a:latin typeface="Cambria Math" panose="02040503050406030204" pitchFamily="18" charset="0"/>
                      </a:rPr>
                      <m:t>𝑥</m:t>
                    </m:r>
                  </m:oMath>
                </a14:m>
                <a:endParaRPr lang="en-US" altLang="ko-KR" i="1" dirty="0">
                  <a:solidFill>
                    <a:srgbClr val="222222"/>
                  </a:solidFill>
                  <a:latin typeface="Cambria Math" panose="02040503050406030204" pitchFamily="18" charset="0"/>
                </a:endParaRPr>
              </a:p>
              <a:p>
                <a:pPr marL="742950" lvl="1" indent="-285750">
                  <a:lnSpc>
                    <a:spcPct val="150000"/>
                  </a:lnSpc>
                  <a:buFont typeface="Arial" panose="020B0604020202020204" pitchFamily="34" charset="0"/>
                  <a:buChar char="•"/>
                </a:pPr>
                <a:endParaRPr lang="en-US" altLang="ko-KR" i="1" dirty="0">
                  <a:solidFill>
                    <a:srgbClr val="222222"/>
                  </a:solidFill>
                  <a:latin typeface="Arial Narrow" panose="020B0606020202030204" pitchFamily="34" charset="0"/>
                </a:endParaRPr>
              </a:p>
              <a:p>
                <a:pPr marL="742950" lvl="1" indent="-285750">
                  <a:lnSpc>
                    <a:spcPct val="150000"/>
                  </a:lnSpc>
                  <a:buFont typeface="Arial" panose="020B0604020202020204" pitchFamily="34" charset="0"/>
                  <a:buChar char="•"/>
                </a:pPr>
                <a:endParaRPr lang="en-US" altLang="ko-KR" i="1" dirty="0">
                  <a:solidFill>
                    <a:srgbClr val="222222"/>
                  </a:solidFill>
                  <a:latin typeface="Cambria Math" panose="02040503050406030204" pitchFamily="18" charset="0"/>
                </a:endParaRPr>
              </a:p>
              <a:p>
                <a:pPr marL="742950" lvl="1" indent="-285750">
                  <a:lnSpc>
                    <a:spcPct val="150000"/>
                  </a:lnSpc>
                  <a:buFont typeface="Arial" panose="020B0604020202020204" pitchFamily="34" charset="0"/>
                  <a:buChar char="•"/>
                </a:pPr>
                <a:endParaRPr lang="en-US" altLang="ko-KR" i="1" dirty="0">
                  <a:solidFill>
                    <a:srgbClr val="222222"/>
                  </a:solidFill>
                  <a:latin typeface="Arial Narrow" panose="020B0606020202030204" pitchFamily="34" charset="0"/>
                </a:endParaRPr>
              </a:p>
            </p:txBody>
          </p:sp>
        </mc:Choice>
        <mc:Fallback xmlns="">
          <p:sp>
            <p:nvSpPr>
              <p:cNvPr id="10" name="직사각형 9">
                <a:extLst>
                  <a:ext uri="{FF2B5EF4-FFF2-40B4-BE49-F238E27FC236}">
                    <a16:creationId xmlns:a16="http://schemas.microsoft.com/office/drawing/2014/main" id="{C7C7178E-B73C-405C-98AA-12B1241AB1A3}"/>
                  </a:ext>
                </a:extLst>
              </p:cNvPr>
              <p:cNvSpPr>
                <a:spLocks noRot="1" noChangeAspect="1" noMove="1" noResize="1" noEditPoints="1" noAdjustHandles="1" noChangeArrowheads="1" noChangeShapeType="1" noTextEdit="1"/>
              </p:cNvSpPr>
              <p:nvPr/>
            </p:nvSpPr>
            <p:spPr>
              <a:xfrm>
                <a:off x="328771" y="1139130"/>
                <a:ext cx="8412893" cy="3979679"/>
              </a:xfrm>
              <a:prstGeom prst="rect">
                <a:avLst/>
              </a:prstGeom>
              <a:blipFill>
                <a:blip r:embed="rId3"/>
                <a:stretch>
                  <a:fillRect l="-652"/>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388115013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Basic Mathematics for Deep Learning Algorithms</a:t>
            </a:r>
          </a:p>
        </p:txBody>
      </p:sp>
      <mc:AlternateContent xmlns:mc="http://schemas.openxmlformats.org/markup-compatibility/2006" xmlns:a14="http://schemas.microsoft.com/office/drawing/2010/main">
        <mc:Choice Requires="a14">
          <p:sp>
            <p:nvSpPr>
              <p:cNvPr id="10" name="직사각형 9">
                <a:extLst>
                  <a:ext uri="{FF2B5EF4-FFF2-40B4-BE49-F238E27FC236}">
                    <a16:creationId xmlns:a16="http://schemas.microsoft.com/office/drawing/2014/main" id="{C7C7178E-B73C-405C-98AA-12B1241AB1A3}"/>
                  </a:ext>
                </a:extLst>
              </p:cNvPr>
              <p:cNvSpPr/>
              <p:nvPr/>
            </p:nvSpPr>
            <p:spPr>
              <a:xfrm>
                <a:off x="328771" y="1139130"/>
                <a:ext cx="8412893" cy="4993611"/>
              </a:xfrm>
              <a:prstGeom prst="rect">
                <a:avLst/>
              </a:prstGeom>
            </p:spPr>
            <p:txBody>
              <a:bodyPr wrap="square">
                <a:spAutoFit/>
              </a:bodyPr>
              <a:lstStyle/>
              <a:p>
                <a:pPr marL="285750" indent="-28575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Solution for</a:t>
                </a:r>
                <a:r>
                  <a:rPr lang="ko-KR" altLang="en-US" sz="2000" dirty="0">
                    <a:solidFill>
                      <a:srgbClr val="222222"/>
                    </a:solidFill>
                    <a:latin typeface="Arial Narrow" panose="020B0606020202030204" pitchFamily="34" charset="0"/>
                  </a:rPr>
                  <a:t> </a:t>
                </a:r>
                <a14:m>
                  <m:oMath xmlns:m="http://schemas.openxmlformats.org/officeDocument/2006/math">
                    <m:f>
                      <m:fPr>
                        <m:ctrlPr>
                          <a:rPr lang="en-US" altLang="ko-KR" sz="2000" i="1" smtClean="0">
                            <a:solidFill>
                              <a:srgbClr val="222222"/>
                            </a:solidFill>
                            <a:latin typeface="Cambria Math" panose="02040503050406030204" pitchFamily="18" charset="0"/>
                          </a:rPr>
                        </m:ctrlPr>
                      </m:fPr>
                      <m:num>
                        <m:r>
                          <a:rPr lang="en-US" altLang="ko-KR" sz="2000" i="1">
                            <a:solidFill>
                              <a:srgbClr val="222222"/>
                            </a:solidFill>
                            <a:latin typeface="Cambria Math" panose="02040503050406030204" pitchFamily="18" charset="0"/>
                          </a:rPr>
                          <m:t>𝑑</m:t>
                        </m:r>
                        <m:r>
                          <a:rPr lang="en-US" altLang="ko-KR" sz="2000" i="1" smtClean="0">
                            <a:solidFill>
                              <a:srgbClr val="222222"/>
                            </a:solidFill>
                            <a:latin typeface="Cambria Math" panose="02040503050406030204" pitchFamily="18" charset="0"/>
                          </a:rPr>
                          <m:t>𝑦</m:t>
                        </m:r>
                      </m:num>
                      <m:den>
                        <m:r>
                          <a:rPr lang="en-US" altLang="ko-KR" sz="2000" i="1">
                            <a:solidFill>
                              <a:srgbClr val="222222"/>
                            </a:solidFill>
                            <a:latin typeface="Cambria Math" panose="02040503050406030204" pitchFamily="18" charset="0"/>
                          </a:rPr>
                          <m:t>𝑑𝑥</m:t>
                        </m:r>
                      </m:den>
                    </m:f>
                  </m:oMath>
                </a14:m>
                <a:r>
                  <a:rPr lang="en-US" altLang="ko-KR" sz="2000" dirty="0">
                    <a:solidFill>
                      <a:srgbClr val="222222"/>
                    </a:solidFill>
                    <a:latin typeface="Arial Narrow" panose="020B0606020202030204" pitchFamily="34" charset="0"/>
                  </a:rPr>
                  <a:t> , given </a:t>
                </a:r>
                <a14:m>
                  <m:oMath xmlns:m="http://schemas.openxmlformats.org/officeDocument/2006/math">
                    <m:sSup>
                      <m:sSupPr>
                        <m:ctrlPr>
                          <a:rPr lang="en-US" altLang="ko-KR" sz="2000" i="1" smtClean="0">
                            <a:solidFill>
                              <a:srgbClr val="222222"/>
                            </a:solidFill>
                            <a:latin typeface="Cambria Math" panose="02040503050406030204" pitchFamily="18" charset="0"/>
                          </a:rPr>
                        </m:ctrlPr>
                      </m:sSupPr>
                      <m:e>
                        <m:r>
                          <a:rPr lang="en-US" altLang="ko-KR" sz="2000" i="1">
                            <a:solidFill>
                              <a:srgbClr val="222222"/>
                            </a:solidFill>
                            <a:latin typeface="Cambria Math" panose="02040503050406030204" pitchFamily="18" charset="0"/>
                          </a:rPr>
                          <m:t>𝑦</m:t>
                        </m:r>
                        <m:r>
                          <a:rPr lang="en-US" altLang="ko-KR" sz="2000" i="1">
                            <a:solidFill>
                              <a:srgbClr val="222222"/>
                            </a:solidFill>
                            <a:latin typeface="Cambria Math" panose="02040503050406030204" pitchFamily="18" charset="0"/>
                          </a:rPr>
                          <m:t>=</m:t>
                        </m:r>
                        <m:d>
                          <m:dPr>
                            <m:ctrlPr>
                              <a:rPr lang="en-US" altLang="ko-KR" sz="2000" i="1" smtClean="0">
                                <a:solidFill>
                                  <a:srgbClr val="222222"/>
                                </a:solidFill>
                                <a:latin typeface="Cambria Math" panose="02040503050406030204" pitchFamily="18" charset="0"/>
                              </a:rPr>
                            </m:ctrlPr>
                          </m:dPr>
                          <m:e>
                            <m:sSup>
                              <m:sSupPr>
                                <m:ctrlPr>
                                  <a:rPr lang="en-US" altLang="ko-KR" sz="2000" i="1" smtClean="0">
                                    <a:solidFill>
                                      <a:srgbClr val="222222"/>
                                    </a:solidFill>
                                    <a:latin typeface="Cambria Math" panose="02040503050406030204" pitchFamily="18" charset="0"/>
                                  </a:rPr>
                                </m:ctrlPr>
                              </m:sSupPr>
                              <m:e>
                                <m:r>
                                  <a:rPr lang="en-US" altLang="ko-KR" sz="2000" i="1">
                                    <a:solidFill>
                                      <a:srgbClr val="222222"/>
                                    </a:solidFill>
                                    <a:latin typeface="Cambria Math" panose="02040503050406030204" pitchFamily="18" charset="0"/>
                                  </a:rPr>
                                  <m:t>2</m:t>
                                </m:r>
                                <m:r>
                                  <a:rPr lang="en-US" altLang="ko-KR" sz="2000" i="1">
                                    <a:solidFill>
                                      <a:srgbClr val="222222"/>
                                    </a:solidFill>
                                    <a:latin typeface="Cambria Math" panose="02040503050406030204" pitchFamily="18" charset="0"/>
                                  </a:rPr>
                                  <m:t>𝑥</m:t>
                                </m:r>
                              </m:e>
                              <m:sup>
                                <m:r>
                                  <a:rPr lang="en-US" altLang="ko-KR" sz="2000" i="1">
                                    <a:solidFill>
                                      <a:srgbClr val="222222"/>
                                    </a:solidFill>
                                    <a:latin typeface="Cambria Math" panose="02040503050406030204" pitchFamily="18" charset="0"/>
                                  </a:rPr>
                                  <m:t>2</m:t>
                                </m:r>
                              </m:sup>
                            </m:sSup>
                            <m:r>
                              <a:rPr lang="en-US" altLang="ko-KR" sz="2000" i="1">
                                <a:solidFill>
                                  <a:srgbClr val="222222"/>
                                </a:solidFill>
                                <a:latin typeface="Cambria Math" panose="02040503050406030204" pitchFamily="18" charset="0"/>
                              </a:rPr>
                              <m:t>+1</m:t>
                            </m:r>
                          </m:e>
                        </m:d>
                      </m:e>
                      <m:sup>
                        <m:r>
                          <a:rPr lang="en-US" altLang="ko-KR" sz="2000" i="1">
                            <a:solidFill>
                              <a:srgbClr val="222222"/>
                            </a:solidFill>
                            <a:latin typeface="Cambria Math" panose="02040503050406030204" pitchFamily="18" charset="0"/>
                          </a:rPr>
                          <m:t>2</m:t>
                        </m:r>
                      </m:sup>
                    </m:sSup>
                  </m:oMath>
                </a14:m>
                <a:endParaRPr lang="en-US" altLang="ko-KR" sz="2000" i="1" dirty="0">
                  <a:solidFill>
                    <a:srgbClr val="222222"/>
                  </a:solidFill>
                  <a:latin typeface="Arial Narrow" panose="020B0606020202030204" pitchFamily="34" charset="0"/>
                </a:endParaRPr>
              </a:p>
              <a:p>
                <a:pPr marL="742950" lvl="1" indent="-285750">
                  <a:lnSpc>
                    <a:spcPct val="150000"/>
                  </a:lnSpc>
                  <a:buFont typeface="Arial" panose="020B0604020202020204" pitchFamily="34" charset="0"/>
                  <a:buChar char="•"/>
                </a:pPr>
                <a:endParaRPr lang="en-US" altLang="ko-KR" dirty="0">
                  <a:solidFill>
                    <a:srgbClr val="222222"/>
                  </a:solidFill>
                  <a:latin typeface="Arial Narrow" panose="020B0606020202030204" pitchFamily="34" charset="0"/>
                </a:endParaRPr>
              </a:p>
              <a:p>
                <a:pPr marL="742950" lvl="1" indent="-285750">
                  <a:lnSpc>
                    <a:spcPct val="150000"/>
                  </a:lnSpc>
                  <a:buFont typeface="Arial" panose="020B0604020202020204" pitchFamily="34" charset="0"/>
                  <a:buChar char="•"/>
                </a:pPr>
                <a:r>
                  <a:rPr lang="en-US" altLang="ko-KR" dirty="0">
                    <a:solidFill>
                      <a:srgbClr val="222222"/>
                    </a:solidFill>
                    <a:latin typeface="Arial Narrow" panose="020B0606020202030204" pitchFamily="34" charset="0"/>
                  </a:rPr>
                  <a:t>Let </a:t>
                </a:r>
                <a14:m>
                  <m:oMath xmlns:m="http://schemas.openxmlformats.org/officeDocument/2006/math">
                    <m:r>
                      <a:rPr lang="en-US" altLang="ko-KR" i="1" smtClean="0">
                        <a:solidFill>
                          <a:srgbClr val="222222"/>
                        </a:solidFill>
                        <a:latin typeface="Cambria Math" panose="02040503050406030204" pitchFamily="18" charset="0"/>
                      </a:rPr>
                      <m:t>𝑦</m:t>
                    </m:r>
                    <m:r>
                      <a:rPr lang="en-US" altLang="ko-KR" i="1" smtClean="0">
                        <a:solidFill>
                          <a:srgbClr val="222222"/>
                        </a:solidFill>
                        <a:latin typeface="Cambria Math" panose="02040503050406030204" pitchFamily="18" charset="0"/>
                      </a:rPr>
                      <m:t>=</m:t>
                    </m:r>
                    <m:sSup>
                      <m:sSupPr>
                        <m:ctrlPr>
                          <a:rPr lang="en-US" altLang="ko-KR" i="1" smtClean="0">
                            <a:solidFill>
                              <a:srgbClr val="222222"/>
                            </a:solidFill>
                            <a:latin typeface="Cambria Math" panose="02040503050406030204" pitchFamily="18" charset="0"/>
                          </a:rPr>
                        </m:ctrlPr>
                      </m:sSupPr>
                      <m:e>
                        <m:r>
                          <a:rPr lang="en-US" altLang="ko-KR" i="1">
                            <a:solidFill>
                              <a:srgbClr val="222222"/>
                            </a:solidFill>
                            <a:latin typeface="Cambria Math" panose="02040503050406030204" pitchFamily="18" charset="0"/>
                          </a:rPr>
                          <m:t>𝑡</m:t>
                        </m:r>
                      </m:e>
                      <m:sup>
                        <m:r>
                          <a:rPr lang="en-US" altLang="ko-KR" i="1">
                            <a:solidFill>
                              <a:srgbClr val="222222"/>
                            </a:solidFill>
                            <a:latin typeface="Cambria Math" panose="02040503050406030204" pitchFamily="18" charset="0"/>
                          </a:rPr>
                          <m:t>2</m:t>
                        </m:r>
                      </m:sup>
                    </m:sSup>
                  </m:oMath>
                </a14:m>
                <a:r>
                  <a:rPr lang="en-US" altLang="ko-KR" dirty="0">
                    <a:solidFill>
                      <a:srgbClr val="222222"/>
                    </a:solidFill>
                    <a:latin typeface="Arial Narrow" panose="020B0606020202030204" pitchFamily="34" charset="0"/>
                  </a:rPr>
                  <a:t> and </a:t>
                </a:r>
                <a14:m>
                  <m:oMath xmlns:m="http://schemas.openxmlformats.org/officeDocument/2006/math">
                    <m:r>
                      <a:rPr lang="en-US" altLang="ko-KR" i="1" dirty="0">
                        <a:solidFill>
                          <a:srgbClr val="222222"/>
                        </a:solidFill>
                        <a:latin typeface="Cambria Math" panose="02040503050406030204" pitchFamily="18" charset="0"/>
                      </a:rPr>
                      <m:t>𝑡</m:t>
                    </m:r>
                    <m:r>
                      <a:rPr lang="en-US" altLang="ko-KR" i="1" dirty="0">
                        <a:solidFill>
                          <a:srgbClr val="222222"/>
                        </a:solidFill>
                        <a:latin typeface="Cambria Math" panose="02040503050406030204" pitchFamily="18" charset="0"/>
                      </a:rPr>
                      <m:t>=</m:t>
                    </m:r>
                    <m:sSup>
                      <m:sSupPr>
                        <m:ctrlPr>
                          <a:rPr lang="en-US" altLang="ko-KR" i="1">
                            <a:solidFill>
                              <a:srgbClr val="222222"/>
                            </a:solidFill>
                            <a:latin typeface="Cambria Math" panose="02040503050406030204" pitchFamily="18" charset="0"/>
                          </a:rPr>
                        </m:ctrlPr>
                      </m:sSupPr>
                      <m:e>
                        <m:r>
                          <a:rPr lang="en-US" altLang="ko-KR" i="1">
                            <a:solidFill>
                              <a:srgbClr val="222222"/>
                            </a:solidFill>
                            <a:latin typeface="Cambria Math" panose="02040503050406030204" pitchFamily="18" charset="0"/>
                          </a:rPr>
                          <m:t>2</m:t>
                        </m:r>
                        <m:r>
                          <a:rPr lang="en-US" altLang="ko-KR" i="1">
                            <a:solidFill>
                              <a:srgbClr val="222222"/>
                            </a:solidFill>
                            <a:latin typeface="Cambria Math" panose="02040503050406030204" pitchFamily="18" charset="0"/>
                          </a:rPr>
                          <m:t>𝑥</m:t>
                        </m:r>
                      </m:e>
                      <m:sup>
                        <m:r>
                          <a:rPr lang="en-US" altLang="ko-KR" i="1">
                            <a:solidFill>
                              <a:srgbClr val="222222"/>
                            </a:solidFill>
                            <a:latin typeface="Cambria Math" panose="02040503050406030204" pitchFamily="18" charset="0"/>
                          </a:rPr>
                          <m:t>2</m:t>
                        </m:r>
                      </m:sup>
                    </m:sSup>
                    <m:r>
                      <a:rPr lang="en-US" altLang="ko-KR" i="1">
                        <a:solidFill>
                          <a:srgbClr val="222222"/>
                        </a:solidFill>
                        <a:latin typeface="Cambria Math" panose="02040503050406030204" pitchFamily="18" charset="0"/>
                      </a:rPr>
                      <m:t>+1</m:t>
                    </m:r>
                  </m:oMath>
                </a14:m>
                <a:endParaRPr lang="en-US" altLang="ko-KR" i="1" dirty="0">
                  <a:solidFill>
                    <a:srgbClr val="222222"/>
                  </a:solidFill>
                  <a:latin typeface="Arial Narrow" panose="020B0606020202030204" pitchFamily="34" charset="0"/>
                </a:endParaRPr>
              </a:p>
              <a:p>
                <a:pPr marL="742950" lvl="1" indent="-285750">
                  <a:lnSpc>
                    <a:spcPct val="150000"/>
                  </a:lnSpc>
                  <a:buFont typeface="Arial" panose="020B0604020202020204" pitchFamily="34" charset="0"/>
                  <a:buChar char="•"/>
                </a:pPr>
                <a14:m>
                  <m:oMath xmlns:m="http://schemas.openxmlformats.org/officeDocument/2006/math">
                    <m:f>
                      <m:fPr>
                        <m:ctrlPr>
                          <a:rPr lang="en-US" altLang="ko-KR" i="1" smtClean="0">
                            <a:solidFill>
                              <a:schemeClr val="tx1"/>
                            </a:solidFill>
                            <a:latin typeface="Cambria Math" panose="02040503050406030204" pitchFamily="18" charset="0"/>
                          </a:rPr>
                        </m:ctrlPr>
                      </m:fPr>
                      <m:num>
                        <m:r>
                          <a:rPr lang="en-US" altLang="ko-KR" i="1">
                            <a:solidFill>
                              <a:schemeClr val="tx1"/>
                            </a:solidFill>
                            <a:latin typeface="Cambria Math" panose="02040503050406030204" pitchFamily="18" charset="0"/>
                          </a:rPr>
                          <m:t>𝑑𝑦</m:t>
                        </m:r>
                      </m:num>
                      <m:den>
                        <m:r>
                          <a:rPr lang="en-US" altLang="ko-KR" i="1" smtClean="0">
                            <a:solidFill>
                              <a:schemeClr val="tx1"/>
                            </a:solidFill>
                            <a:latin typeface="Cambria Math" panose="02040503050406030204" pitchFamily="18" charset="0"/>
                          </a:rPr>
                          <m:t>𝑑</m:t>
                        </m:r>
                        <m:r>
                          <a:rPr lang="en-US" altLang="ko-KR" i="1">
                            <a:solidFill>
                              <a:schemeClr val="tx1"/>
                            </a:solidFill>
                            <a:latin typeface="Cambria Math" panose="02040503050406030204" pitchFamily="18" charset="0"/>
                          </a:rPr>
                          <m:t>𝑡</m:t>
                        </m:r>
                      </m:den>
                    </m:f>
                    <m:r>
                      <a:rPr lang="en-US" altLang="ko-KR" i="1">
                        <a:latin typeface="Cambria Math" panose="02040503050406030204" pitchFamily="18" charset="0"/>
                      </a:rPr>
                      <m:t>=</m:t>
                    </m:r>
                    <m:r>
                      <m:rPr>
                        <m:nor/>
                      </m:rPr>
                      <a:rPr lang="en-US" altLang="ko-KR" dirty="0">
                        <a:solidFill>
                          <a:srgbClr val="222222"/>
                        </a:solidFill>
                        <a:latin typeface="Cambria Math" panose="02040503050406030204" pitchFamily="18" charset="0"/>
                      </a:rPr>
                      <m:t>2</m:t>
                    </m:r>
                    <m:r>
                      <m:rPr>
                        <m:nor/>
                      </m:rPr>
                      <a:rPr lang="en-US" altLang="ko-KR" i="1" dirty="0">
                        <a:solidFill>
                          <a:srgbClr val="222222"/>
                        </a:solidFill>
                        <a:latin typeface="Cambria Math" panose="02040503050406030204" pitchFamily="18" charset="0"/>
                      </a:rPr>
                      <m:t>t</m:t>
                    </m:r>
                  </m:oMath>
                </a14:m>
                <a:endParaRPr lang="en-US" altLang="ko-KR" i="1" dirty="0">
                  <a:solidFill>
                    <a:srgbClr val="222222"/>
                  </a:solidFill>
                  <a:latin typeface="Cambria Math" panose="02040503050406030204" pitchFamily="18" charset="0"/>
                </a:endParaRPr>
              </a:p>
              <a:p>
                <a:pPr marL="742950" lvl="1" indent="-285750">
                  <a:lnSpc>
                    <a:spcPct val="150000"/>
                  </a:lnSpc>
                  <a:buFont typeface="Arial" panose="020B0604020202020204" pitchFamily="34" charset="0"/>
                  <a:buChar char="•"/>
                </a:pPr>
                <a14:m>
                  <m:oMath xmlns:m="http://schemas.openxmlformats.org/officeDocument/2006/math">
                    <m:f>
                      <m:fPr>
                        <m:ctrlPr>
                          <a:rPr lang="en-US" altLang="ko-KR" i="1">
                            <a:solidFill>
                              <a:schemeClr val="tx1"/>
                            </a:solidFill>
                            <a:latin typeface="Cambria Math" panose="02040503050406030204" pitchFamily="18" charset="0"/>
                          </a:rPr>
                        </m:ctrlPr>
                      </m:fPr>
                      <m:num>
                        <m:r>
                          <a:rPr lang="en-US" altLang="ko-KR" i="1" smtClean="0">
                            <a:solidFill>
                              <a:schemeClr val="tx1"/>
                            </a:solidFill>
                            <a:latin typeface="Cambria Math" panose="02040503050406030204" pitchFamily="18" charset="0"/>
                          </a:rPr>
                          <m:t>𝑑</m:t>
                        </m:r>
                        <m:r>
                          <a:rPr lang="en-US" altLang="ko-KR" i="1">
                            <a:solidFill>
                              <a:schemeClr val="tx1"/>
                            </a:solidFill>
                            <a:latin typeface="Cambria Math" panose="02040503050406030204" pitchFamily="18" charset="0"/>
                          </a:rPr>
                          <m:t>𝑡</m:t>
                        </m:r>
                      </m:num>
                      <m:den>
                        <m:r>
                          <a:rPr lang="en-US" altLang="ko-KR" i="1">
                            <a:solidFill>
                              <a:schemeClr val="tx1"/>
                            </a:solidFill>
                            <a:latin typeface="Cambria Math" panose="02040503050406030204" pitchFamily="18" charset="0"/>
                          </a:rPr>
                          <m:t>𝑑𝑥</m:t>
                        </m:r>
                      </m:den>
                    </m:f>
                    <m:r>
                      <a:rPr lang="en-US" altLang="ko-KR" i="1">
                        <a:latin typeface="Cambria Math" panose="02040503050406030204" pitchFamily="18" charset="0"/>
                      </a:rPr>
                      <m:t>=</m:t>
                    </m:r>
                    <m:r>
                      <m:rPr>
                        <m:nor/>
                      </m:rPr>
                      <a:rPr lang="en-US" altLang="ko-KR" dirty="0">
                        <a:solidFill>
                          <a:srgbClr val="222222"/>
                        </a:solidFill>
                        <a:latin typeface="Cambria Math" panose="02040503050406030204" pitchFamily="18" charset="0"/>
                      </a:rPr>
                      <m:t>4</m:t>
                    </m:r>
                    <m:r>
                      <a:rPr lang="en-US" altLang="ko-KR" i="1">
                        <a:solidFill>
                          <a:srgbClr val="222222"/>
                        </a:solidFill>
                        <a:latin typeface="Cambria Math" panose="02040503050406030204" pitchFamily="18" charset="0"/>
                      </a:rPr>
                      <m:t>𝑥</m:t>
                    </m:r>
                  </m:oMath>
                </a14:m>
                <a:endParaRPr lang="en-US" altLang="ko-KR" i="1" dirty="0">
                  <a:solidFill>
                    <a:srgbClr val="222222"/>
                  </a:solidFill>
                  <a:latin typeface="Cambria Math" panose="02040503050406030204" pitchFamily="18" charset="0"/>
                </a:endParaRPr>
              </a:p>
              <a:p>
                <a:pPr marL="742950" lvl="1" indent="-285750">
                  <a:lnSpc>
                    <a:spcPct val="150000"/>
                  </a:lnSpc>
                  <a:buFont typeface="Arial" panose="020B0604020202020204" pitchFamily="34" charset="0"/>
                  <a:buChar char="•"/>
                </a:pPr>
                <a14:m>
                  <m:oMath xmlns:m="http://schemas.openxmlformats.org/officeDocument/2006/math">
                    <m:f>
                      <m:fPr>
                        <m:ctrlPr>
                          <a:rPr lang="en-US" altLang="ko-KR" i="1" smtClean="0">
                            <a:solidFill>
                              <a:srgbClr val="222222"/>
                            </a:solidFill>
                            <a:latin typeface="Cambria Math" panose="02040503050406030204" pitchFamily="18" charset="0"/>
                          </a:rPr>
                        </m:ctrlPr>
                      </m:fPr>
                      <m:num>
                        <m:r>
                          <a:rPr lang="en-US" altLang="ko-KR" i="1">
                            <a:solidFill>
                              <a:srgbClr val="222222"/>
                            </a:solidFill>
                            <a:latin typeface="Cambria Math" panose="02040503050406030204" pitchFamily="18" charset="0"/>
                          </a:rPr>
                          <m:t>𝑑𝑦</m:t>
                        </m:r>
                      </m:num>
                      <m:den>
                        <m:r>
                          <a:rPr lang="en-US" altLang="ko-KR" i="1">
                            <a:solidFill>
                              <a:srgbClr val="222222"/>
                            </a:solidFill>
                            <a:latin typeface="Cambria Math" panose="02040503050406030204" pitchFamily="18" charset="0"/>
                          </a:rPr>
                          <m:t>𝑑𝑥</m:t>
                        </m:r>
                      </m:den>
                    </m:f>
                    <m:r>
                      <a:rPr lang="en-US" altLang="ko-KR" i="1">
                        <a:solidFill>
                          <a:srgbClr val="222222"/>
                        </a:solidFill>
                        <a:latin typeface="Cambria Math" panose="02040503050406030204" pitchFamily="18" charset="0"/>
                      </a:rPr>
                      <m:t>=</m:t>
                    </m:r>
                    <m:f>
                      <m:fPr>
                        <m:ctrlPr>
                          <a:rPr lang="en-US" altLang="ko-KR" i="1" smtClean="0">
                            <a:solidFill>
                              <a:schemeClr val="tx1"/>
                            </a:solidFill>
                            <a:latin typeface="Cambria Math" panose="02040503050406030204" pitchFamily="18" charset="0"/>
                          </a:rPr>
                        </m:ctrlPr>
                      </m:fPr>
                      <m:num>
                        <m:r>
                          <a:rPr lang="en-US" altLang="ko-KR" i="1">
                            <a:solidFill>
                              <a:schemeClr val="tx1"/>
                            </a:solidFill>
                            <a:latin typeface="Cambria Math" panose="02040503050406030204" pitchFamily="18" charset="0"/>
                          </a:rPr>
                          <m:t>𝑑𝑦</m:t>
                        </m:r>
                      </m:num>
                      <m:den>
                        <m:r>
                          <a:rPr lang="en-US" altLang="ko-KR" i="1" smtClean="0">
                            <a:solidFill>
                              <a:schemeClr val="tx1"/>
                            </a:solidFill>
                            <a:latin typeface="Cambria Math" panose="02040503050406030204" pitchFamily="18" charset="0"/>
                          </a:rPr>
                          <m:t>𝑑</m:t>
                        </m:r>
                        <m:r>
                          <a:rPr lang="en-US" altLang="ko-KR" i="1">
                            <a:solidFill>
                              <a:schemeClr val="tx1"/>
                            </a:solidFill>
                            <a:latin typeface="Cambria Math" panose="02040503050406030204" pitchFamily="18" charset="0"/>
                          </a:rPr>
                          <m:t>𝑡</m:t>
                        </m:r>
                      </m:den>
                    </m:f>
                    <m:r>
                      <a:rPr lang="en-US" altLang="ko-KR" i="1">
                        <a:solidFill>
                          <a:schemeClr val="tx1"/>
                        </a:solidFill>
                        <a:latin typeface="Cambria Math" panose="02040503050406030204" pitchFamily="18" charset="0"/>
                        <a:ea typeface="Cambria Math" panose="02040503050406030204" pitchFamily="18" charset="0"/>
                      </a:rPr>
                      <m:t>×</m:t>
                    </m:r>
                    <m:f>
                      <m:fPr>
                        <m:ctrlPr>
                          <a:rPr lang="en-US" altLang="ko-KR" i="1">
                            <a:solidFill>
                              <a:schemeClr val="tx1"/>
                            </a:solidFill>
                            <a:latin typeface="Cambria Math" panose="02040503050406030204" pitchFamily="18" charset="0"/>
                          </a:rPr>
                        </m:ctrlPr>
                      </m:fPr>
                      <m:num>
                        <m:r>
                          <a:rPr lang="en-US" altLang="ko-KR" i="1" smtClean="0">
                            <a:solidFill>
                              <a:schemeClr val="tx1"/>
                            </a:solidFill>
                            <a:latin typeface="Cambria Math" panose="02040503050406030204" pitchFamily="18" charset="0"/>
                          </a:rPr>
                          <m:t>𝑑</m:t>
                        </m:r>
                        <m:r>
                          <a:rPr lang="en-US" altLang="ko-KR" i="1">
                            <a:solidFill>
                              <a:schemeClr val="tx1"/>
                            </a:solidFill>
                            <a:latin typeface="Cambria Math" panose="02040503050406030204" pitchFamily="18" charset="0"/>
                          </a:rPr>
                          <m:t>𝑡</m:t>
                        </m:r>
                      </m:num>
                      <m:den>
                        <m:r>
                          <a:rPr lang="en-US" altLang="ko-KR" i="1">
                            <a:solidFill>
                              <a:schemeClr val="tx1"/>
                            </a:solidFill>
                            <a:latin typeface="Cambria Math" panose="02040503050406030204" pitchFamily="18" charset="0"/>
                          </a:rPr>
                          <m:t>𝑑𝑥</m:t>
                        </m:r>
                      </m:den>
                    </m:f>
                    <m:r>
                      <a:rPr lang="en-US" altLang="ko-KR" i="1">
                        <a:latin typeface="Cambria Math" panose="02040503050406030204" pitchFamily="18" charset="0"/>
                      </a:rPr>
                      <m:t>=</m:t>
                    </m:r>
                    <m:sSup>
                      <m:sSupPr>
                        <m:ctrlPr>
                          <a:rPr lang="en-US" altLang="ko-KR" i="1" dirty="0" smtClean="0">
                            <a:solidFill>
                              <a:srgbClr val="222222"/>
                            </a:solidFill>
                            <a:latin typeface="Cambria Math" panose="02040503050406030204" pitchFamily="18" charset="0"/>
                          </a:rPr>
                        </m:ctrlPr>
                      </m:sSupPr>
                      <m:e>
                        <m:r>
                          <m:rPr>
                            <m:nor/>
                          </m:rPr>
                          <a:rPr lang="en-US" altLang="ko-KR" dirty="0">
                            <a:solidFill>
                              <a:srgbClr val="222222"/>
                            </a:solidFill>
                            <a:latin typeface="Cambria Math" panose="02040503050406030204" pitchFamily="18" charset="0"/>
                          </a:rPr>
                          <m:t>2</m:t>
                        </m:r>
                        <m:r>
                          <m:rPr>
                            <m:nor/>
                          </m:rPr>
                          <a:rPr lang="en-US" altLang="ko-KR" i="1" dirty="0">
                            <a:solidFill>
                              <a:srgbClr val="222222"/>
                            </a:solidFill>
                            <a:latin typeface="Cambria Math" panose="02040503050406030204" pitchFamily="18" charset="0"/>
                          </a:rPr>
                          <m:t>t</m:t>
                        </m:r>
                      </m:e>
                      <m:sup>
                        <m:r>
                          <a:rPr lang="en-US" altLang="ko-KR" i="1" dirty="0">
                            <a:solidFill>
                              <a:srgbClr val="222222"/>
                            </a:solidFill>
                            <a:latin typeface="Cambria Math" panose="02040503050406030204" pitchFamily="18" charset="0"/>
                          </a:rPr>
                          <m:t>2−1</m:t>
                        </m:r>
                      </m:sup>
                    </m:sSup>
                    <m:r>
                      <a:rPr lang="en-US" altLang="ko-KR" i="1" dirty="0" smtClean="0">
                        <a:solidFill>
                          <a:srgbClr val="222222"/>
                        </a:solidFill>
                        <a:latin typeface="Cambria Math" panose="02040503050406030204" pitchFamily="18" charset="0"/>
                        <a:ea typeface="Cambria Math" panose="02040503050406030204" pitchFamily="18" charset="0"/>
                      </a:rPr>
                      <m:t>×</m:t>
                    </m:r>
                    <m:sSup>
                      <m:sSupPr>
                        <m:ctrlPr>
                          <a:rPr lang="en-US" altLang="ko-KR" i="1" dirty="0" smtClean="0">
                            <a:solidFill>
                              <a:srgbClr val="222222"/>
                            </a:solidFill>
                            <a:latin typeface="Cambria Math" panose="02040503050406030204" pitchFamily="18" charset="0"/>
                          </a:rPr>
                        </m:ctrlPr>
                      </m:sSupPr>
                      <m:e>
                        <m:r>
                          <m:rPr>
                            <m:nor/>
                          </m:rPr>
                          <a:rPr lang="en-US" altLang="ko-KR" dirty="0">
                            <a:solidFill>
                              <a:srgbClr val="222222"/>
                            </a:solidFill>
                            <a:latin typeface="Cambria Math" panose="02040503050406030204" pitchFamily="18" charset="0"/>
                          </a:rPr>
                          <m:t>4</m:t>
                        </m:r>
                        <m:r>
                          <a:rPr lang="en-US" altLang="ko-KR" i="1">
                            <a:solidFill>
                              <a:srgbClr val="222222"/>
                            </a:solidFill>
                            <a:latin typeface="Cambria Math" panose="02040503050406030204" pitchFamily="18" charset="0"/>
                          </a:rPr>
                          <m:t>𝑥</m:t>
                        </m:r>
                      </m:e>
                      <m:sup>
                        <m:r>
                          <a:rPr lang="en-US" altLang="ko-KR" i="1" dirty="0">
                            <a:solidFill>
                              <a:srgbClr val="222222"/>
                            </a:solidFill>
                            <a:latin typeface="Cambria Math" panose="02040503050406030204" pitchFamily="18" charset="0"/>
                          </a:rPr>
                          <m:t>2−1</m:t>
                        </m:r>
                      </m:sup>
                    </m:sSup>
                    <m:r>
                      <a:rPr lang="en-US" altLang="ko-KR" i="1" dirty="0">
                        <a:solidFill>
                          <a:srgbClr val="222222"/>
                        </a:solidFill>
                        <a:latin typeface="Cambria Math" panose="02040503050406030204" pitchFamily="18" charset="0"/>
                      </a:rPr>
                      <m:t>=</m:t>
                    </m:r>
                    <m:r>
                      <a:rPr lang="en-US" altLang="ko-KR" i="1" dirty="0" smtClean="0">
                        <a:solidFill>
                          <a:srgbClr val="222222"/>
                        </a:solidFill>
                        <a:latin typeface="Cambria Math" panose="02040503050406030204" pitchFamily="18" charset="0"/>
                      </a:rPr>
                      <m:t>2</m:t>
                    </m:r>
                    <m:r>
                      <a:rPr lang="en-US" altLang="ko-KR" i="1" dirty="0">
                        <a:solidFill>
                          <a:srgbClr val="222222"/>
                        </a:solidFill>
                        <a:latin typeface="Cambria Math" panose="02040503050406030204" pitchFamily="18" charset="0"/>
                      </a:rPr>
                      <m:t>(</m:t>
                    </m:r>
                    <m:sSup>
                      <m:sSupPr>
                        <m:ctrlPr>
                          <a:rPr lang="en-US" altLang="ko-KR" i="1">
                            <a:solidFill>
                              <a:srgbClr val="222222"/>
                            </a:solidFill>
                            <a:latin typeface="Cambria Math" panose="02040503050406030204" pitchFamily="18" charset="0"/>
                          </a:rPr>
                        </m:ctrlPr>
                      </m:sSupPr>
                      <m:e>
                        <m:r>
                          <a:rPr lang="en-US" altLang="ko-KR" i="1">
                            <a:solidFill>
                              <a:srgbClr val="222222"/>
                            </a:solidFill>
                            <a:latin typeface="Cambria Math" panose="02040503050406030204" pitchFamily="18" charset="0"/>
                          </a:rPr>
                          <m:t>2</m:t>
                        </m:r>
                        <m:r>
                          <a:rPr lang="en-US" altLang="ko-KR" i="1">
                            <a:solidFill>
                              <a:srgbClr val="222222"/>
                            </a:solidFill>
                            <a:latin typeface="Cambria Math" panose="02040503050406030204" pitchFamily="18" charset="0"/>
                          </a:rPr>
                          <m:t>𝑥</m:t>
                        </m:r>
                      </m:e>
                      <m:sup>
                        <m:r>
                          <a:rPr lang="en-US" altLang="ko-KR" i="1">
                            <a:solidFill>
                              <a:srgbClr val="222222"/>
                            </a:solidFill>
                            <a:latin typeface="Cambria Math" panose="02040503050406030204" pitchFamily="18" charset="0"/>
                          </a:rPr>
                          <m:t>2</m:t>
                        </m:r>
                      </m:sup>
                    </m:sSup>
                    <m:r>
                      <a:rPr lang="en-US" altLang="ko-KR" i="1">
                        <a:solidFill>
                          <a:srgbClr val="222222"/>
                        </a:solidFill>
                        <a:latin typeface="Cambria Math" panose="02040503050406030204" pitchFamily="18" charset="0"/>
                      </a:rPr>
                      <m:t>+1)</m:t>
                    </m:r>
                    <m:r>
                      <a:rPr lang="en-US" altLang="ko-KR" i="1" smtClean="0">
                        <a:solidFill>
                          <a:srgbClr val="222222"/>
                        </a:solidFill>
                        <a:latin typeface="Cambria Math" panose="02040503050406030204" pitchFamily="18" charset="0"/>
                        <a:ea typeface="Cambria Math" panose="02040503050406030204" pitchFamily="18" charset="0"/>
                      </a:rPr>
                      <m:t>×</m:t>
                    </m:r>
                    <m:r>
                      <a:rPr lang="en-US" altLang="ko-KR" i="1">
                        <a:solidFill>
                          <a:srgbClr val="222222"/>
                        </a:solidFill>
                        <a:latin typeface="Cambria Math" panose="02040503050406030204" pitchFamily="18" charset="0"/>
                        <a:ea typeface="Cambria Math" panose="02040503050406030204" pitchFamily="18" charset="0"/>
                      </a:rPr>
                      <m:t>4</m:t>
                    </m:r>
                    <m:r>
                      <a:rPr lang="en-US" altLang="ko-KR" i="1">
                        <a:solidFill>
                          <a:srgbClr val="222222"/>
                        </a:solidFill>
                        <a:latin typeface="Cambria Math" panose="02040503050406030204" pitchFamily="18" charset="0"/>
                      </a:rPr>
                      <m:t>𝑥</m:t>
                    </m:r>
                  </m:oMath>
                </a14:m>
                <a:endParaRPr lang="en-US" altLang="ko-KR" i="1" dirty="0">
                  <a:solidFill>
                    <a:srgbClr val="222222"/>
                  </a:solidFill>
                  <a:latin typeface="Arial Narrow" panose="020B0606020202030204" pitchFamily="34" charset="0"/>
                </a:endParaRPr>
              </a:p>
              <a:p>
                <a:pPr lvl="1">
                  <a:lnSpc>
                    <a:spcPct val="150000"/>
                  </a:lnSpc>
                </a:pPr>
                <a:r>
                  <a:rPr lang="en-US" altLang="ko-KR" dirty="0">
                    <a:solidFill>
                      <a:srgbClr val="222222"/>
                    </a:solidFill>
                  </a:rPr>
                  <a:t>                                                            </a:t>
                </a:r>
                <a14:m>
                  <m:oMath xmlns:m="http://schemas.openxmlformats.org/officeDocument/2006/math">
                    <m:r>
                      <a:rPr lang="en-US" altLang="ko-KR" i="1" dirty="0" smtClean="0">
                        <a:solidFill>
                          <a:srgbClr val="222222"/>
                        </a:solidFill>
                        <a:latin typeface="Cambria Math" panose="02040503050406030204" pitchFamily="18" charset="0"/>
                      </a:rPr>
                      <m:t>= </m:t>
                    </m:r>
                    <m:sSup>
                      <m:sSupPr>
                        <m:ctrlPr>
                          <a:rPr lang="en-US" altLang="ko-KR" i="1">
                            <a:solidFill>
                              <a:srgbClr val="222222"/>
                            </a:solidFill>
                            <a:latin typeface="Cambria Math" panose="02040503050406030204" pitchFamily="18" charset="0"/>
                          </a:rPr>
                        </m:ctrlPr>
                      </m:sSupPr>
                      <m:e>
                        <m:r>
                          <a:rPr lang="en-US" altLang="ko-KR" i="1" dirty="0">
                            <a:solidFill>
                              <a:srgbClr val="222222"/>
                            </a:solidFill>
                            <a:latin typeface="Cambria Math" panose="02040503050406030204" pitchFamily="18" charset="0"/>
                          </a:rPr>
                          <m:t>16</m:t>
                        </m:r>
                        <m:r>
                          <a:rPr lang="en-US" altLang="ko-KR" i="1">
                            <a:solidFill>
                              <a:srgbClr val="222222"/>
                            </a:solidFill>
                            <a:latin typeface="Cambria Math" panose="02040503050406030204" pitchFamily="18" charset="0"/>
                          </a:rPr>
                          <m:t>𝑥</m:t>
                        </m:r>
                      </m:e>
                      <m:sup>
                        <m:r>
                          <a:rPr lang="en-US" altLang="ko-KR" i="1">
                            <a:solidFill>
                              <a:srgbClr val="222222"/>
                            </a:solidFill>
                            <a:latin typeface="Cambria Math" panose="02040503050406030204" pitchFamily="18" charset="0"/>
                          </a:rPr>
                          <m:t>3</m:t>
                        </m:r>
                      </m:sup>
                    </m:sSup>
                    <m:r>
                      <a:rPr lang="en-US" altLang="ko-KR" i="1">
                        <a:solidFill>
                          <a:srgbClr val="222222"/>
                        </a:solidFill>
                        <a:latin typeface="Cambria Math" panose="02040503050406030204" pitchFamily="18" charset="0"/>
                      </a:rPr>
                      <m:t>+8</m:t>
                    </m:r>
                    <m:r>
                      <a:rPr lang="en-US" altLang="ko-KR" i="1">
                        <a:solidFill>
                          <a:srgbClr val="222222"/>
                        </a:solidFill>
                        <a:latin typeface="Cambria Math" panose="02040503050406030204" pitchFamily="18" charset="0"/>
                      </a:rPr>
                      <m:t>𝑥</m:t>
                    </m:r>
                  </m:oMath>
                </a14:m>
                <a:endParaRPr lang="en-US" altLang="ko-KR" i="1" dirty="0">
                  <a:solidFill>
                    <a:srgbClr val="222222"/>
                  </a:solidFill>
                  <a:latin typeface="Arial Narrow" panose="020B0606020202030204" pitchFamily="34" charset="0"/>
                </a:endParaRPr>
              </a:p>
              <a:p>
                <a:pPr marL="742950" lvl="1" indent="-285750">
                  <a:lnSpc>
                    <a:spcPct val="150000"/>
                  </a:lnSpc>
                  <a:buFont typeface="Arial" panose="020B0604020202020204" pitchFamily="34" charset="0"/>
                  <a:buChar char="•"/>
                </a:pPr>
                <a:endParaRPr lang="en-US" altLang="ko-KR" i="1" dirty="0">
                  <a:solidFill>
                    <a:srgbClr val="222222"/>
                  </a:solidFill>
                  <a:latin typeface="Arial Narrow" panose="020B0606020202030204" pitchFamily="34" charset="0"/>
                </a:endParaRPr>
              </a:p>
              <a:p>
                <a:pPr marL="742950" lvl="1" indent="-285750">
                  <a:lnSpc>
                    <a:spcPct val="150000"/>
                  </a:lnSpc>
                  <a:buFont typeface="Arial" panose="020B0604020202020204" pitchFamily="34" charset="0"/>
                  <a:buChar char="•"/>
                </a:pPr>
                <a:endParaRPr lang="en-US" altLang="ko-KR" i="1" dirty="0">
                  <a:solidFill>
                    <a:srgbClr val="222222"/>
                  </a:solidFill>
                  <a:latin typeface="Cambria Math" panose="02040503050406030204" pitchFamily="18" charset="0"/>
                </a:endParaRPr>
              </a:p>
              <a:p>
                <a:pPr marL="742950" lvl="1" indent="-285750">
                  <a:lnSpc>
                    <a:spcPct val="150000"/>
                  </a:lnSpc>
                  <a:buFont typeface="Arial" panose="020B0604020202020204" pitchFamily="34" charset="0"/>
                  <a:buChar char="•"/>
                </a:pPr>
                <a:endParaRPr lang="en-US" altLang="ko-KR" i="1" dirty="0">
                  <a:solidFill>
                    <a:srgbClr val="222222"/>
                  </a:solidFill>
                  <a:latin typeface="Arial Narrow" panose="020B0606020202030204" pitchFamily="34" charset="0"/>
                </a:endParaRPr>
              </a:p>
            </p:txBody>
          </p:sp>
        </mc:Choice>
        <mc:Fallback xmlns="">
          <p:sp>
            <p:nvSpPr>
              <p:cNvPr id="10" name="직사각형 9">
                <a:extLst>
                  <a:ext uri="{FF2B5EF4-FFF2-40B4-BE49-F238E27FC236}">
                    <a16:creationId xmlns:a16="http://schemas.microsoft.com/office/drawing/2014/main" id="{C7C7178E-B73C-405C-98AA-12B1241AB1A3}"/>
                  </a:ext>
                </a:extLst>
              </p:cNvPr>
              <p:cNvSpPr>
                <a:spLocks noRot="1" noChangeAspect="1" noMove="1" noResize="1" noEditPoints="1" noAdjustHandles="1" noChangeArrowheads="1" noChangeShapeType="1" noTextEdit="1"/>
              </p:cNvSpPr>
              <p:nvPr/>
            </p:nvSpPr>
            <p:spPr>
              <a:xfrm>
                <a:off x="328771" y="1139130"/>
                <a:ext cx="8412893" cy="4993611"/>
              </a:xfrm>
              <a:prstGeom prst="rect">
                <a:avLst/>
              </a:prstGeom>
              <a:blipFill>
                <a:blip r:embed="rId3"/>
                <a:stretch>
                  <a:fillRect l="-652"/>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324700657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Simple differentiation problems</a:t>
            </a:r>
          </a:p>
        </p:txBody>
      </p:sp>
      <p:sp>
        <p:nvSpPr>
          <p:cNvPr id="10" name="직사각형 9">
            <a:extLst>
              <a:ext uri="{FF2B5EF4-FFF2-40B4-BE49-F238E27FC236}">
                <a16:creationId xmlns:a16="http://schemas.microsoft.com/office/drawing/2014/main" id="{C7C7178E-B73C-405C-98AA-12B1241AB1A3}"/>
              </a:ext>
            </a:extLst>
          </p:cNvPr>
          <p:cNvSpPr/>
          <p:nvPr/>
        </p:nvSpPr>
        <p:spPr>
          <a:xfrm>
            <a:off x="328771" y="1139130"/>
            <a:ext cx="8412893" cy="1286827"/>
          </a:xfrm>
          <a:prstGeom prst="rect">
            <a:avLst/>
          </a:prstGeom>
        </p:spPr>
        <p:txBody>
          <a:bodyPr wrap="square">
            <a:spAutoFit/>
          </a:bodyPr>
          <a:lstStyle/>
          <a:p>
            <a:pPr marL="742950" lvl="1" indent="-285750">
              <a:lnSpc>
                <a:spcPct val="150000"/>
              </a:lnSpc>
              <a:buFont typeface="Arial" panose="020B0604020202020204" pitchFamily="34" charset="0"/>
              <a:buChar char="•"/>
            </a:pPr>
            <a:endParaRPr lang="en-US" altLang="ko-KR" i="1" dirty="0">
              <a:solidFill>
                <a:srgbClr val="222222"/>
              </a:solidFill>
              <a:latin typeface="Arial Narrow" panose="020B0606020202030204" pitchFamily="34" charset="0"/>
            </a:endParaRPr>
          </a:p>
          <a:p>
            <a:pPr marL="742950" lvl="1" indent="-285750">
              <a:lnSpc>
                <a:spcPct val="150000"/>
              </a:lnSpc>
              <a:buFont typeface="Arial" panose="020B0604020202020204" pitchFamily="34" charset="0"/>
              <a:buChar char="•"/>
            </a:pPr>
            <a:endParaRPr lang="en-US" altLang="ko-KR" i="1" dirty="0">
              <a:solidFill>
                <a:srgbClr val="222222"/>
              </a:solidFill>
              <a:latin typeface="Cambria Math" panose="02040503050406030204" pitchFamily="18" charset="0"/>
            </a:endParaRPr>
          </a:p>
          <a:p>
            <a:pPr marL="742950" lvl="1" indent="-285750">
              <a:lnSpc>
                <a:spcPct val="150000"/>
              </a:lnSpc>
              <a:buFont typeface="Arial" panose="020B0604020202020204" pitchFamily="34" charset="0"/>
              <a:buChar char="•"/>
            </a:pPr>
            <a:endParaRPr lang="en-US" altLang="ko-KR" i="1" dirty="0">
              <a:solidFill>
                <a:srgbClr val="222222"/>
              </a:solidFill>
              <a:latin typeface="Arial Narrow" panose="020B0606020202030204" pitchFamily="34" charset="0"/>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5DDB75CA-FA76-FE18-1218-D7EF3EB584A1}"/>
                  </a:ext>
                </a:extLst>
              </p:cNvPr>
              <p:cNvSpPr txBox="1"/>
              <p:nvPr/>
            </p:nvSpPr>
            <p:spPr>
              <a:xfrm>
                <a:off x="711200" y="1344810"/>
                <a:ext cx="6464300" cy="1200329"/>
              </a:xfrm>
              <a:prstGeom prst="rect">
                <a:avLst/>
              </a:prstGeom>
              <a:noFill/>
            </p:spPr>
            <p:txBody>
              <a:bodyPr wrap="square">
                <a:spAutoFit/>
              </a:bodyPr>
              <a:lstStyle/>
              <a:p>
                <a:r>
                  <a:rPr lang="en-US" altLang="ko-KR" dirty="0">
                    <a:latin typeface="Arial Narrow" panose="020B0606020202030204" pitchFamily="34" charset="0"/>
                  </a:rPr>
                  <a:t>Q1: Find the derivative of the function</a:t>
                </a:r>
              </a:p>
              <a:p>
                <a:endParaRPr lang="ko-KR" altLang="en-US" dirty="0">
                  <a:latin typeface="Arial Narrow" panose="020B0606020202030204" pitchFamily="34" charset="0"/>
                </a:endParaRPr>
              </a:p>
              <a:p>
                <a:pPr/>
                <a14:m>
                  <m:oMathPara xmlns:m="http://schemas.openxmlformats.org/officeDocument/2006/math">
                    <m:oMathParaPr>
                      <m:jc m:val="centerGroup"/>
                    </m:oMathParaPr>
                    <m:oMath xmlns:m="http://schemas.openxmlformats.org/officeDocument/2006/math">
                      <m:r>
                        <a:rPr lang="en-US" altLang="ko-KR" b="0" i="1" smtClean="0">
                          <a:latin typeface="Cambria Math" panose="02040503050406030204" pitchFamily="18" charset="0"/>
                        </a:rPr>
                        <m:t>𝑓</m:t>
                      </m:r>
                      <m:d>
                        <m:dPr>
                          <m:ctrlPr>
                            <a:rPr lang="en-US" altLang="ko-KR" b="0" i="1" smtClean="0">
                              <a:latin typeface="Cambria Math" panose="02040503050406030204" pitchFamily="18" charset="0"/>
                            </a:rPr>
                          </m:ctrlPr>
                        </m:dPr>
                        <m:e>
                          <m:r>
                            <a:rPr lang="en-US" altLang="ko-KR" b="0" i="1" smtClean="0">
                              <a:latin typeface="Cambria Math" panose="02040503050406030204" pitchFamily="18" charset="0"/>
                            </a:rPr>
                            <m:t>𝑥</m:t>
                          </m:r>
                        </m:e>
                      </m:d>
                      <m:r>
                        <a:rPr lang="en-US" altLang="ko-KR" b="0" i="1" smtClean="0">
                          <a:latin typeface="Cambria Math" panose="02040503050406030204" pitchFamily="18" charset="0"/>
                        </a:rPr>
                        <m:t>= </m:t>
                      </m:r>
                      <m:sSup>
                        <m:sSupPr>
                          <m:ctrlPr>
                            <a:rPr lang="en-US" altLang="ko-KR" b="0" i="1" smtClean="0">
                              <a:latin typeface="Cambria Math" panose="02040503050406030204" pitchFamily="18" charset="0"/>
                            </a:rPr>
                          </m:ctrlPr>
                        </m:sSupPr>
                        <m:e>
                          <m:r>
                            <a:rPr lang="en-US" altLang="ko-KR" b="0" i="1" smtClean="0">
                              <a:latin typeface="Cambria Math" panose="02040503050406030204" pitchFamily="18" charset="0"/>
                            </a:rPr>
                            <m:t>3</m:t>
                          </m:r>
                          <m:r>
                            <a:rPr lang="en-US" altLang="ko-KR" b="0" i="1" smtClean="0">
                              <a:latin typeface="Cambria Math" panose="02040503050406030204" pitchFamily="18" charset="0"/>
                            </a:rPr>
                            <m:t>𝑥</m:t>
                          </m:r>
                        </m:e>
                        <m:sup>
                          <m:r>
                            <a:rPr lang="en-US" altLang="ko-KR" b="0" i="1" smtClean="0">
                              <a:latin typeface="Cambria Math" panose="02040503050406030204" pitchFamily="18" charset="0"/>
                            </a:rPr>
                            <m:t>2</m:t>
                          </m:r>
                        </m:sup>
                      </m:sSup>
                      <m:r>
                        <a:rPr lang="en-US" altLang="ko-KR" b="0" i="1" smtClean="0">
                          <a:latin typeface="Cambria Math" panose="02040503050406030204" pitchFamily="18" charset="0"/>
                        </a:rPr>
                        <m:t>+4</m:t>
                      </m:r>
                      <m:r>
                        <a:rPr lang="en-US" altLang="ko-KR" b="0" i="1" smtClean="0">
                          <a:latin typeface="Cambria Math" panose="02040503050406030204" pitchFamily="18" charset="0"/>
                        </a:rPr>
                        <m:t>𝑥</m:t>
                      </m:r>
                      <m:r>
                        <a:rPr lang="en-US" altLang="ko-KR" b="0" i="1" smtClean="0">
                          <a:latin typeface="Cambria Math" panose="02040503050406030204" pitchFamily="18" charset="0"/>
                        </a:rPr>
                        <m:t> −2</m:t>
                      </m:r>
                    </m:oMath>
                  </m:oMathPara>
                </a14:m>
                <a:endParaRPr lang="ko-KR" altLang="en-US" dirty="0">
                  <a:latin typeface="Arial Narrow" panose="020B0606020202030204" pitchFamily="34" charset="0"/>
                </a:endParaRPr>
              </a:p>
              <a:p>
                <a:endParaRPr lang="ko-KR" altLang="en-US" dirty="0">
                  <a:latin typeface="Arial Narrow" panose="020B0606020202030204" pitchFamily="34" charset="0"/>
                </a:endParaRPr>
              </a:p>
            </p:txBody>
          </p:sp>
        </mc:Choice>
        <mc:Fallback xmlns="">
          <p:sp>
            <p:nvSpPr>
              <p:cNvPr id="4" name="TextBox 3">
                <a:extLst>
                  <a:ext uri="{FF2B5EF4-FFF2-40B4-BE49-F238E27FC236}">
                    <a16:creationId xmlns:a16="http://schemas.microsoft.com/office/drawing/2014/main" id="{5DDB75CA-FA76-FE18-1218-D7EF3EB584A1}"/>
                  </a:ext>
                </a:extLst>
              </p:cNvPr>
              <p:cNvSpPr txBox="1">
                <a:spLocks noRot="1" noChangeAspect="1" noMove="1" noResize="1" noEditPoints="1" noAdjustHandles="1" noChangeArrowheads="1" noChangeShapeType="1" noTextEdit="1"/>
              </p:cNvSpPr>
              <p:nvPr/>
            </p:nvSpPr>
            <p:spPr>
              <a:xfrm>
                <a:off x="711200" y="1344810"/>
                <a:ext cx="6464300" cy="1200329"/>
              </a:xfrm>
              <a:prstGeom prst="rect">
                <a:avLst/>
              </a:prstGeom>
              <a:blipFill>
                <a:blip r:embed="rId3"/>
                <a:stretch>
                  <a:fillRect l="-849" t="-2538"/>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109699287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Simple differentiation problems</a:t>
            </a:r>
          </a:p>
        </p:txBody>
      </p:sp>
      <p:sp>
        <p:nvSpPr>
          <p:cNvPr id="10" name="직사각형 9">
            <a:extLst>
              <a:ext uri="{FF2B5EF4-FFF2-40B4-BE49-F238E27FC236}">
                <a16:creationId xmlns:a16="http://schemas.microsoft.com/office/drawing/2014/main" id="{C7C7178E-B73C-405C-98AA-12B1241AB1A3}"/>
              </a:ext>
            </a:extLst>
          </p:cNvPr>
          <p:cNvSpPr/>
          <p:nvPr/>
        </p:nvSpPr>
        <p:spPr>
          <a:xfrm>
            <a:off x="328771" y="1139130"/>
            <a:ext cx="8412893" cy="1286827"/>
          </a:xfrm>
          <a:prstGeom prst="rect">
            <a:avLst/>
          </a:prstGeom>
        </p:spPr>
        <p:txBody>
          <a:bodyPr wrap="square">
            <a:spAutoFit/>
          </a:bodyPr>
          <a:lstStyle/>
          <a:p>
            <a:pPr marL="742950" lvl="1" indent="-285750">
              <a:lnSpc>
                <a:spcPct val="150000"/>
              </a:lnSpc>
              <a:buFont typeface="Arial" panose="020B0604020202020204" pitchFamily="34" charset="0"/>
              <a:buChar char="•"/>
            </a:pPr>
            <a:endParaRPr lang="en-US" altLang="ko-KR" i="1" dirty="0">
              <a:solidFill>
                <a:srgbClr val="222222"/>
              </a:solidFill>
              <a:latin typeface="Arial Narrow" panose="020B0606020202030204" pitchFamily="34" charset="0"/>
            </a:endParaRPr>
          </a:p>
          <a:p>
            <a:pPr marL="742950" lvl="1" indent="-285750">
              <a:lnSpc>
                <a:spcPct val="150000"/>
              </a:lnSpc>
              <a:buFont typeface="Arial" panose="020B0604020202020204" pitchFamily="34" charset="0"/>
              <a:buChar char="•"/>
            </a:pPr>
            <a:endParaRPr lang="en-US" altLang="ko-KR" i="1" dirty="0">
              <a:solidFill>
                <a:srgbClr val="222222"/>
              </a:solidFill>
              <a:latin typeface="Cambria Math" panose="02040503050406030204" pitchFamily="18" charset="0"/>
            </a:endParaRPr>
          </a:p>
          <a:p>
            <a:pPr marL="742950" lvl="1" indent="-285750">
              <a:lnSpc>
                <a:spcPct val="150000"/>
              </a:lnSpc>
              <a:buFont typeface="Arial" panose="020B0604020202020204" pitchFamily="34" charset="0"/>
              <a:buChar char="•"/>
            </a:pPr>
            <a:endParaRPr lang="en-US" altLang="ko-KR" i="1" dirty="0">
              <a:solidFill>
                <a:srgbClr val="222222"/>
              </a:solidFill>
              <a:latin typeface="Arial Narrow" panose="020B0606020202030204" pitchFamily="34" charset="0"/>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5DDB75CA-FA76-FE18-1218-D7EF3EB584A1}"/>
                  </a:ext>
                </a:extLst>
              </p:cNvPr>
              <p:cNvSpPr txBox="1"/>
              <p:nvPr/>
            </p:nvSpPr>
            <p:spPr>
              <a:xfrm>
                <a:off x="711200" y="1344810"/>
                <a:ext cx="6464300" cy="2864117"/>
              </a:xfrm>
              <a:prstGeom prst="rect">
                <a:avLst/>
              </a:prstGeom>
              <a:noFill/>
            </p:spPr>
            <p:txBody>
              <a:bodyPr wrap="square">
                <a:spAutoFit/>
              </a:bodyPr>
              <a:lstStyle/>
              <a:p>
                <a:r>
                  <a:rPr lang="en-US" altLang="ko-KR" dirty="0">
                    <a:latin typeface="Arial Narrow" panose="020B0606020202030204" pitchFamily="34" charset="0"/>
                  </a:rPr>
                  <a:t>Q1: Find the derivative of the function</a:t>
                </a:r>
              </a:p>
              <a:p>
                <a:endParaRPr lang="ko-KR" altLang="en-US" dirty="0">
                  <a:latin typeface="Arial Narrow" panose="020B0606020202030204" pitchFamily="34" charset="0"/>
                </a:endParaRPr>
              </a:p>
              <a:p>
                <a:pPr/>
                <a14:m>
                  <m:oMathPara xmlns:m="http://schemas.openxmlformats.org/officeDocument/2006/math">
                    <m:oMathParaPr>
                      <m:jc m:val="centerGroup"/>
                    </m:oMathParaPr>
                    <m:oMath xmlns:m="http://schemas.openxmlformats.org/officeDocument/2006/math">
                      <m:r>
                        <a:rPr lang="en-US" altLang="ko-KR" b="0" i="1" smtClean="0">
                          <a:latin typeface="Cambria Math" panose="02040503050406030204" pitchFamily="18" charset="0"/>
                        </a:rPr>
                        <m:t>𝑓</m:t>
                      </m:r>
                      <m:d>
                        <m:dPr>
                          <m:ctrlPr>
                            <a:rPr lang="en-US" altLang="ko-KR" b="0" i="1" smtClean="0">
                              <a:latin typeface="Cambria Math" panose="02040503050406030204" pitchFamily="18" charset="0"/>
                            </a:rPr>
                          </m:ctrlPr>
                        </m:dPr>
                        <m:e>
                          <m:r>
                            <a:rPr lang="en-US" altLang="ko-KR" b="0" i="1" smtClean="0">
                              <a:latin typeface="Cambria Math" panose="02040503050406030204" pitchFamily="18" charset="0"/>
                            </a:rPr>
                            <m:t>𝑥</m:t>
                          </m:r>
                        </m:e>
                      </m:d>
                      <m:r>
                        <a:rPr lang="en-US" altLang="ko-KR" b="0" i="1" smtClean="0">
                          <a:latin typeface="Cambria Math" panose="02040503050406030204" pitchFamily="18" charset="0"/>
                        </a:rPr>
                        <m:t>= </m:t>
                      </m:r>
                      <m:sSup>
                        <m:sSupPr>
                          <m:ctrlPr>
                            <a:rPr lang="en-US" altLang="ko-KR" b="0" i="1" smtClean="0">
                              <a:latin typeface="Cambria Math" panose="02040503050406030204" pitchFamily="18" charset="0"/>
                            </a:rPr>
                          </m:ctrlPr>
                        </m:sSupPr>
                        <m:e>
                          <m:r>
                            <a:rPr lang="en-US" altLang="ko-KR" b="0" i="1" smtClean="0">
                              <a:latin typeface="Cambria Math" panose="02040503050406030204" pitchFamily="18" charset="0"/>
                            </a:rPr>
                            <m:t>3</m:t>
                          </m:r>
                          <m:r>
                            <a:rPr lang="en-US" altLang="ko-KR" b="0" i="1" smtClean="0">
                              <a:latin typeface="Cambria Math" panose="02040503050406030204" pitchFamily="18" charset="0"/>
                            </a:rPr>
                            <m:t>𝑥</m:t>
                          </m:r>
                        </m:e>
                        <m:sup>
                          <m:r>
                            <a:rPr lang="en-US" altLang="ko-KR" b="0" i="1" smtClean="0">
                              <a:latin typeface="Cambria Math" panose="02040503050406030204" pitchFamily="18" charset="0"/>
                            </a:rPr>
                            <m:t>2</m:t>
                          </m:r>
                        </m:sup>
                      </m:sSup>
                      <m:r>
                        <a:rPr lang="en-US" altLang="ko-KR" b="0" i="1" smtClean="0">
                          <a:latin typeface="Cambria Math" panose="02040503050406030204" pitchFamily="18" charset="0"/>
                        </a:rPr>
                        <m:t>+4</m:t>
                      </m:r>
                      <m:r>
                        <a:rPr lang="en-US" altLang="ko-KR" b="0" i="1" smtClean="0">
                          <a:latin typeface="Cambria Math" panose="02040503050406030204" pitchFamily="18" charset="0"/>
                        </a:rPr>
                        <m:t>𝑥</m:t>
                      </m:r>
                      <m:r>
                        <a:rPr lang="en-US" altLang="ko-KR" b="0" i="1" smtClean="0">
                          <a:latin typeface="Cambria Math" panose="02040503050406030204" pitchFamily="18" charset="0"/>
                        </a:rPr>
                        <m:t> −2</m:t>
                      </m:r>
                    </m:oMath>
                  </m:oMathPara>
                </a14:m>
                <a:endParaRPr lang="en-US" altLang="ko-KR" b="0" dirty="0">
                  <a:latin typeface="Arial Narrow" panose="020B0606020202030204" pitchFamily="34" charset="0"/>
                </a:endParaRPr>
              </a:p>
              <a:p>
                <a:endParaRPr lang="en-US" altLang="ko-KR" dirty="0">
                  <a:latin typeface="Arial Narrow" panose="020B0606020202030204" pitchFamily="34" charset="0"/>
                </a:endParaRPr>
              </a:p>
              <a:p>
                <a:endParaRPr lang="ko-KR" altLang="en-US" dirty="0">
                  <a:latin typeface="Arial Narrow" panose="020B0606020202030204" pitchFamily="34" charset="0"/>
                </a:endParaRPr>
              </a:p>
              <a:p>
                <a:r>
                  <a:rPr lang="en-US" altLang="ko-KR" dirty="0">
                    <a:latin typeface="Arial Narrow" panose="020B0606020202030204" pitchFamily="34" charset="0"/>
                  </a:rPr>
                  <a:t>Solution</a:t>
                </a:r>
                <a:r>
                  <a:rPr lang="ko-KR" altLang="en-US" dirty="0">
                    <a:latin typeface="Arial Narrow" panose="020B0606020202030204" pitchFamily="34" charset="0"/>
                  </a:rPr>
                  <a:t>:</a:t>
                </a:r>
                <a:endParaRPr lang="en-US" altLang="ko-KR" dirty="0">
                  <a:latin typeface="Arial Narrow" panose="020B0606020202030204" pitchFamily="34" charset="0"/>
                </a:endParaRPr>
              </a:p>
              <a:p>
                <a:pPr/>
                <a14:m>
                  <m:oMathPara xmlns:m="http://schemas.openxmlformats.org/officeDocument/2006/math">
                    <m:oMathParaPr>
                      <m:jc m:val="centerGroup"/>
                    </m:oMathParaPr>
                    <m:oMath xmlns:m="http://schemas.openxmlformats.org/officeDocument/2006/math">
                      <m:sSup>
                        <m:sSupPr>
                          <m:ctrlPr>
                            <a:rPr lang="en-US" altLang="ko-KR" b="0" i="1" smtClean="0">
                              <a:latin typeface="Cambria Math" panose="02040503050406030204" pitchFamily="18" charset="0"/>
                            </a:rPr>
                          </m:ctrlPr>
                        </m:sSupPr>
                        <m:e>
                          <m:r>
                            <a:rPr lang="en-US" altLang="ko-KR" i="1">
                              <a:latin typeface="Cambria Math" panose="02040503050406030204" pitchFamily="18" charset="0"/>
                            </a:rPr>
                            <m:t>𝑓</m:t>
                          </m:r>
                        </m:e>
                        <m:sup>
                          <m:r>
                            <a:rPr lang="en-US" altLang="ko-KR" b="0" i="1" smtClean="0">
                              <a:latin typeface="Cambria Math" panose="02040503050406030204" pitchFamily="18" charset="0"/>
                            </a:rPr>
                            <m:t>′</m:t>
                          </m:r>
                        </m:sup>
                      </m:sSup>
                      <m:d>
                        <m:dPr>
                          <m:ctrlPr>
                            <a:rPr lang="en-US" altLang="ko-KR" b="0" i="1" smtClean="0">
                              <a:latin typeface="Cambria Math" panose="02040503050406030204" pitchFamily="18" charset="0"/>
                            </a:rPr>
                          </m:ctrlPr>
                        </m:dPr>
                        <m:e>
                          <m:r>
                            <a:rPr lang="en-US" altLang="ko-KR" b="0" i="1" smtClean="0">
                              <a:latin typeface="Cambria Math" panose="02040503050406030204" pitchFamily="18" charset="0"/>
                            </a:rPr>
                            <m:t>𝑥</m:t>
                          </m:r>
                        </m:e>
                      </m:d>
                      <m:r>
                        <a:rPr lang="en-US" altLang="ko-KR" b="0" i="1" smtClean="0">
                          <a:latin typeface="Cambria Math" panose="02040503050406030204" pitchFamily="18" charset="0"/>
                        </a:rPr>
                        <m:t>=</m:t>
                      </m:r>
                      <m:f>
                        <m:fPr>
                          <m:ctrlPr>
                            <a:rPr lang="en-US" altLang="ko-KR" b="0" i="1" smtClean="0">
                              <a:latin typeface="Cambria Math" panose="02040503050406030204" pitchFamily="18" charset="0"/>
                            </a:rPr>
                          </m:ctrlPr>
                        </m:fPr>
                        <m:num>
                          <m:r>
                            <a:rPr lang="en-US" altLang="ko-KR" i="1">
                              <a:latin typeface="Cambria Math" panose="02040503050406030204" pitchFamily="18" charset="0"/>
                            </a:rPr>
                            <m:t>𝑑</m:t>
                          </m:r>
                          <m:r>
                            <a:rPr lang="en-US" altLang="ko-KR" i="1">
                              <a:latin typeface="Cambria Math" panose="02040503050406030204" pitchFamily="18" charset="0"/>
                            </a:rPr>
                            <m:t>(</m:t>
                          </m:r>
                          <m:sSup>
                            <m:sSupPr>
                              <m:ctrlPr>
                                <a:rPr lang="en-US" altLang="ko-KR" i="1">
                                  <a:latin typeface="Cambria Math" panose="02040503050406030204" pitchFamily="18" charset="0"/>
                                </a:rPr>
                              </m:ctrlPr>
                            </m:sSupPr>
                            <m:e>
                              <m:r>
                                <a:rPr lang="en-US" altLang="ko-KR" i="1">
                                  <a:latin typeface="Cambria Math" panose="02040503050406030204" pitchFamily="18" charset="0"/>
                                </a:rPr>
                                <m:t>3</m:t>
                              </m:r>
                              <m:r>
                                <a:rPr lang="en-US" altLang="ko-KR" i="1">
                                  <a:latin typeface="Cambria Math" panose="02040503050406030204" pitchFamily="18" charset="0"/>
                                </a:rPr>
                                <m:t>𝑥</m:t>
                              </m:r>
                            </m:e>
                            <m:sup>
                              <m:r>
                                <a:rPr lang="en-US" altLang="ko-KR" i="1">
                                  <a:latin typeface="Cambria Math" panose="02040503050406030204" pitchFamily="18" charset="0"/>
                                </a:rPr>
                                <m:t>2</m:t>
                              </m:r>
                            </m:sup>
                          </m:sSup>
                          <m:r>
                            <a:rPr lang="en-US" altLang="ko-KR" i="1">
                              <a:latin typeface="Cambria Math" panose="02040503050406030204" pitchFamily="18" charset="0"/>
                            </a:rPr>
                            <m:t>+4</m:t>
                          </m:r>
                          <m:r>
                            <a:rPr lang="en-US" altLang="ko-KR" i="1">
                              <a:latin typeface="Cambria Math" panose="02040503050406030204" pitchFamily="18" charset="0"/>
                            </a:rPr>
                            <m:t>𝑥</m:t>
                          </m:r>
                          <m:r>
                            <a:rPr lang="en-US" altLang="ko-KR" i="1">
                              <a:latin typeface="Cambria Math" panose="02040503050406030204" pitchFamily="18" charset="0"/>
                            </a:rPr>
                            <m:t> −2)</m:t>
                          </m:r>
                        </m:num>
                        <m:den>
                          <m:r>
                            <a:rPr lang="en-US" altLang="ko-KR" b="0" i="1" smtClean="0">
                              <a:latin typeface="Cambria Math" panose="02040503050406030204" pitchFamily="18" charset="0"/>
                            </a:rPr>
                            <m:t>𝑑𝑥</m:t>
                          </m:r>
                        </m:den>
                      </m:f>
                      <m:r>
                        <a:rPr lang="en-US" altLang="ko-KR" b="0" i="1" smtClean="0">
                          <a:latin typeface="Cambria Math" panose="02040503050406030204" pitchFamily="18" charset="0"/>
                        </a:rPr>
                        <m:t>=6</m:t>
                      </m:r>
                      <m:r>
                        <a:rPr lang="en-US" altLang="ko-KR" b="0" i="1" smtClean="0">
                          <a:latin typeface="Cambria Math" panose="02040503050406030204" pitchFamily="18" charset="0"/>
                        </a:rPr>
                        <m:t>𝑥</m:t>
                      </m:r>
                      <m:r>
                        <a:rPr lang="en-US" altLang="ko-KR" b="0" i="1" smtClean="0">
                          <a:latin typeface="Cambria Math" panose="02040503050406030204" pitchFamily="18" charset="0"/>
                        </a:rPr>
                        <m:t>+4</m:t>
                      </m:r>
                    </m:oMath>
                  </m:oMathPara>
                </a14:m>
                <a:endParaRPr lang="en-US" altLang="ko-KR" b="0" dirty="0">
                  <a:latin typeface="Arial Narrow" panose="020B0606020202030204" pitchFamily="34" charset="0"/>
                </a:endParaRPr>
              </a:p>
              <a:p>
                <a:endParaRPr lang="ko-KR" altLang="en-US" dirty="0">
                  <a:latin typeface="Arial Narrow" panose="020B0606020202030204" pitchFamily="34" charset="0"/>
                </a:endParaRPr>
              </a:p>
              <a:p>
                <a:endParaRPr lang="ko-KR" altLang="en-US" dirty="0">
                  <a:latin typeface="Arial Narrow" panose="020B0606020202030204" pitchFamily="34" charset="0"/>
                </a:endParaRPr>
              </a:p>
            </p:txBody>
          </p:sp>
        </mc:Choice>
        <mc:Fallback xmlns="">
          <p:sp>
            <p:nvSpPr>
              <p:cNvPr id="4" name="TextBox 3">
                <a:extLst>
                  <a:ext uri="{FF2B5EF4-FFF2-40B4-BE49-F238E27FC236}">
                    <a16:creationId xmlns:a16="http://schemas.microsoft.com/office/drawing/2014/main" id="{5DDB75CA-FA76-FE18-1218-D7EF3EB584A1}"/>
                  </a:ext>
                </a:extLst>
              </p:cNvPr>
              <p:cNvSpPr txBox="1">
                <a:spLocks noRot="1" noChangeAspect="1" noMove="1" noResize="1" noEditPoints="1" noAdjustHandles="1" noChangeArrowheads="1" noChangeShapeType="1" noTextEdit="1"/>
              </p:cNvSpPr>
              <p:nvPr/>
            </p:nvSpPr>
            <p:spPr>
              <a:xfrm>
                <a:off x="711200" y="1344810"/>
                <a:ext cx="6464300" cy="2864117"/>
              </a:xfrm>
              <a:prstGeom prst="rect">
                <a:avLst/>
              </a:prstGeom>
              <a:blipFill>
                <a:blip r:embed="rId3"/>
                <a:stretch>
                  <a:fillRect l="-849" t="-1066"/>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46656885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Simple differentiation problems</a:t>
            </a:r>
          </a:p>
        </p:txBody>
      </p:sp>
      <p:sp>
        <p:nvSpPr>
          <p:cNvPr id="10" name="직사각형 9">
            <a:extLst>
              <a:ext uri="{FF2B5EF4-FFF2-40B4-BE49-F238E27FC236}">
                <a16:creationId xmlns:a16="http://schemas.microsoft.com/office/drawing/2014/main" id="{C7C7178E-B73C-405C-98AA-12B1241AB1A3}"/>
              </a:ext>
            </a:extLst>
          </p:cNvPr>
          <p:cNvSpPr/>
          <p:nvPr/>
        </p:nvSpPr>
        <p:spPr>
          <a:xfrm>
            <a:off x="328771" y="1139130"/>
            <a:ext cx="8412893" cy="1286827"/>
          </a:xfrm>
          <a:prstGeom prst="rect">
            <a:avLst/>
          </a:prstGeom>
        </p:spPr>
        <p:txBody>
          <a:bodyPr wrap="square">
            <a:spAutoFit/>
          </a:bodyPr>
          <a:lstStyle/>
          <a:p>
            <a:pPr marL="742950" lvl="1" indent="-285750">
              <a:lnSpc>
                <a:spcPct val="150000"/>
              </a:lnSpc>
              <a:buFont typeface="Arial" panose="020B0604020202020204" pitchFamily="34" charset="0"/>
              <a:buChar char="•"/>
            </a:pPr>
            <a:endParaRPr lang="en-US" altLang="ko-KR" i="1" dirty="0">
              <a:solidFill>
                <a:srgbClr val="222222"/>
              </a:solidFill>
              <a:latin typeface="Arial Narrow" panose="020B0606020202030204" pitchFamily="34" charset="0"/>
            </a:endParaRPr>
          </a:p>
          <a:p>
            <a:pPr marL="742950" lvl="1" indent="-285750">
              <a:lnSpc>
                <a:spcPct val="150000"/>
              </a:lnSpc>
              <a:buFont typeface="Arial" panose="020B0604020202020204" pitchFamily="34" charset="0"/>
              <a:buChar char="•"/>
            </a:pPr>
            <a:endParaRPr lang="en-US" altLang="ko-KR" i="1" dirty="0">
              <a:solidFill>
                <a:srgbClr val="222222"/>
              </a:solidFill>
              <a:latin typeface="Cambria Math" panose="02040503050406030204" pitchFamily="18" charset="0"/>
            </a:endParaRPr>
          </a:p>
          <a:p>
            <a:pPr marL="742950" lvl="1" indent="-285750">
              <a:lnSpc>
                <a:spcPct val="150000"/>
              </a:lnSpc>
              <a:buFont typeface="Arial" panose="020B0604020202020204" pitchFamily="34" charset="0"/>
              <a:buChar char="•"/>
            </a:pPr>
            <a:endParaRPr lang="en-US" altLang="ko-KR" i="1" dirty="0">
              <a:solidFill>
                <a:srgbClr val="222222"/>
              </a:solidFill>
              <a:latin typeface="Arial Narrow" panose="020B0606020202030204" pitchFamily="34" charset="0"/>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5DDB75CA-FA76-FE18-1218-D7EF3EB584A1}"/>
                  </a:ext>
                </a:extLst>
              </p:cNvPr>
              <p:cNvSpPr txBox="1"/>
              <p:nvPr/>
            </p:nvSpPr>
            <p:spPr>
              <a:xfrm>
                <a:off x="711200" y="1344810"/>
                <a:ext cx="7219950" cy="923330"/>
              </a:xfrm>
              <a:prstGeom prst="rect">
                <a:avLst/>
              </a:prstGeom>
              <a:noFill/>
            </p:spPr>
            <p:txBody>
              <a:bodyPr wrap="square">
                <a:spAutoFit/>
              </a:bodyPr>
              <a:lstStyle/>
              <a:p>
                <a:r>
                  <a:rPr lang="en-US" altLang="ko-KR" dirty="0">
                    <a:latin typeface="Arial Narrow" panose="020B0606020202030204" pitchFamily="34" charset="0"/>
                  </a:rPr>
                  <a:t>Q2: Find the derivative of the function</a:t>
                </a:r>
              </a:p>
              <a:p>
                <a:endParaRPr lang="ko-KR" altLang="en-US" dirty="0">
                  <a:latin typeface="Arial Narrow" panose="020B0606020202030204" pitchFamily="34" charset="0"/>
                </a:endParaRPr>
              </a:p>
              <a:p>
                <a:pPr/>
                <a14:m>
                  <m:oMathPara xmlns:m="http://schemas.openxmlformats.org/officeDocument/2006/math">
                    <m:oMathParaPr>
                      <m:jc m:val="centerGroup"/>
                    </m:oMathParaPr>
                    <m:oMath xmlns:m="http://schemas.openxmlformats.org/officeDocument/2006/math">
                      <m:r>
                        <a:rPr lang="en-US" altLang="ko-KR" b="0" i="1" smtClean="0">
                          <a:latin typeface="Cambria Math" panose="02040503050406030204" pitchFamily="18" charset="0"/>
                        </a:rPr>
                        <m:t>h</m:t>
                      </m:r>
                      <m:d>
                        <m:dPr>
                          <m:ctrlPr>
                            <a:rPr lang="en-US" altLang="ko-KR" b="0" i="1" smtClean="0">
                              <a:latin typeface="Cambria Math" panose="02040503050406030204" pitchFamily="18" charset="0"/>
                            </a:rPr>
                          </m:ctrlPr>
                        </m:dPr>
                        <m:e>
                          <m:r>
                            <a:rPr lang="en-US" altLang="ko-KR" b="0" i="1" smtClean="0">
                              <a:latin typeface="Cambria Math" panose="02040503050406030204" pitchFamily="18" charset="0"/>
                            </a:rPr>
                            <m:t>𝑥</m:t>
                          </m:r>
                        </m:e>
                      </m:d>
                      <m:r>
                        <a:rPr lang="en-US" altLang="ko-KR" b="0" i="1" smtClean="0">
                          <a:latin typeface="Cambria Math" panose="02040503050406030204" pitchFamily="18" charset="0"/>
                        </a:rPr>
                        <m:t>=</m:t>
                      </m:r>
                      <m:sSup>
                        <m:sSupPr>
                          <m:ctrlPr>
                            <a:rPr lang="en-US" altLang="ko-KR" i="1">
                              <a:latin typeface="Cambria Math" panose="02040503050406030204" pitchFamily="18" charset="0"/>
                            </a:rPr>
                          </m:ctrlPr>
                        </m:sSupPr>
                        <m:e>
                          <m:r>
                            <a:rPr lang="en-US" altLang="ko-KR" i="1">
                              <a:latin typeface="Cambria Math" panose="02040503050406030204" pitchFamily="18" charset="0"/>
                            </a:rPr>
                            <m:t>𝑥</m:t>
                          </m:r>
                        </m:e>
                        <m:sup>
                          <m:r>
                            <a:rPr lang="en-US" altLang="ko-KR" i="1">
                              <a:latin typeface="Cambria Math" panose="02040503050406030204" pitchFamily="18" charset="0"/>
                            </a:rPr>
                            <m:t>2</m:t>
                          </m:r>
                        </m:sup>
                      </m:sSup>
                      <m:r>
                        <a:rPr lang="en-US" altLang="ko-KR" b="0" i="1" smtClean="0">
                          <a:latin typeface="Cambria Math" panose="02040503050406030204" pitchFamily="18" charset="0"/>
                        </a:rPr>
                        <m:t>(</m:t>
                      </m:r>
                      <m:r>
                        <a:rPr lang="en-US" altLang="ko-KR" b="0" i="1" smtClean="0">
                          <a:latin typeface="Cambria Math" panose="02040503050406030204" pitchFamily="18" charset="0"/>
                        </a:rPr>
                        <m:t>𝑥</m:t>
                      </m:r>
                      <m:r>
                        <a:rPr lang="en-US" altLang="ko-KR" b="0" i="1" smtClean="0">
                          <a:latin typeface="Cambria Math" panose="02040503050406030204" pitchFamily="18" charset="0"/>
                        </a:rPr>
                        <m:t>−2)</m:t>
                      </m:r>
                    </m:oMath>
                  </m:oMathPara>
                </a14:m>
                <a:endParaRPr lang="ko-KR" altLang="en-US" dirty="0">
                  <a:latin typeface="Arial Narrow" panose="020B0606020202030204" pitchFamily="34" charset="0"/>
                </a:endParaRPr>
              </a:p>
            </p:txBody>
          </p:sp>
        </mc:Choice>
        <mc:Fallback xmlns="">
          <p:sp>
            <p:nvSpPr>
              <p:cNvPr id="4" name="TextBox 3">
                <a:extLst>
                  <a:ext uri="{FF2B5EF4-FFF2-40B4-BE49-F238E27FC236}">
                    <a16:creationId xmlns:a16="http://schemas.microsoft.com/office/drawing/2014/main" id="{5DDB75CA-FA76-FE18-1218-D7EF3EB584A1}"/>
                  </a:ext>
                </a:extLst>
              </p:cNvPr>
              <p:cNvSpPr txBox="1">
                <a:spLocks noRot="1" noChangeAspect="1" noMove="1" noResize="1" noEditPoints="1" noAdjustHandles="1" noChangeArrowheads="1" noChangeShapeType="1" noTextEdit="1"/>
              </p:cNvSpPr>
              <p:nvPr/>
            </p:nvSpPr>
            <p:spPr>
              <a:xfrm>
                <a:off x="711200" y="1344810"/>
                <a:ext cx="7219950" cy="923330"/>
              </a:xfrm>
              <a:prstGeom prst="rect">
                <a:avLst/>
              </a:prstGeom>
              <a:blipFill>
                <a:blip r:embed="rId3"/>
                <a:stretch>
                  <a:fillRect l="-760" t="-3311" b="-5960"/>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34471147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Simple differentiation problems</a:t>
            </a:r>
          </a:p>
        </p:txBody>
      </p:sp>
      <p:sp>
        <p:nvSpPr>
          <p:cNvPr id="10" name="직사각형 9">
            <a:extLst>
              <a:ext uri="{FF2B5EF4-FFF2-40B4-BE49-F238E27FC236}">
                <a16:creationId xmlns:a16="http://schemas.microsoft.com/office/drawing/2014/main" id="{C7C7178E-B73C-405C-98AA-12B1241AB1A3}"/>
              </a:ext>
            </a:extLst>
          </p:cNvPr>
          <p:cNvSpPr/>
          <p:nvPr/>
        </p:nvSpPr>
        <p:spPr>
          <a:xfrm>
            <a:off x="328771" y="1139130"/>
            <a:ext cx="8412893" cy="1286827"/>
          </a:xfrm>
          <a:prstGeom prst="rect">
            <a:avLst/>
          </a:prstGeom>
        </p:spPr>
        <p:txBody>
          <a:bodyPr wrap="square">
            <a:spAutoFit/>
          </a:bodyPr>
          <a:lstStyle/>
          <a:p>
            <a:pPr marL="742950" lvl="1" indent="-285750">
              <a:lnSpc>
                <a:spcPct val="150000"/>
              </a:lnSpc>
              <a:buFont typeface="Arial" panose="020B0604020202020204" pitchFamily="34" charset="0"/>
              <a:buChar char="•"/>
            </a:pPr>
            <a:endParaRPr lang="en-US" altLang="ko-KR" i="1" dirty="0">
              <a:solidFill>
                <a:srgbClr val="222222"/>
              </a:solidFill>
              <a:latin typeface="Arial Narrow" panose="020B0606020202030204" pitchFamily="34" charset="0"/>
            </a:endParaRPr>
          </a:p>
          <a:p>
            <a:pPr marL="742950" lvl="1" indent="-285750">
              <a:lnSpc>
                <a:spcPct val="150000"/>
              </a:lnSpc>
              <a:buFont typeface="Arial" panose="020B0604020202020204" pitchFamily="34" charset="0"/>
              <a:buChar char="•"/>
            </a:pPr>
            <a:endParaRPr lang="en-US" altLang="ko-KR" i="1" dirty="0">
              <a:solidFill>
                <a:srgbClr val="222222"/>
              </a:solidFill>
              <a:latin typeface="Cambria Math" panose="02040503050406030204" pitchFamily="18" charset="0"/>
            </a:endParaRPr>
          </a:p>
          <a:p>
            <a:pPr marL="742950" lvl="1" indent="-285750">
              <a:lnSpc>
                <a:spcPct val="150000"/>
              </a:lnSpc>
              <a:buFont typeface="Arial" panose="020B0604020202020204" pitchFamily="34" charset="0"/>
              <a:buChar char="•"/>
            </a:pPr>
            <a:endParaRPr lang="en-US" altLang="ko-KR" i="1" dirty="0">
              <a:solidFill>
                <a:srgbClr val="222222"/>
              </a:solidFill>
              <a:latin typeface="Arial Narrow" panose="020B0606020202030204" pitchFamily="34" charset="0"/>
            </a:endParaRP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5DDB75CA-FA76-FE18-1218-D7EF3EB584A1}"/>
                  </a:ext>
                </a:extLst>
              </p:cNvPr>
              <p:cNvSpPr txBox="1"/>
              <p:nvPr/>
            </p:nvSpPr>
            <p:spPr>
              <a:xfrm>
                <a:off x="711200" y="1344810"/>
                <a:ext cx="7219950" cy="4395627"/>
              </a:xfrm>
              <a:prstGeom prst="rect">
                <a:avLst/>
              </a:prstGeom>
              <a:noFill/>
            </p:spPr>
            <p:txBody>
              <a:bodyPr wrap="square">
                <a:spAutoFit/>
              </a:bodyPr>
              <a:lstStyle/>
              <a:p>
                <a:r>
                  <a:rPr lang="en-US" altLang="ko-KR" dirty="0">
                    <a:latin typeface="Arial Narrow" panose="020B0606020202030204" pitchFamily="34" charset="0"/>
                  </a:rPr>
                  <a:t>Q2: Find the derivative of the function</a:t>
                </a:r>
              </a:p>
              <a:p>
                <a:endParaRPr lang="ko-KR" altLang="en-US" dirty="0">
                  <a:latin typeface="Arial Narrow" panose="020B0606020202030204" pitchFamily="34" charset="0"/>
                </a:endParaRPr>
              </a:p>
              <a:p>
                <a:pPr/>
                <a14:m>
                  <m:oMathPara xmlns:m="http://schemas.openxmlformats.org/officeDocument/2006/math">
                    <m:oMathParaPr>
                      <m:jc m:val="centerGroup"/>
                    </m:oMathParaPr>
                    <m:oMath xmlns:m="http://schemas.openxmlformats.org/officeDocument/2006/math">
                      <m:r>
                        <a:rPr lang="en-US" altLang="ko-KR" b="0" i="1" smtClean="0">
                          <a:latin typeface="Cambria Math" panose="02040503050406030204" pitchFamily="18" charset="0"/>
                        </a:rPr>
                        <m:t>h</m:t>
                      </m:r>
                      <m:d>
                        <m:dPr>
                          <m:ctrlPr>
                            <a:rPr lang="en-US" altLang="ko-KR" b="0" i="1" smtClean="0">
                              <a:latin typeface="Cambria Math" panose="02040503050406030204" pitchFamily="18" charset="0"/>
                            </a:rPr>
                          </m:ctrlPr>
                        </m:dPr>
                        <m:e>
                          <m:r>
                            <a:rPr lang="en-US" altLang="ko-KR" b="0" i="1" smtClean="0">
                              <a:latin typeface="Cambria Math" panose="02040503050406030204" pitchFamily="18" charset="0"/>
                            </a:rPr>
                            <m:t>𝑥</m:t>
                          </m:r>
                        </m:e>
                      </m:d>
                      <m:r>
                        <a:rPr lang="en-US" altLang="ko-KR" b="0" i="1" smtClean="0">
                          <a:latin typeface="Cambria Math" panose="02040503050406030204" pitchFamily="18" charset="0"/>
                        </a:rPr>
                        <m:t>=</m:t>
                      </m:r>
                      <m:sSup>
                        <m:sSupPr>
                          <m:ctrlPr>
                            <a:rPr lang="en-US" altLang="ko-KR" i="1">
                              <a:latin typeface="Cambria Math" panose="02040503050406030204" pitchFamily="18" charset="0"/>
                            </a:rPr>
                          </m:ctrlPr>
                        </m:sSupPr>
                        <m:e>
                          <m:r>
                            <a:rPr lang="en-US" altLang="ko-KR" i="1">
                              <a:latin typeface="Cambria Math" panose="02040503050406030204" pitchFamily="18" charset="0"/>
                            </a:rPr>
                            <m:t>𝑥</m:t>
                          </m:r>
                        </m:e>
                        <m:sup>
                          <m:r>
                            <a:rPr lang="en-US" altLang="ko-KR" i="1">
                              <a:latin typeface="Cambria Math" panose="02040503050406030204" pitchFamily="18" charset="0"/>
                            </a:rPr>
                            <m:t>2</m:t>
                          </m:r>
                        </m:sup>
                      </m:sSup>
                      <m:r>
                        <a:rPr lang="en-US" altLang="ko-KR" b="0" i="1" smtClean="0">
                          <a:latin typeface="Cambria Math" panose="02040503050406030204" pitchFamily="18" charset="0"/>
                        </a:rPr>
                        <m:t>(</m:t>
                      </m:r>
                      <m:r>
                        <a:rPr lang="en-US" altLang="ko-KR" b="0" i="1" smtClean="0">
                          <a:latin typeface="Cambria Math" panose="02040503050406030204" pitchFamily="18" charset="0"/>
                        </a:rPr>
                        <m:t>𝑥</m:t>
                      </m:r>
                      <m:r>
                        <a:rPr lang="en-US" altLang="ko-KR" b="0" i="1" smtClean="0">
                          <a:latin typeface="Cambria Math" panose="02040503050406030204" pitchFamily="18" charset="0"/>
                        </a:rPr>
                        <m:t>−2)</m:t>
                      </m:r>
                    </m:oMath>
                  </m:oMathPara>
                </a14:m>
                <a:endParaRPr lang="en-US" altLang="ko-KR" dirty="0">
                  <a:latin typeface="Arial Narrow" panose="020B0606020202030204" pitchFamily="34" charset="0"/>
                </a:endParaRPr>
              </a:p>
              <a:p>
                <a:endParaRPr lang="ko-KR" altLang="en-US" dirty="0">
                  <a:latin typeface="Arial Narrow" panose="020B0606020202030204" pitchFamily="34" charset="0"/>
                </a:endParaRPr>
              </a:p>
              <a:p>
                <a:r>
                  <a:rPr lang="en-US" altLang="ko-KR" dirty="0">
                    <a:latin typeface="Arial Narrow" panose="020B0606020202030204" pitchFamily="34" charset="0"/>
                  </a:rPr>
                  <a:t>Solution</a:t>
                </a:r>
                <a:r>
                  <a:rPr lang="ko-KR" altLang="en-US" dirty="0">
                    <a:latin typeface="Arial Narrow" panose="020B0606020202030204" pitchFamily="34" charset="0"/>
                  </a:rPr>
                  <a:t>:</a:t>
                </a:r>
                <a:endParaRPr lang="en-US" altLang="ko-KR" dirty="0">
                  <a:latin typeface="Arial Narrow" panose="020B0606020202030204" pitchFamily="34" charset="0"/>
                </a:endParaRPr>
              </a:p>
              <a:p>
                <a:pPr marL="342900" indent="-342900">
                  <a:lnSpc>
                    <a:spcPct val="150000"/>
                  </a:lnSpc>
                  <a:buAutoNum type="arabicPeriod"/>
                </a:pPr>
                <a:r>
                  <a:rPr lang="en-US" altLang="ko-KR" dirty="0">
                    <a:latin typeface="Arial Narrow" panose="020B0606020202030204" pitchFamily="34" charset="0"/>
                  </a:rPr>
                  <a:t>Applying the product rule: </a:t>
                </a:r>
                <a14:m>
                  <m:oMath xmlns:m="http://schemas.openxmlformats.org/officeDocument/2006/math">
                    <m:sSup>
                      <m:sSupPr>
                        <m:ctrlPr>
                          <a:rPr lang="en-US" altLang="ko-KR" sz="1800" i="1" smtClean="0">
                            <a:latin typeface="Cambria Math" panose="02040503050406030204" pitchFamily="18" charset="0"/>
                          </a:rPr>
                        </m:ctrlPr>
                      </m:sSupPr>
                      <m:e>
                        <m:r>
                          <a:rPr lang="en-US" altLang="ko-KR" sz="1800" b="0" i="1" smtClean="0">
                            <a:latin typeface="Cambria Math" panose="02040503050406030204" pitchFamily="18" charset="0"/>
                          </a:rPr>
                          <m:t>h</m:t>
                        </m:r>
                      </m:e>
                      <m:sup>
                        <m:r>
                          <a:rPr lang="en-US" altLang="ko-KR" sz="1800" i="1">
                            <a:latin typeface="Cambria Math" panose="02040503050406030204" pitchFamily="18" charset="0"/>
                          </a:rPr>
                          <m:t>′</m:t>
                        </m:r>
                      </m:sup>
                    </m:sSup>
                    <m:d>
                      <m:dPr>
                        <m:ctrlPr>
                          <a:rPr lang="en-US" altLang="ko-KR" sz="1800" i="1">
                            <a:latin typeface="Cambria Math" panose="02040503050406030204" pitchFamily="18" charset="0"/>
                          </a:rPr>
                        </m:ctrlPr>
                      </m:dPr>
                      <m:e>
                        <m:r>
                          <a:rPr lang="en-US" altLang="ko-KR" sz="1800" i="1">
                            <a:latin typeface="Cambria Math" panose="02040503050406030204" pitchFamily="18" charset="0"/>
                          </a:rPr>
                          <m:t>𝑥</m:t>
                        </m:r>
                      </m:e>
                    </m:d>
                    <m:r>
                      <a:rPr lang="en-US" altLang="ko-KR" sz="1800" i="1">
                        <a:latin typeface="Cambria Math" panose="02040503050406030204" pitchFamily="18" charset="0"/>
                      </a:rPr>
                      <m:t>=</m:t>
                    </m:r>
                    <m:sSup>
                      <m:sSupPr>
                        <m:ctrlPr>
                          <a:rPr lang="en-US" altLang="ko-KR" sz="1800" b="0" i="1" smtClean="0">
                            <a:latin typeface="Cambria Math" panose="02040503050406030204" pitchFamily="18" charset="0"/>
                          </a:rPr>
                        </m:ctrlPr>
                      </m:sSupPr>
                      <m:e>
                        <m:r>
                          <a:rPr lang="en-US" altLang="ko-KR" i="1">
                            <a:latin typeface="Cambria Math" panose="02040503050406030204" pitchFamily="18" charset="0"/>
                          </a:rPr>
                          <m:t>(</m:t>
                        </m:r>
                        <m:r>
                          <a:rPr lang="en-US" altLang="ko-KR" i="1">
                            <a:latin typeface="Cambria Math" panose="02040503050406030204" pitchFamily="18" charset="0"/>
                          </a:rPr>
                          <m:t>𝑢</m:t>
                        </m:r>
                        <m:r>
                          <a:rPr lang="en-US" altLang="ko-KR" i="1">
                            <a:latin typeface="Cambria Math" panose="02040503050406030204" pitchFamily="18" charset="0"/>
                          </a:rPr>
                          <m:t>∗</m:t>
                        </m:r>
                        <m:r>
                          <a:rPr lang="en-US" altLang="ko-KR" i="1">
                            <a:latin typeface="Cambria Math" panose="02040503050406030204" pitchFamily="18" charset="0"/>
                          </a:rPr>
                          <m:t>𝑣</m:t>
                        </m:r>
                        <m:r>
                          <a:rPr lang="en-US" altLang="ko-KR" i="1">
                            <a:latin typeface="Cambria Math" panose="02040503050406030204" pitchFamily="18" charset="0"/>
                          </a:rPr>
                          <m:t>)</m:t>
                        </m:r>
                      </m:e>
                      <m:sup>
                        <m:r>
                          <a:rPr lang="en-US" altLang="ko-KR" sz="1800" b="0" i="1" smtClean="0">
                            <a:latin typeface="Cambria Math" panose="02040503050406030204" pitchFamily="18" charset="0"/>
                          </a:rPr>
                          <m:t>′</m:t>
                        </m:r>
                      </m:sup>
                    </m:sSup>
                    <m:r>
                      <a:rPr lang="en-US" altLang="ko-KR" sz="1800" b="0" i="1" smtClean="0">
                        <a:latin typeface="Cambria Math" panose="02040503050406030204" pitchFamily="18" charset="0"/>
                      </a:rPr>
                      <m:t>=(</m:t>
                    </m:r>
                    <m:sSup>
                      <m:sSupPr>
                        <m:ctrlPr>
                          <a:rPr lang="en-US" altLang="ko-KR" i="1">
                            <a:latin typeface="Cambria Math" panose="02040503050406030204" pitchFamily="18" charset="0"/>
                          </a:rPr>
                        </m:ctrlPr>
                      </m:sSupPr>
                      <m:e>
                        <m:r>
                          <a:rPr lang="en-US" altLang="ko-KR" b="0" i="1" smtClean="0">
                            <a:latin typeface="Cambria Math" panose="02040503050406030204" pitchFamily="18" charset="0"/>
                          </a:rPr>
                          <m:t>𝑢</m:t>
                        </m:r>
                      </m:e>
                      <m:sup>
                        <m:r>
                          <a:rPr lang="en-US" altLang="ko-KR" i="1">
                            <a:latin typeface="Cambria Math" panose="02040503050406030204" pitchFamily="18" charset="0"/>
                          </a:rPr>
                          <m:t>′</m:t>
                        </m:r>
                      </m:sup>
                    </m:sSup>
                    <m:r>
                      <a:rPr lang="en-US" altLang="ko-KR" b="0" i="1" smtClean="0">
                        <a:latin typeface="Cambria Math" panose="02040503050406030204" pitchFamily="18" charset="0"/>
                      </a:rPr>
                      <m:t>∗</m:t>
                    </m:r>
                    <m:r>
                      <a:rPr lang="en-US" altLang="ko-KR" b="0" i="1" smtClean="0">
                        <a:latin typeface="Cambria Math" panose="02040503050406030204" pitchFamily="18" charset="0"/>
                      </a:rPr>
                      <m:t>𝑣</m:t>
                    </m:r>
                    <m:r>
                      <a:rPr lang="en-US" altLang="ko-KR" b="0" i="1" smtClean="0">
                        <a:latin typeface="Cambria Math" panose="02040503050406030204" pitchFamily="18" charset="0"/>
                      </a:rPr>
                      <m:t>+</m:t>
                    </m:r>
                    <m:r>
                      <a:rPr lang="en-US" altLang="ko-KR" b="0" i="1" smtClean="0">
                        <a:latin typeface="Cambria Math" panose="02040503050406030204" pitchFamily="18" charset="0"/>
                      </a:rPr>
                      <m:t>𝑢</m:t>
                    </m:r>
                    <m:r>
                      <a:rPr lang="en-US" altLang="ko-KR" b="0" i="1" smtClean="0">
                        <a:latin typeface="Cambria Math" panose="02040503050406030204" pitchFamily="18" charset="0"/>
                      </a:rPr>
                      <m:t>∗</m:t>
                    </m:r>
                    <m:sSup>
                      <m:sSupPr>
                        <m:ctrlPr>
                          <a:rPr lang="en-US" altLang="ko-KR" i="1">
                            <a:latin typeface="Cambria Math" panose="02040503050406030204" pitchFamily="18" charset="0"/>
                          </a:rPr>
                        </m:ctrlPr>
                      </m:sSupPr>
                      <m:e>
                        <m:r>
                          <a:rPr lang="en-US" altLang="ko-KR" b="0" i="1" smtClean="0">
                            <a:latin typeface="Cambria Math" panose="02040503050406030204" pitchFamily="18" charset="0"/>
                          </a:rPr>
                          <m:t>𝑣</m:t>
                        </m:r>
                      </m:e>
                      <m:sup>
                        <m:r>
                          <a:rPr lang="en-US" altLang="ko-KR" i="1">
                            <a:latin typeface="Cambria Math" panose="02040503050406030204" pitchFamily="18" charset="0"/>
                          </a:rPr>
                          <m:t>′</m:t>
                        </m:r>
                      </m:sup>
                    </m:sSup>
                    <m:r>
                      <a:rPr lang="en-US" altLang="ko-KR" sz="1800" b="0" i="1" smtClean="0">
                        <a:latin typeface="Cambria Math" panose="02040503050406030204" pitchFamily="18" charset="0"/>
                      </a:rPr>
                      <m:t>)</m:t>
                    </m:r>
                  </m:oMath>
                </a14:m>
                <a:endParaRPr lang="en-US" altLang="ko-KR" b="0" dirty="0"/>
              </a:p>
              <a:p>
                <a:pPr marL="342900" indent="-342900">
                  <a:lnSpc>
                    <a:spcPct val="150000"/>
                  </a:lnSpc>
                  <a:buAutoNum type="arabicPeriod"/>
                </a:pPr>
                <a:endParaRPr lang="en-US" altLang="ko-KR" b="0" dirty="0"/>
              </a:p>
              <a:p>
                <a:pPr marL="342900" indent="-342900">
                  <a:lnSpc>
                    <a:spcPct val="150000"/>
                  </a:lnSpc>
                  <a:buAutoNum type="arabicPeriod"/>
                </a:pPr>
                <a:r>
                  <a:rPr lang="en-US" altLang="ko-KR" b="0" dirty="0"/>
                  <a:t>Let </a:t>
                </a:r>
                <a14:m>
                  <m:oMath xmlns:m="http://schemas.openxmlformats.org/officeDocument/2006/math">
                    <m:r>
                      <a:rPr lang="en-US" altLang="ko-KR" b="0" i="1" smtClean="0">
                        <a:latin typeface="Cambria Math" panose="02040503050406030204" pitchFamily="18" charset="0"/>
                      </a:rPr>
                      <m:t>𝑢</m:t>
                    </m:r>
                    <m:r>
                      <a:rPr lang="en-US" altLang="ko-KR" b="0" i="1" smtClean="0">
                        <a:latin typeface="Cambria Math" panose="02040503050406030204" pitchFamily="18" charset="0"/>
                      </a:rPr>
                      <m:t>=</m:t>
                    </m:r>
                    <m:sSup>
                      <m:sSupPr>
                        <m:ctrlPr>
                          <a:rPr lang="en-US" altLang="ko-KR" i="1">
                            <a:latin typeface="Cambria Math" panose="02040503050406030204" pitchFamily="18" charset="0"/>
                          </a:rPr>
                        </m:ctrlPr>
                      </m:sSupPr>
                      <m:e>
                        <m:r>
                          <a:rPr lang="en-US" altLang="ko-KR" b="0" i="1" smtClean="0">
                            <a:latin typeface="Cambria Math" panose="02040503050406030204" pitchFamily="18" charset="0"/>
                          </a:rPr>
                          <m:t>𝑥</m:t>
                        </m:r>
                      </m:e>
                      <m:sup>
                        <m:r>
                          <a:rPr lang="en-US" altLang="ko-KR" i="1">
                            <a:latin typeface="Cambria Math" panose="02040503050406030204" pitchFamily="18" charset="0"/>
                          </a:rPr>
                          <m:t>2</m:t>
                        </m:r>
                      </m:sup>
                    </m:sSup>
                    <m:r>
                      <a:rPr lang="en-US" altLang="ko-KR" b="0" i="1" smtClean="0">
                        <a:latin typeface="Cambria Math" panose="02040503050406030204" pitchFamily="18" charset="0"/>
                      </a:rPr>
                      <m:t>,  </m:t>
                    </m:r>
                    <m:r>
                      <a:rPr lang="en-US" altLang="ko-KR" b="0" i="1" smtClean="0">
                        <a:latin typeface="Cambria Math" panose="02040503050406030204" pitchFamily="18" charset="0"/>
                      </a:rPr>
                      <m:t>𝑣</m:t>
                    </m:r>
                    <m:r>
                      <a:rPr lang="en-US" altLang="ko-KR" b="0" i="1" smtClean="0">
                        <a:latin typeface="Cambria Math" panose="02040503050406030204" pitchFamily="18" charset="0"/>
                      </a:rPr>
                      <m:t>=</m:t>
                    </m:r>
                    <m:r>
                      <a:rPr lang="en-US" altLang="ko-KR" b="0" i="1" smtClean="0">
                        <a:latin typeface="Cambria Math" panose="02040503050406030204" pitchFamily="18" charset="0"/>
                      </a:rPr>
                      <m:t>𝑥</m:t>
                    </m:r>
                    <m:r>
                      <a:rPr lang="en-US" altLang="ko-KR" b="0" i="1" smtClean="0">
                        <a:latin typeface="Cambria Math" panose="02040503050406030204" pitchFamily="18" charset="0"/>
                      </a:rPr>
                      <m:t>−</m:t>
                    </m:r>
                  </m:oMath>
                </a14:m>
                <a:r>
                  <a:rPr lang="en-US" altLang="ko-KR" b="0" dirty="0">
                    <a:latin typeface="Arial Narrow" panose="020B0606020202030204" pitchFamily="34" charset="0"/>
                  </a:rPr>
                  <a:t>2</a:t>
                </a:r>
              </a:p>
              <a:p>
                <a:pPr marL="342900" indent="-342900">
                  <a:lnSpc>
                    <a:spcPct val="150000"/>
                  </a:lnSpc>
                  <a:buAutoNum type="arabicPeriod"/>
                </a:pPr>
                <a:endParaRPr lang="en-US" altLang="ko-KR" b="0" dirty="0">
                  <a:latin typeface="Arial Narrow" panose="020B0606020202030204" pitchFamily="34" charset="0"/>
                </a:endParaRPr>
              </a:p>
              <a:p>
                <a:pPr marL="342900" indent="-342900">
                  <a:lnSpc>
                    <a:spcPct val="150000"/>
                  </a:lnSpc>
                  <a:buFontTx/>
                  <a:buAutoNum type="arabicPeriod"/>
                </a:pPr>
                <a:r>
                  <a:rPr lang="en-US" altLang="ko-KR" dirty="0">
                    <a:latin typeface="Arial Narrow" panose="020B0606020202030204" pitchFamily="34" charset="0"/>
                  </a:rPr>
                  <a:t>Then, </a:t>
                </a:r>
                <a14:m>
                  <m:oMath xmlns:m="http://schemas.openxmlformats.org/officeDocument/2006/math">
                    <m:sSup>
                      <m:sSupPr>
                        <m:ctrlPr>
                          <a:rPr lang="en-US" altLang="ko-KR" sz="1800" i="1" smtClean="0">
                            <a:latin typeface="Cambria Math" panose="02040503050406030204" pitchFamily="18" charset="0"/>
                          </a:rPr>
                        </m:ctrlPr>
                      </m:sSupPr>
                      <m:e>
                        <m:r>
                          <a:rPr lang="en-US" altLang="ko-KR" sz="1800" b="0" i="1" smtClean="0">
                            <a:latin typeface="Cambria Math" panose="02040503050406030204" pitchFamily="18" charset="0"/>
                          </a:rPr>
                          <m:t>𝑢</m:t>
                        </m:r>
                      </m:e>
                      <m:sup>
                        <m:r>
                          <a:rPr lang="en-US" altLang="ko-KR" sz="1800" i="1">
                            <a:latin typeface="Cambria Math" panose="02040503050406030204" pitchFamily="18" charset="0"/>
                          </a:rPr>
                          <m:t>′</m:t>
                        </m:r>
                      </m:sup>
                    </m:sSup>
                    <m:d>
                      <m:dPr>
                        <m:ctrlPr>
                          <a:rPr lang="en-US" altLang="ko-KR" sz="1800" i="1" smtClean="0">
                            <a:latin typeface="Cambria Math" panose="02040503050406030204" pitchFamily="18" charset="0"/>
                          </a:rPr>
                        </m:ctrlPr>
                      </m:dPr>
                      <m:e>
                        <m:r>
                          <a:rPr lang="en-US" altLang="ko-KR" sz="1800" i="1">
                            <a:latin typeface="Cambria Math" panose="02040503050406030204" pitchFamily="18" charset="0"/>
                          </a:rPr>
                          <m:t>𝑥</m:t>
                        </m:r>
                      </m:e>
                    </m:d>
                    <m:r>
                      <a:rPr lang="en-US" altLang="ko-KR" sz="1800" b="0" i="1" smtClean="0">
                        <a:latin typeface="Cambria Math" panose="02040503050406030204" pitchFamily="18" charset="0"/>
                      </a:rPr>
                      <m:t>=2</m:t>
                    </m:r>
                    <m:r>
                      <a:rPr lang="en-US" altLang="ko-KR" sz="1800" b="0" i="1" smtClean="0">
                        <a:latin typeface="Cambria Math" panose="02040503050406030204" pitchFamily="18" charset="0"/>
                      </a:rPr>
                      <m:t>𝑥</m:t>
                    </m:r>
                    <m:r>
                      <a:rPr lang="en-US" altLang="ko-KR" sz="1800" b="0" i="1" smtClean="0">
                        <a:latin typeface="Cambria Math" panose="02040503050406030204" pitchFamily="18" charset="0"/>
                      </a:rPr>
                      <m:t>,  </m:t>
                    </m:r>
                    <m:sSup>
                      <m:sSupPr>
                        <m:ctrlPr>
                          <a:rPr lang="en-US" altLang="ko-KR" i="1">
                            <a:latin typeface="Cambria Math" panose="02040503050406030204" pitchFamily="18" charset="0"/>
                          </a:rPr>
                        </m:ctrlPr>
                      </m:sSupPr>
                      <m:e>
                        <m:r>
                          <a:rPr lang="en-US" altLang="ko-KR" b="0" i="1" smtClean="0">
                            <a:latin typeface="Cambria Math" panose="02040503050406030204" pitchFamily="18" charset="0"/>
                          </a:rPr>
                          <m:t>𝑣</m:t>
                        </m:r>
                      </m:e>
                      <m:sup>
                        <m:r>
                          <a:rPr lang="en-US" altLang="ko-KR" i="1">
                            <a:latin typeface="Cambria Math" panose="02040503050406030204" pitchFamily="18" charset="0"/>
                          </a:rPr>
                          <m:t>′</m:t>
                        </m:r>
                      </m:sup>
                    </m:sSup>
                    <m:d>
                      <m:dPr>
                        <m:ctrlPr>
                          <a:rPr lang="en-US" altLang="ko-KR" i="1">
                            <a:latin typeface="Cambria Math" panose="02040503050406030204" pitchFamily="18" charset="0"/>
                          </a:rPr>
                        </m:ctrlPr>
                      </m:dPr>
                      <m:e>
                        <m:r>
                          <a:rPr lang="en-US" altLang="ko-KR" i="1">
                            <a:latin typeface="Cambria Math" panose="02040503050406030204" pitchFamily="18" charset="0"/>
                          </a:rPr>
                          <m:t>𝑥</m:t>
                        </m:r>
                      </m:e>
                    </m:d>
                    <m:r>
                      <a:rPr lang="en-US" altLang="ko-KR" b="0" i="1" smtClean="0">
                        <a:latin typeface="Cambria Math" panose="02040503050406030204" pitchFamily="18" charset="0"/>
                      </a:rPr>
                      <m:t>=1</m:t>
                    </m:r>
                  </m:oMath>
                </a14:m>
                <a:endParaRPr lang="en-US" altLang="ko-KR" b="0" dirty="0">
                  <a:latin typeface="Arial Narrow" panose="020B0606020202030204" pitchFamily="34" charset="0"/>
                </a:endParaRPr>
              </a:p>
              <a:p>
                <a:pPr marL="342900" indent="-342900">
                  <a:lnSpc>
                    <a:spcPct val="150000"/>
                  </a:lnSpc>
                  <a:buFontTx/>
                  <a:buAutoNum type="arabicPeriod"/>
                </a:pPr>
                <a:endParaRPr lang="ko-KR" altLang="en-US" dirty="0">
                  <a:latin typeface="Arial Narrow" panose="020B0606020202030204" pitchFamily="34" charset="0"/>
                </a:endParaRPr>
              </a:p>
              <a:p>
                <a:pPr marL="342900" indent="-342900">
                  <a:lnSpc>
                    <a:spcPct val="150000"/>
                  </a:lnSpc>
                  <a:buFontTx/>
                  <a:buAutoNum type="arabicPeriod"/>
                </a:pPr>
                <a14:m>
                  <m:oMath xmlns:m="http://schemas.openxmlformats.org/officeDocument/2006/math">
                    <m:sSup>
                      <m:sSupPr>
                        <m:ctrlPr>
                          <a:rPr lang="en-US" altLang="ko-KR" sz="1800" i="1" smtClean="0">
                            <a:latin typeface="Cambria Math" panose="02040503050406030204" pitchFamily="18" charset="0"/>
                          </a:rPr>
                        </m:ctrlPr>
                      </m:sSupPr>
                      <m:e>
                        <m:r>
                          <a:rPr lang="en-US" altLang="ko-KR" sz="1800" b="0" i="1" smtClean="0">
                            <a:latin typeface="Cambria Math" panose="02040503050406030204" pitchFamily="18" charset="0"/>
                          </a:rPr>
                          <m:t>h</m:t>
                        </m:r>
                      </m:e>
                      <m:sup>
                        <m:r>
                          <a:rPr lang="en-US" altLang="ko-KR" sz="1800" i="1">
                            <a:latin typeface="Cambria Math" panose="02040503050406030204" pitchFamily="18" charset="0"/>
                          </a:rPr>
                          <m:t>′</m:t>
                        </m:r>
                      </m:sup>
                    </m:sSup>
                    <m:d>
                      <m:dPr>
                        <m:ctrlPr>
                          <a:rPr lang="en-US" altLang="ko-KR" sz="1800" i="1">
                            <a:latin typeface="Cambria Math" panose="02040503050406030204" pitchFamily="18" charset="0"/>
                          </a:rPr>
                        </m:ctrlPr>
                      </m:dPr>
                      <m:e>
                        <m:r>
                          <a:rPr lang="en-US" altLang="ko-KR" sz="1800" i="1">
                            <a:latin typeface="Cambria Math" panose="02040503050406030204" pitchFamily="18" charset="0"/>
                          </a:rPr>
                          <m:t>𝑥</m:t>
                        </m:r>
                      </m:e>
                    </m:d>
                    <m:r>
                      <a:rPr lang="en-US" altLang="ko-KR" i="1">
                        <a:latin typeface="Cambria Math" panose="02040503050406030204" pitchFamily="18" charset="0"/>
                      </a:rPr>
                      <m:t>=</m:t>
                    </m:r>
                    <m:d>
                      <m:dPr>
                        <m:ctrlPr>
                          <a:rPr lang="en-US" altLang="ko-KR" b="0" i="1" smtClean="0">
                            <a:latin typeface="Cambria Math" panose="02040503050406030204" pitchFamily="18" charset="0"/>
                          </a:rPr>
                        </m:ctrlPr>
                      </m:dPr>
                      <m:e>
                        <m:r>
                          <a:rPr lang="en-US" altLang="ko-KR" b="0" i="1" smtClean="0">
                            <a:latin typeface="Cambria Math" panose="02040503050406030204" pitchFamily="18" charset="0"/>
                          </a:rPr>
                          <m:t>2</m:t>
                        </m:r>
                        <m:r>
                          <a:rPr lang="en-US" altLang="ko-KR" b="0" i="1" smtClean="0">
                            <a:latin typeface="Cambria Math" panose="02040503050406030204" pitchFamily="18" charset="0"/>
                          </a:rPr>
                          <m:t>𝑥</m:t>
                        </m:r>
                        <m:r>
                          <a:rPr lang="en-US" altLang="ko-KR" b="0" i="1" smtClean="0">
                            <a:latin typeface="Cambria Math" panose="02040503050406030204" pitchFamily="18" charset="0"/>
                          </a:rPr>
                          <m:t> ∗</m:t>
                        </m:r>
                        <m:d>
                          <m:dPr>
                            <m:ctrlPr>
                              <a:rPr lang="en-US" altLang="ko-KR" b="0" i="1" smtClean="0">
                                <a:latin typeface="Cambria Math" panose="02040503050406030204" pitchFamily="18" charset="0"/>
                              </a:rPr>
                            </m:ctrlPr>
                          </m:dPr>
                          <m:e>
                            <m:r>
                              <a:rPr lang="en-US" altLang="ko-KR" b="0" i="1" smtClean="0">
                                <a:latin typeface="Cambria Math" panose="02040503050406030204" pitchFamily="18" charset="0"/>
                              </a:rPr>
                              <m:t>𝑥</m:t>
                            </m:r>
                            <m:r>
                              <a:rPr lang="en-US" altLang="ko-KR" b="0" i="1" smtClean="0">
                                <a:latin typeface="Cambria Math" panose="02040503050406030204" pitchFamily="18" charset="0"/>
                              </a:rPr>
                              <m:t>−2</m:t>
                            </m:r>
                          </m:e>
                        </m:d>
                      </m:e>
                    </m:d>
                    <m:r>
                      <a:rPr lang="en-US" altLang="ko-KR" b="0" i="1" smtClean="0">
                        <a:latin typeface="Cambria Math" panose="02040503050406030204" pitchFamily="18" charset="0"/>
                      </a:rPr>
                      <m:t>+</m:t>
                    </m:r>
                    <m:d>
                      <m:dPr>
                        <m:ctrlPr>
                          <a:rPr lang="en-US" altLang="ko-KR" b="0" i="1" smtClean="0">
                            <a:latin typeface="Cambria Math" panose="02040503050406030204" pitchFamily="18" charset="0"/>
                          </a:rPr>
                        </m:ctrlPr>
                      </m:dPr>
                      <m:e>
                        <m:sSup>
                          <m:sSupPr>
                            <m:ctrlPr>
                              <a:rPr lang="en-US" altLang="ko-KR" i="1">
                                <a:latin typeface="Cambria Math" panose="02040503050406030204" pitchFamily="18" charset="0"/>
                              </a:rPr>
                            </m:ctrlPr>
                          </m:sSupPr>
                          <m:e>
                            <m:r>
                              <a:rPr lang="en-US" altLang="ko-KR" b="0" i="1" smtClean="0">
                                <a:latin typeface="Cambria Math" panose="02040503050406030204" pitchFamily="18" charset="0"/>
                              </a:rPr>
                              <m:t>𝑥</m:t>
                            </m:r>
                          </m:e>
                          <m:sup>
                            <m:r>
                              <a:rPr lang="en-US" altLang="ko-KR" b="0" i="1" smtClean="0">
                                <a:latin typeface="Cambria Math" panose="02040503050406030204" pitchFamily="18" charset="0"/>
                              </a:rPr>
                              <m:t>2</m:t>
                            </m:r>
                          </m:sup>
                        </m:sSup>
                        <m:r>
                          <a:rPr lang="en-US" altLang="ko-KR" i="1">
                            <a:latin typeface="Cambria Math" panose="02040503050406030204" pitchFamily="18" charset="0"/>
                          </a:rPr>
                          <m:t>∗</m:t>
                        </m:r>
                        <m:r>
                          <a:rPr lang="en-US" altLang="ko-KR" b="0" i="1" smtClean="0">
                            <a:latin typeface="Cambria Math" panose="02040503050406030204" pitchFamily="18" charset="0"/>
                          </a:rPr>
                          <m:t>1</m:t>
                        </m:r>
                      </m:e>
                    </m:d>
                    <m:r>
                      <a:rPr lang="en-US" altLang="ko-KR" b="0" i="1" smtClean="0">
                        <a:latin typeface="Cambria Math" panose="02040503050406030204" pitchFamily="18" charset="0"/>
                      </a:rPr>
                      <m:t>=</m:t>
                    </m:r>
                    <m:sSup>
                      <m:sSupPr>
                        <m:ctrlPr>
                          <a:rPr lang="en-US" altLang="ko-KR" i="1">
                            <a:latin typeface="Cambria Math" panose="02040503050406030204" pitchFamily="18" charset="0"/>
                          </a:rPr>
                        </m:ctrlPr>
                      </m:sSupPr>
                      <m:e>
                        <m:r>
                          <a:rPr lang="en-US" altLang="ko-KR" b="0" i="1" smtClean="0">
                            <a:latin typeface="Cambria Math" panose="02040503050406030204" pitchFamily="18" charset="0"/>
                          </a:rPr>
                          <m:t>2</m:t>
                        </m:r>
                        <m:r>
                          <a:rPr lang="en-US" altLang="ko-KR" i="1">
                            <a:latin typeface="Cambria Math" panose="02040503050406030204" pitchFamily="18" charset="0"/>
                          </a:rPr>
                          <m:t>𝑥</m:t>
                        </m:r>
                      </m:e>
                      <m:sup>
                        <m:r>
                          <a:rPr lang="en-US" altLang="ko-KR" i="1">
                            <a:latin typeface="Cambria Math" panose="02040503050406030204" pitchFamily="18" charset="0"/>
                          </a:rPr>
                          <m:t>2</m:t>
                        </m:r>
                      </m:sup>
                    </m:sSup>
                    <m:r>
                      <a:rPr lang="en-US" altLang="ko-KR" b="0" i="1" smtClean="0">
                        <a:latin typeface="Cambria Math" panose="02040503050406030204" pitchFamily="18" charset="0"/>
                      </a:rPr>
                      <m:t>−4</m:t>
                    </m:r>
                    <m:r>
                      <a:rPr lang="en-US" altLang="ko-KR" b="0" i="1" smtClean="0">
                        <a:latin typeface="Cambria Math" panose="02040503050406030204" pitchFamily="18" charset="0"/>
                      </a:rPr>
                      <m:t>𝑥</m:t>
                    </m:r>
                    <m:r>
                      <a:rPr lang="en-US" altLang="ko-KR" b="0" i="1" smtClean="0">
                        <a:latin typeface="Cambria Math" panose="02040503050406030204" pitchFamily="18" charset="0"/>
                      </a:rPr>
                      <m:t>+</m:t>
                    </m:r>
                    <m:sSup>
                      <m:sSupPr>
                        <m:ctrlPr>
                          <a:rPr lang="en-US" altLang="ko-KR" i="1">
                            <a:latin typeface="Cambria Math" panose="02040503050406030204" pitchFamily="18" charset="0"/>
                          </a:rPr>
                        </m:ctrlPr>
                      </m:sSupPr>
                      <m:e>
                        <m:r>
                          <a:rPr lang="en-US" altLang="ko-KR" i="1">
                            <a:latin typeface="Cambria Math" panose="02040503050406030204" pitchFamily="18" charset="0"/>
                          </a:rPr>
                          <m:t>𝑥</m:t>
                        </m:r>
                      </m:e>
                      <m:sup>
                        <m:r>
                          <a:rPr lang="en-US" altLang="ko-KR" i="1">
                            <a:latin typeface="Cambria Math" panose="02040503050406030204" pitchFamily="18" charset="0"/>
                          </a:rPr>
                          <m:t>2</m:t>
                        </m:r>
                      </m:sup>
                    </m:sSup>
                    <m:r>
                      <a:rPr lang="en-US" altLang="ko-KR" b="0" i="1" smtClean="0">
                        <a:latin typeface="Cambria Math" panose="02040503050406030204" pitchFamily="18" charset="0"/>
                      </a:rPr>
                      <m:t>=</m:t>
                    </m:r>
                    <m:sSup>
                      <m:sSupPr>
                        <m:ctrlPr>
                          <a:rPr lang="en-US" altLang="ko-KR" i="1">
                            <a:latin typeface="Cambria Math" panose="02040503050406030204" pitchFamily="18" charset="0"/>
                          </a:rPr>
                        </m:ctrlPr>
                      </m:sSupPr>
                      <m:e>
                        <m:r>
                          <a:rPr lang="en-US" altLang="ko-KR" b="0" i="1" smtClean="0">
                            <a:latin typeface="Cambria Math" panose="02040503050406030204" pitchFamily="18" charset="0"/>
                          </a:rPr>
                          <m:t>3</m:t>
                        </m:r>
                        <m:r>
                          <a:rPr lang="en-US" altLang="ko-KR" i="1">
                            <a:latin typeface="Cambria Math" panose="02040503050406030204" pitchFamily="18" charset="0"/>
                          </a:rPr>
                          <m:t>𝑥</m:t>
                        </m:r>
                      </m:e>
                      <m:sup>
                        <m:r>
                          <a:rPr lang="en-US" altLang="ko-KR" i="1">
                            <a:latin typeface="Cambria Math" panose="02040503050406030204" pitchFamily="18" charset="0"/>
                          </a:rPr>
                          <m:t>2</m:t>
                        </m:r>
                      </m:sup>
                    </m:sSup>
                    <m:r>
                      <a:rPr lang="en-US" altLang="ko-KR" b="0" i="1" smtClean="0">
                        <a:latin typeface="Cambria Math" panose="02040503050406030204" pitchFamily="18" charset="0"/>
                      </a:rPr>
                      <m:t>−4</m:t>
                    </m:r>
                    <m:r>
                      <a:rPr lang="en-US" altLang="ko-KR" b="0" i="1" smtClean="0">
                        <a:latin typeface="Cambria Math" panose="02040503050406030204" pitchFamily="18" charset="0"/>
                      </a:rPr>
                      <m:t>𝑥</m:t>
                    </m:r>
                  </m:oMath>
                </a14:m>
                <a:endParaRPr lang="ko-KR" altLang="en-US" dirty="0">
                  <a:latin typeface="Arial Narrow" panose="020B0606020202030204" pitchFamily="34" charset="0"/>
                </a:endParaRPr>
              </a:p>
            </p:txBody>
          </p:sp>
        </mc:Choice>
        <mc:Fallback>
          <p:sp>
            <p:nvSpPr>
              <p:cNvPr id="4" name="TextBox 3">
                <a:extLst>
                  <a:ext uri="{FF2B5EF4-FFF2-40B4-BE49-F238E27FC236}">
                    <a16:creationId xmlns:a16="http://schemas.microsoft.com/office/drawing/2014/main" id="{5DDB75CA-FA76-FE18-1218-D7EF3EB584A1}"/>
                  </a:ext>
                </a:extLst>
              </p:cNvPr>
              <p:cNvSpPr txBox="1">
                <a:spLocks noRot="1" noChangeAspect="1" noMove="1" noResize="1" noEditPoints="1" noAdjustHandles="1" noChangeArrowheads="1" noChangeShapeType="1" noTextEdit="1"/>
              </p:cNvSpPr>
              <p:nvPr/>
            </p:nvSpPr>
            <p:spPr>
              <a:xfrm>
                <a:off x="711200" y="1344810"/>
                <a:ext cx="7219950" cy="4395627"/>
              </a:xfrm>
              <a:prstGeom prst="rect">
                <a:avLst/>
              </a:prstGeom>
              <a:blipFill>
                <a:blip r:embed="rId3"/>
                <a:stretch>
                  <a:fillRect l="-760" t="-693" b="-555"/>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136254507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Simple differentiation problems</a:t>
            </a:r>
          </a:p>
        </p:txBody>
      </p:sp>
      <p:sp>
        <p:nvSpPr>
          <p:cNvPr id="10" name="직사각형 9">
            <a:extLst>
              <a:ext uri="{FF2B5EF4-FFF2-40B4-BE49-F238E27FC236}">
                <a16:creationId xmlns:a16="http://schemas.microsoft.com/office/drawing/2014/main" id="{C7C7178E-B73C-405C-98AA-12B1241AB1A3}"/>
              </a:ext>
            </a:extLst>
          </p:cNvPr>
          <p:cNvSpPr/>
          <p:nvPr/>
        </p:nvSpPr>
        <p:spPr>
          <a:xfrm>
            <a:off x="328771" y="1139130"/>
            <a:ext cx="8412893" cy="1286827"/>
          </a:xfrm>
          <a:prstGeom prst="rect">
            <a:avLst/>
          </a:prstGeom>
        </p:spPr>
        <p:txBody>
          <a:bodyPr wrap="square">
            <a:spAutoFit/>
          </a:bodyPr>
          <a:lstStyle/>
          <a:p>
            <a:pPr marL="742950" lvl="1" indent="-285750">
              <a:lnSpc>
                <a:spcPct val="150000"/>
              </a:lnSpc>
              <a:buFont typeface="Arial" panose="020B0604020202020204" pitchFamily="34" charset="0"/>
              <a:buChar char="•"/>
            </a:pPr>
            <a:endParaRPr lang="en-US" altLang="ko-KR" i="1" dirty="0">
              <a:solidFill>
                <a:srgbClr val="222222"/>
              </a:solidFill>
              <a:latin typeface="Arial Narrow" panose="020B0606020202030204" pitchFamily="34" charset="0"/>
            </a:endParaRPr>
          </a:p>
          <a:p>
            <a:pPr marL="742950" lvl="1" indent="-285750">
              <a:lnSpc>
                <a:spcPct val="150000"/>
              </a:lnSpc>
              <a:buFont typeface="Arial" panose="020B0604020202020204" pitchFamily="34" charset="0"/>
              <a:buChar char="•"/>
            </a:pPr>
            <a:endParaRPr lang="en-US" altLang="ko-KR" i="1" dirty="0">
              <a:solidFill>
                <a:srgbClr val="222222"/>
              </a:solidFill>
              <a:latin typeface="Cambria Math" panose="02040503050406030204" pitchFamily="18" charset="0"/>
            </a:endParaRPr>
          </a:p>
          <a:p>
            <a:pPr marL="742950" lvl="1" indent="-285750">
              <a:lnSpc>
                <a:spcPct val="150000"/>
              </a:lnSpc>
              <a:buFont typeface="Arial" panose="020B0604020202020204" pitchFamily="34" charset="0"/>
              <a:buChar char="•"/>
            </a:pPr>
            <a:endParaRPr lang="en-US" altLang="ko-KR" i="1" dirty="0">
              <a:solidFill>
                <a:srgbClr val="222222"/>
              </a:solidFill>
              <a:latin typeface="Arial Narrow" panose="020B0606020202030204" pitchFamily="34" charset="0"/>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5DDB75CA-FA76-FE18-1218-D7EF3EB584A1}"/>
                  </a:ext>
                </a:extLst>
              </p:cNvPr>
              <p:cNvSpPr txBox="1"/>
              <p:nvPr/>
            </p:nvSpPr>
            <p:spPr>
              <a:xfrm>
                <a:off x="711200" y="1344810"/>
                <a:ext cx="6464300" cy="1777090"/>
              </a:xfrm>
              <a:prstGeom prst="rect">
                <a:avLst/>
              </a:prstGeom>
              <a:noFill/>
            </p:spPr>
            <p:txBody>
              <a:bodyPr wrap="square">
                <a:spAutoFit/>
              </a:bodyPr>
              <a:lstStyle/>
              <a:p>
                <a:r>
                  <a:rPr lang="en-US" altLang="ko-KR" dirty="0">
                    <a:latin typeface="Arial Narrow" panose="020B0606020202030204" pitchFamily="34" charset="0"/>
                  </a:rPr>
                  <a:t>Q3: Find the derivative of the function</a:t>
                </a:r>
              </a:p>
              <a:p>
                <a:endParaRPr lang="ko-KR" altLang="en-US" dirty="0">
                  <a:latin typeface="Arial Narrow" panose="020B0606020202030204" pitchFamily="34" charset="0"/>
                </a:endParaRPr>
              </a:p>
              <a:p>
                <a:pPr/>
                <a14:m>
                  <m:oMathPara xmlns:m="http://schemas.openxmlformats.org/officeDocument/2006/math">
                    <m:oMathParaPr>
                      <m:jc m:val="centerGroup"/>
                    </m:oMathParaPr>
                    <m:oMath xmlns:m="http://schemas.openxmlformats.org/officeDocument/2006/math">
                      <m:r>
                        <a:rPr lang="en-US" altLang="ko-KR" b="0" i="1" smtClean="0">
                          <a:latin typeface="Cambria Math" panose="02040503050406030204" pitchFamily="18" charset="0"/>
                        </a:rPr>
                        <m:t>𝑔</m:t>
                      </m:r>
                      <m:d>
                        <m:dPr>
                          <m:ctrlPr>
                            <a:rPr lang="en-US" altLang="ko-KR" b="0" i="1" smtClean="0">
                              <a:latin typeface="Cambria Math" panose="02040503050406030204" pitchFamily="18" charset="0"/>
                            </a:rPr>
                          </m:ctrlPr>
                        </m:dPr>
                        <m:e>
                          <m:r>
                            <a:rPr lang="en-US" altLang="ko-KR" b="0" i="1" smtClean="0">
                              <a:latin typeface="Cambria Math" panose="02040503050406030204" pitchFamily="18" charset="0"/>
                            </a:rPr>
                            <m:t>𝑥</m:t>
                          </m:r>
                        </m:e>
                      </m:d>
                      <m:r>
                        <a:rPr lang="en-US" altLang="ko-KR" b="0" i="1" smtClean="0">
                          <a:latin typeface="Cambria Math" panose="02040503050406030204" pitchFamily="18" charset="0"/>
                        </a:rPr>
                        <m:t>=</m:t>
                      </m:r>
                      <m:f>
                        <m:fPr>
                          <m:ctrlPr>
                            <a:rPr lang="en-US" altLang="ko-KR" i="1">
                              <a:latin typeface="Cambria Math" panose="02040503050406030204" pitchFamily="18" charset="0"/>
                            </a:rPr>
                          </m:ctrlPr>
                        </m:fPr>
                        <m:num>
                          <m:r>
                            <a:rPr lang="en-US" altLang="ko-KR" i="1">
                              <a:latin typeface="Cambria Math" panose="02040503050406030204" pitchFamily="18" charset="0"/>
                            </a:rPr>
                            <m:t>(2</m:t>
                          </m:r>
                          <m:r>
                            <a:rPr lang="en-US" altLang="ko-KR" i="1">
                              <a:latin typeface="Cambria Math" panose="02040503050406030204" pitchFamily="18" charset="0"/>
                            </a:rPr>
                            <m:t>𝑥</m:t>
                          </m:r>
                          <m:r>
                            <a:rPr lang="en-US" altLang="ko-KR" i="1">
                              <a:latin typeface="Cambria Math" panose="02040503050406030204" pitchFamily="18" charset="0"/>
                            </a:rPr>
                            <m:t>−3)</m:t>
                          </m:r>
                        </m:num>
                        <m:den>
                          <m:r>
                            <a:rPr lang="en-US" altLang="ko-KR" b="0" i="1" smtClean="0">
                              <a:latin typeface="Cambria Math" panose="02040503050406030204" pitchFamily="18" charset="0"/>
                            </a:rPr>
                            <m:t>(</m:t>
                          </m:r>
                          <m:r>
                            <a:rPr lang="en-US" altLang="ko-KR" b="0" i="1" smtClean="0">
                              <a:latin typeface="Cambria Math" panose="02040503050406030204" pitchFamily="18" charset="0"/>
                            </a:rPr>
                            <m:t>𝑥</m:t>
                          </m:r>
                          <m:r>
                            <a:rPr lang="en-US" altLang="ko-KR" b="0" i="1" smtClean="0">
                              <a:latin typeface="Cambria Math" panose="02040503050406030204" pitchFamily="18" charset="0"/>
                            </a:rPr>
                            <m:t>+1)</m:t>
                          </m:r>
                        </m:den>
                      </m:f>
                    </m:oMath>
                  </m:oMathPara>
                </a14:m>
                <a:endParaRPr lang="en-US" altLang="ko-KR" dirty="0">
                  <a:latin typeface="Arial Narrow" panose="020B0606020202030204" pitchFamily="34" charset="0"/>
                </a:endParaRPr>
              </a:p>
              <a:p>
                <a:endParaRPr lang="ko-KR" altLang="en-US" dirty="0">
                  <a:latin typeface="Arial Narrow" panose="020B0606020202030204" pitchFamily="34" charset="0"/>
                </a:endParaRPr>
              </a:p>
              <a:p>
                <a:endParaRPr lang="ko-KR" altLang="en-US" dirty="0">
                  <a:latin typeface="Arial Narrow" panose="020B0606020202030204" pitchFamily="34" charset="0"/>
                </a:endParaRPr>
              </a:p>
            </p:txBody>
          </p:sp>
        </mc:Choice>
        <mc:Fallback xmlns="">
          <p:sp>
            <p:nvSpPr>
              <p:cNvPr id="4" name="TextBox 3">
                <a:extLst>
                  <a:ext uri="{FF2B5EF4-FFF2-40B4-BE49-F238E27FC236}">
                    <a16:creationId xmlns:a16="http://schemas.microsoft.com/office/drawing/2014/main" id="{5DDB75CA-FA76-FE18-1218-D7EF3EB584A1}"/>
                  </a:ext>
                </a:extLst>
              </p:cNvPr>
              <p:cNvSpPr txBox="1">
                <a:spLocks noRot="1" noChangeAspect="1" noMove="1" noResize="1" noEditPoints="1" noAdjustHandles="1" noChangeArrowheads="1" noChangeShapeType="1" noTextEdit="1"/>
              </p:cNvSpPr>
              <p:nvPr/>
            </p:nvSpPr>
            <p:spPr>
              <a:xfrm>
                <a:off x="711200" y="1344810"/>
                <a:ext cx="6464300" cy="1777090"/>
              </a:xfrm>
              <a:prstGeom prst="rect">
                <a:avLst/>
              </a:prstGeom>
              <a:blipFill>
                <a:blip r:embed="rId3"/>
                <a:stretch>
                  <a:fillRect l="-849" t="-1718"/>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192891805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Simple differentiation problems</a:t>
            </a:r>
          </a:p>
        </p:txBody>
      </p:sp>
      <p:sp>
        <p:nvSpPr>
          <p:cNvPr id="10" name="직사각형 9">
            <a:extLst>
              <a:ext uri="{FF2B5EF4-FFF2-40B4-BE49-F238E27FC236}">
                <a16:creationId xmlns:a16="http://schemas.microsoft.com/office/drawing/2014/main" id="{C7C7178E-B73C-405C-98AA-12B1241AB1A3}"/>
              </a:ext>
            </a:extLst>
          </p:cNvPr>
          <p:cNvSpPr/>
          <p:nvPr/>
        </p:nvSpPr>
        <p:spPr>
          <a:xfrm>
            <a:off x="328771" y="1139130"/>
            <a:ext cx="8412893" cy="1286827"/>
          </a:xfrm>
          <a:prstGeom prst="rect">
            <a:avLst/>
          </a:prstGeom>
        </p:spPr>
        <p:txBody>
          <a:bodyPr wrap="square">
            <a:spAutoFit/>
          </a:bodyPr>
          <a:lstStyle/>
          <a:p>
            <a:pPr marL="742950" lvl="1" indent="-285750">
              <a:lnSpc>
                <a:spcPct val="150000"/>
              </a:lnSpc>
              <a:buFont typeface="Arial" panose="020B0604020202020204" pitchFamily="34" charset="0"/>
              <a:buChar char="•"/>
            </a:pPr>
            <a:endParaRPr lang="en-US" altLang="ko-KR" i="1" dirty="0">
              <a:solidFill>
                <a:srgbClr val="222222"/>
              </a:solidFill>
              <a:latin typeface="Arial Narrow" panose="020B0606020202030204" pitchFamily="34" charset="0"/>
            </a:endParaRPr>
          </a:p>
          <a:p>
            <a:pPr marL="742950" lvl="1" indent="-285750">
              <a:lnSpc>
                <a:spcPct val="150000"/>
              </a:lnSpc>
              <a:buFont typeface="Arial" panose="020B0604020202020204" pitchFamily="34" charset="0"/>
              <a:buChar char="•"/>
            </a:pPr>
            <a:endParaRPr lang="en-US" altLang="ko-KR" i="1" dirty="0">
              <a:solidFill>
                <a:srgbClr val="222222"/>
              </a:solidFill>
              <a:latin typeface="Cambria Math" panose="02040503050406030204" pitchFamily="18" charset="0"/>
            </a:endParaRPr>
          </a:p>
          <a:p>
            <a:pPr marL="742950" lvl="1" indent="-285750">
              <a:lnSpc>
                <a:spcPct val="150000"/>
              </a:lnSpc>
              <a:buFont typeface="Arial" panose="020B0604020202020204" pitchFamily="34" charset="0"/>
              <a:buChar char="•"/>
            </a:pPr>
            <a:endParaRPr lang="en-US" altLang="ko-KR" i="1" dirty="0">
              <a:solidFill>
                <a:srgbClr val="222222"/>
              </a:solidFill>
              <a:latin typeface="Arial Narrow" panose="020B0606020202030204" pitchFamily="34" charset="0"/>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5DDB75CA-FA76-FE18-1218-D7EF3EB584A1}"/>
                  </a:ext>
                </a:extLst>
              </p:cNvPr>
              <p:cNvSpPr txBox="1"/>
              <p:nvPr/>
            </p:nvSpPr>
            <p:spPr>
              <a:xfrm>
                <a:off x="711200" y="1344810"/>
                <a:ext cx="6464300" cy="4238020"/>
              </a:xfrm>
              <a:prstGeom prst="rect">
                <a:avLst/>
              </a:prstGeom>
              <a:noFill/>
            </p:spPr>
            <p:txBody>
              <a:bodyPr wrap="square">
                <a:spAutoFit/>
              </a:bodyPr>
              <a:lstStyle/>
              <a:p>
                <a:r>
                  <a:rPr lang="en-US" altLang="ko-KR" dirty="0">
                    <a:latin typeface="Arial Narrow" panose="020B0606020202030204" pitchFamily="34" charset="0"/>
                  </a:rPr>
                  <a:t>Q3: Find the derivative of the function</a:t>
                </a:r>
              </a:p>
              <a:p>
                <a:endParaRPr lang="ko-KR" altLang="en-US" dirty="0">
                  <a:latin typeface="Arial Narrow" panose="020B0606020202030204" pitchFamily="34" charset="0"/>
                </a:endParaRPr>
              </a:p>
              <a:p>
                <a:pPr/>
                <a14:m>
                  <m:oMathPara xmlns:m="http://schemas.openxmlformats.org/officeDocument/2006/math">
                    <m:oMathParaPr>
                      <m:jc m:val="centerGroup"/>
                    </m:oMathParaPr>
                    <m:oMath xmlns:m="http://schemas.openxmlformats.org/officeDocument/2006/math">
                      <m:r>
                        <a:rPr lang="en-US" altLang="ko-KR" b="0" i="1" smtClean="0">
                          <a:latin typeface="Cambria Math" panose="02040503050406030204" pitchFamily="18" charset="0"/>
                        </a:rPr>
                        <m:t>𝑔</m:t>
                      </m:r>
                      <m:d>
                        <m:dPr>
                          <m:ctrlPr>
                            <a:rPr lang="en-US" altLang="ko-KR" b="0" i="1" smtClean="0">
                              <a:latin typeface="Cambria Math" panose="02040503050406030204" pitchFamily="18" charset="0"/>
                            </a:rPr>
                          </m:ctrlPr>
                        </m:dPr>
                        <m:e>
                          <m:r>
                            <a:rPr lang="en-US" altLang="ko-KR" b="0" i="1" smtClean="0">
                              <a:latin typeface="Cambria Math" panose="02040503050406030204" pitchFamily="18" charset="0"/>
                            </a:rPr>
                            <m:t>𝑥</m:t>
                          </m:r>
                        </m:e>
                      </m:d>
                      <m:r>
                        <a:rPr lang="en-US" altLang="ko-KR" b="0" i="1" smtClean="0">
                          <a:latin typeface="Cambria Math" panose="02040503050406030204" pitchFamily="18" charset="0"/>
                        </a:rPr>
                        <m:t>=</m:t>
                      </m:r>
                      <m:f>
                        <m:fPr>
                          <m:ctrlPr>
                            <a:rPr lang="en-US" altLang="ko-KR" i="1">
                              <a:latin typeface="Cambria Math" panose="02040503050406030204" pitchFamily="18" charset="0"/>
                            </a:rPr>
                          </m:ctrlPr>
                        </m:fPr>
                        <m:num>
                          <m:r>
                            <a:rPr lang="en-US" altLang="ko-KR" i="1">
                              <a:latin typeface="Cambria Math" panose="02040503050406030204" pitchFamily="18" charset="0"/>
                            </a:rPr>
                            <m:t>(2</m:t>
                          </m:r>
                          <m:r>
                            <a:rPr lang="en-US" altLang="ko-KR" i="1">
                              <a:latin typeface="Cambria Math" panose="02040503050406030204" pitchFamily="18" charset="0"/>
                            </a:rPr>
                            <m:t>𝑥</m:t>
                          </m:r>
                          <m:r>
                            <a:rPr lang="en-US" altLang="ko-KR" i="1">
                              <a:latin typeface="Cambria Math" panose="02040503050406030204" pitchFamily="18" charset="0"/>
                            </a:rPr>
                            <m:t>−3)</m:t>
                          </m:r>
                        </m:num>
                        <m:den>
                          <m:r>
                            <a:rPr lang="en-US" altLang="ko-KR" b="0" i="1" smtClean="0">
                              <a:latin typeface="Cambria Math" panose="02040503050406030204" pitchFamily="18" charset="0"/>
                            </a:rPr>
                            <m:t>(</m:t>
                          </m:r>
                          <m:r>
                            <a:rPr lang="en-US" altLang="ko-KR" b="0" i="1" smtClean="0">
                              <a:latin typeface="Cambria Math" panose="02040503050406030204" pitchFamily="18" charset="0"/>
                            </a:rPr>
                            <m:t>𝑥</m:t>
                          </m:r>
                          <m:r>
                            <a:rPr lang="en-US" altLang="ko-KR" b="0" i="1" smtClean="0">
                              <a:latin typeface="Cambria Math" panose="02040503050406030204" pitchFamily="18" charset="0"/>
                            </a:rPr>
                            <m:t>+1)</m:t>
                          </m:r>
                        </m:den>
                      </m:f>
                    </m:oMath>
                  </m:oMathPara>
                </a14:m>
                <a:endParaRPr lang="en-US" altLang="ko-KR" dirty="0">
                  <a:latin typeface="Arial Narrow" panose="020B0606020202030204" pitchFamily="34" charset="0"/>
                </a:endParaRPr>
              </a:p>
              <a:p>
                <a:endParaRPr lang="ko-KR" altLang="en-US" dirty="0">
                  <a:latin typeface="Arial Narrow" panose="020B0606020202030204" pitchFamily="34" charset="0"/>
                </a:endParaRPr>
              </a:p>
              <a:p>
                <a:r>
                  <a:rPr lang="en-US" altLang="ko-KR" dirty="0">
                    <a:latin typeface="Arial Narrow" panose="020B0606020202030204" pitchFamily="34" charset="0"/>
                  </a:rPr>
                  <a:t>Solution</a:t>
                </a:r>
                <a:r>
                  <a:rPr lang="ko-KR" altLang="en-US" dirty="0">
                    <a:latin typeface="Arial Narrow" panose="020B0606020202030204" pitchFamily="34" charset="0"/>
                  </a:rPr>
                  <a:t>:</a:t>
                </a:r>
                <a:endParaRPr lang="en-US" altLang="ko-KR" dirty="0">
                  <a:latin typeface="Arial Narrow" panose="020B0606020202030204" pitchFamily="34" charset="0"/>
                </a:endParaRPr>
              </a:p>
              <a:p>
                <a:pPr marL="342900" indent="-342900">
                  <a:lnSpc>
                    <a:spcPct val="150000"/>
                  </a:lnSpc>
                  <a:buAutoNum type="arabicPeriod"/>
                </a:pPr>
                <a:r>
                  <a:rPr lang="en-US" altLang="ko-KR" dirty="0">
                    <a:latin typeface="Arial Narrow" panose="020B0606020202030204" pitchFamily="34" charset="0"/>
                  </a:rPr>
                  <a:t>Applying the quotient rule: </a:t>
                </a:r>
                <a14:m>
                  <m:oMath xmlns:m="http://schemas.openxmlformats.org/officeDocument/2006/math">
                    <m:sSup>
                      <m:sSupPr>
                        <m:ctrlPr>
                          <a:rPr lang="en-US" altLang="ko-KR" sz="1800" i="1" smtClean="0">
                            <a:latin typeface="Cambria Math" panose="02040503050406030204" pitchFamily="18" charset="0"/>
                          </a:rPr>
                        </m:ctrlPr>
                      </m:sSupPr>
                      <m:e>
                        <m:r>
                          <a:rPr lang="en-US" altLang="ko-KR" sz="1800" b="0" i="1" smtClean="0">
                            <a:latin typeface="Cambria Math" panose="02040503050406030204" pitchFamily="18" charset="0"/>
                          </a:rPr>
                          <m:t>𝑔</m:t>
                        </m:r>
                      </m:e>
                      <m:sup>
                        <m:r>
                          <a:rPr lang="en-US" altLang="ko-KR" sz="1800" i="1">
                            <a:latin typeface="Cambria Math" panose="02040503050406030204" pitchFamily="18" charset="0"/>
                          </a:rPr>
                          <m:t>′</m:t>
                        </m:r>
                      </m:sup>
                    </m:sSup>
                    <m:d>
                      <m:dPr>
                        <m:ctrlPr>
                          <a:rPr lang="en-US" altLang="ko-KR" sz="1800" i="1">
                            <a:latin typeface="Cambria Math" panose="02040503050406030204" pitchFamily="18" charset="0"/>
                          </a:rPr>
                        </m:ctrlPr>
                      </m:dPr>
                      <m:e>
                        <m:r>
                          <a:rPr lang="en-US" altLang="ko-KR" sz="1800" i="1">
                            <a:latin typeface="Cambria Math" panose="02040503050406030204" pitchFamily="18" charset="0"/>
                          </a:rPr>
                          <m:t>𝑥</m:t>
                        </m:r>
                      </m:e>
                    </m:d>
                    <m:r>
                      <a:rPr lang="en-US" altLang="ko-KR" sz="1800" i="1">
                        <a:latin typeface="Cambria Math" panose="02040503050406030204" pitchFamily="18" charset="0"/>
                      </a:rPr>
                      <m:t>=</m:t>
                    </m:r>
                    <m:f>
                      <m:fPr>
                        <m:ctrlPr>
                          <a:rPr lang="en-US" altLang="ko-KR" sz="1800" i="1">
                            <a:latin typeface="Cambria Math" panose="02040503050406030204" pitchFamily="18" charset="0"/>
                          </a:rPr>
                        </m:ctrlPr>
                      </m:fPr>
                      <m:num>
                        <m:sSup>
                          <m:sSupPr>
                            <m:ctrlPr>
                              <a:rPr lang="en-US" altLang="ko-KR" sz="1800" i="1">
                                <a:latin typeface="Cambria Math" panose="02040503050406030204" pitchFamily="18" charset="0"/>
                              </a:rPr>
                            </m:ctrlPr>
                          </m:sSupPr>
                          <m:e>
                            <m:r>
                              <a:rPr lang="en-US" altLang="ko-KR" sz="1800" b="0" i="1" smtClean="0">
                                <a:latin typeface="Cambria Math" panose="02040503050406030204" pitchFamily="18" charset="0"/>
                              </a:rPr>
                              <m:t>𝑢</m:t>
                            </m:r>
                          </m:e>
                          <m:sup>
                            <m:r>
                              <a:rPr lang="en-US" altLang="ko-KR" sz="1800" i="1">
                                <a:latin typeface="Cambria Math" panose="02040503050406030204" pitchFamily="18" charset="0"/>
                              </a:rPr>
                              <m:t>′</m:t>
                            </m:r>
                          </m:sup>
                        </m:sSup>
                        <m:d>
                          <m:dPr>
                            <m:ctrlPr>
                              <a:rPr lang="en-US" altLang="ko-KR" sz="1800" i="1" smtClean="0">
                                <a:latin typeface="Cambria Math" panose="02040503050406030204" pitchFamily="18" charset="0"/>
                              </a:rPr>
                            </m:ctrlPr>
                          </m:dPr>
                          <m:e>
                            <m:r>
                              <a:rPr lang="en-US" altLang="ko-KR" sz="1800" i="1">
                                <a:latin typeface="Cambria Math" panose="02040503050406030204" pitchFamily="18" charset="0"/>
                              </a:rPr>
                              <m:t>𝑥</m:t>
                            </m:r>
                          </m:e>
                        </m:d>
                        <m:r>
                          <a:rPr lang="en-US" altLang="ko-KR" sz="1800" b="0" i="1" smtClean="0">
                            <a:latin typeface="Cambria Math" panose="02040503050406030204" pitchFamily="18" charset="0"/>
                          </a:rPr>
                          <m:t>𝑣</m:t>
                        </m:r>
                        <m:r>
                          <a:rPr lang="en-US" altLang="ko-KR" sz="1800" b="0" i="1" smtClean="0">
                            <a:latin typeface="Cambria Math" panose="02040503050406030204" pitchFamily="18" charset="0"/>
                          </a:rPr>
                          <m:t>(</m:t>
                        </m:r>
                        <m:r>
                          <a:rPr lang="en-US" altLang="ko-KR" sz="1800" b="0" i="1" smtClean="0">
                            <a:latin typeface="Cambria Math" panose="02040503050406030204" pitchFamily="18" charset="0"/>
                          </a:rPr>
                          <m:t>𝑥</m:t>
                        </m:r>
                        <m:r>
                          <a:rPr lang="en-US" altLang="ko-KR" sz="1800" b="0" i="1" smtClean="0">
                            <a:latin typeface="Cambria Math" panose="02040503050406030204" pitchFamily="18" charset="0"/>
                          </a:rPr>
                          <m:t>)−</m:t>
                        </m:r>
                        <m:r>
                          <a:rPr lang="en-US" altLang="ko-KR" sz="1800" b="0" i="1" smtClean="0">
                            <a:latin typeface="Cambria Math" panose="02040503050406030204" pitchFamily="18" charset="0"/>
                          </a:rPr>
                          <m:t>𝑢</m:t>
                        </m:r>
                        <m:r>
                          <a:rPr lang="en-US" altLang="ko-KR" sz="1800" b="0" i="1" smtClean="0">
                            <a:latin typeface="Cambria Math" panose="02040503050406030204" pitchFamily="18" charset="0"/>
                          </a:rPr>
                          <m:t>(</m:t>
                        </m:r>
                        <m:r>
                          <a:rPr lang="en-US" altLang="ko-KR" sz="1800" b="0" i="1" smtClean="0">
                            <a:latin typeface="Cambria Math" panose="02040503050406030204" pitchFamily="18" charset="0"/>
                          </a:rPr>
                          <m:t>𝑥</m:t>
                        </m:r>
                        <m:r>
                          <a:rPr lang="en-US" altLang="ko-KR" sz="1800" b="0" i="1" smtClean="0">
                            <a:latin typeface="Cambria Math" panose="02040503050406030204" pitchFamily="18" charset="0"/>
                          </a:rPr>
                          <m:t>)</m:t>
                        </m:r>
                        <m:sSup>
                          <m:sSupPr>
                            <m:ctrlPr>
                              <a:rPr lang="en-US" altLang="ko-KR" sz="1800" i="1">
                                <a:latin typeface="Cambria Math" panose="02040503050406030204" pitchFamily="18" charset="0"/>
                              </a:rPr>
                            </m:ctrlPr>
                          </m:sSupPr>
                          <m:e>
                            <m:r>
                              <a:rPr lang="en-US" altLang="ko-KR" sz="1800" b="0" i="1" smtClean="0">
                                <a:latin typeface="Cambria Math" panose="02040503050406030204" pitchFamily="18" charset="0"/>
                              </a:rPr>
                              <m:t>𝑣</m:t>
                            </m:r>
                          </m:e>
                          <m:sup>
                            <m:r>
                              <a:rPr lang="en-US" altLang="ko-KR" sz="1800" i="1">
                                <a:latin typeface="Cambria Math" panose="02040503050406030204" pitchFamily="18" charset="0"/>
                              </a:rPr>
                              <m:t>′</m:t>
                            </m:r>
                          </m:sup>
                        </m:sSup>
                        <m:r>
                          <a:rPr lang="en-US" altLang="ko-KR" sz="1800" b="0" i="1" smtClean="0">
                            <a:latin typeface="Cambria Math" panose="02040503050406030204" pitchFamily="18" charset="0"/>
                          </a:rPr>
                          <m:t>(</m:t>
                        </m:r>
                        <m:r>
                          <a:rPr lang="en-US" altLang="ko-KR" sz="1800" b="0" i="1" smtClean="0">
                            <a:latin typeface="Cambria Math" panose="02040503050406030204" pitchFamily="18" charset="0"/>
                          </a:rPr>
                          <m:t>𝑥</m:t>
                        </m:r>
                        <m:r>
                          <a:rPr lang="en-US" altLang="ko-KR" sz="1800" b="0" i="1" smtClean="0">
                            <a:latin typeface="Cambria Math" panose="02040503050406030204" pitchFamily="18" charset="0"/>
                          </a:rPr>
                          <m:t>)</m:t>
                        </m:r>
                      </m:num>
                      <m:den>
                        <m:sSup>
                          <m:sSupPr>
                            <m:ctrlPr>
                              <a:rPr lang="en-US" altLang="ko-KR" sz="1800" i="1" smtClean="0">
                                <a:latin typeface="Cambria Math" panose="02040503050406030204" pitchFamily="18" charset="0"/>
                              </a:rPr>
                            </m:ctrlPr>
                          </m:sSupPr>
                          <m:e>
                            <m:d>
                              <m:dPr>
                                <m:begChr m:val="["/>
                                <m:endChr m:val="]"/>
                                <m:ctrlPr>
                                  <a:rPr lang="en-US" altLang="ko-KR" sz="1800" i="1" smtClean="0">
                                    <a:latin typeface="Cambria Math" panose="02040503050406030204" pitchFamily="18" charset="0"/>
                                  </a:rPr>
                                </m:ctrlPr>
                              </m:dPr>
                              <m:e>
                                <m:r>
                                  <a:rPr lang="en-US" altLang="ko-KR" sz="1800" b="0" i="1" smtClean="0">
                                    <a:latin typeface="Cambria Math" panose="02040503050406030204" pitchFamily="18" charset="0"/>
                                  </a:rPr>
                                  <m:t>𝑣</m:t>
                                </m:r>
                                <m:d>
                                  <m:dPr>
                                    <m:ctrlPr>
                                      <a:rPr lang="en-US" altLang="ko-KR" sz="1800" i="1">
                                        <a:latin typeface="Cambria Math" panose="02040503050406030204" pitchFamily="18" charset="0"/>
                                      </a:rPr>
                                    </m:ctrlPr>
                                  </m:dPr>
                                  <m:e>
                                    <m:r>
                                      <a:rPr lang="en-US" altLang="ko-KR" sz="1800" i="1">
                                        <a:latin typeface="Cambria Math" panose="02040503050406030204" pitchFamily="18" charset="0"/>
                                      </a:rPr>
                                      <m:t>𝑥</m:t>
                                    </m:r>
                                  </m:e>
                                </m:d>
                              </m:e>
                            </m:d>
                          </m:e>
                          <m:sup>
                            <m:r>
                              <a:rPr lang="en-US" altLang="ko-KR" sz="1800" b="0" i="1" smtClean="0">
                                <a:latin typeface="Cambria Math" panose="02040503050406030204" pitchFamily="18" charset="0"/>
                              </a:rPr>
                              <m:t>2</m:t>
                            </m:r>
                          </m:sup>
                        </m:sSup>
                      </m:den>
                    </m:f>
                  </m:oMath>
                </a14:m>
                <a:endParaRPr lang="en-US" altLang="ko-KR" b="0" dirty="0"/>
              </a:p>
              <a:p>
                <a:pPr marL="342900" indent="-342900">
                  <a:lnSpc>
                    <a:spcPct val="150000"/>
                  </a:lnSpc>
                  <a:buAutoNum type="arabicPeriod"/>
                </a:pPr>
                <a:r>
                  <a:rPr lang="en-US" altLang="ko-KR" b="0" dirty="0"/>
                  <a:t>Let </a:t>
                </a:r>
                <a14:m>
                  <m:oMath xmlns:m="http://schemas.openxmlformats.org/officeDocument/2006/math">
                    <m:r>
                      <a:rPr lang="en-US" altLang="ko-KR" b="0" i="1" smtClean="0">
                        <a:latin typeface="Cambria Math" panose="02040503050406030204" pitchFamily="18" charset="0"/>
                      </a:rPr>
                      <m:t>𝑢</m:t>
                    </m:r>
                    <m:r>
                      <a:rPr lang="en-US" altLang="ko-KR" b="0" i="1" smtClean="0">
                        <a:latin typeface="Cambria Math" panose="02040503050406030204" pitchFamily="18" charset="0"/>
                      </a:rPr>
                      <m:t>=2</m:t>
                    </m:r>
                    <m:r>
                      <a:rPr lang="en-US" altLang="ko-KR" b="0" i="1" smtClean="0">
                        <a:latin typeface="Cambria Math" panose="02040503050406030204" pitchFamily="18" charset="0"/>
                      </a:rPr>
                      <m:t>𝑥</m:t>
                    </m:r>
                    <m:r>
                      <a:rPr lang="en-US" altLang="ko-KR" b="0" i="1" smtClean="0">
                        <a:latin typeface="Cambria Math" panose="02040503050406030204" pitchFamily="18" charset="0"/>
                      </a:rPr>
                      <m:t>−3,  </m:t>
                    </m:r>
                    <m:r>
                      <a:rPr lang="en-US" altLang="ko-KR" b="0" i="1" smtClean="0">
                        <a:latin typeface="Cambria Math" panose="02040503050406030204" pitchFamily="18" charset="0"/>
                      </a:rPr>
                      <m:t>𝑣</m:t>
                    </m:r>
                    <m:r>
                      <a:rPr lang="en-US" altLang="ko-KR" b="0" i="1" smtClean="0">
                        <a:latin typeface="Cambria Math" panose="02040503050406030204" pitchFamily="18" charset="0"/>
                      </a:rPr>
                      <m:t>=</m:t>
                    </m:r>
                    <m:r>
                      <a:rPr lang="en-US" altLang="ko-KR" b="0" i="1" smtClean="0">
                        <a:latin typeface="Cambria Math" panose="02040503050406030204" pitchFamily="18" charset="0"/>
                      </a:rPr>
                      <m:t>𝑥</m:t>
                    </m:r>
                    <m:r>
                      <a:rPr lang="en-US" altLang="ko-KR" b="0" i="1" smtClean="0">
                        <a:latin typeface="Cambria Math" panose="02040503050406030204" pitchFamily="18" charset="0"/>
                      </a:rPr>
                      <m:t>+1</m:t>
                    </m:r>
                  </m:oMath>
                </a14:m>
                <a:endParaRPr lang="en-US" altLang="ko-KR" b="0" dirty="0">
                  <a:latin typeface="Arial Narrow" panose="020B0606020202030204" pitchFamily="34" charset="0"/>
                </a:endParaRPr>
              </a:p>
              <a:p>
                <a:pPr marL="342900" indent="-342900">
                  <a:lnSpc>
                    <a:spcPct val="150000"/>
                  </a:lnSpc>
                  <a:buFontTx/>
                  <a:buAutoNum type="arabicPeriod"/>
                </a:pPr>
                <a:r>
                  <a:rPr lang="en-US" altLang="ko-KR" dirty="0">
                    <a:latin typeface="Arial Narrow" panose="020B0606020202030204" pitchFamily="34" charset="0"/>
                  </a:rPr>
                  <a:t>Then, </a:t>
                </a:r>
                <a14:m>
                  <m:oMath xmlns:m="http://schemas.openxmlformats.org/officeDocument/2006/math">
                    <m:sSup>
                      <m:sSupPr>
                        <m:ctrlPr>
                          <a:rPr lang="en-US" altLang="ko-KR" sz="1800" i="1" smtClean="0">
                            <a:latin typeface="Cambria Math" panose="02040503050406030204" pitchFamily="18" charset="0"/>
                          </a:rPr>
                        </m:ctrlPr>
                      </m:sSupPr>
                      <m:e>
                        <m:r>
                          <a:rPr lang="en-US" altLang="ko-KR" sz="1800" b="0" i="1" smtClean="0">
                            <a:latin typeface="Cambria Math" panose="02040503050406030204" pitchFamily="18" charset="0"/>
                          </a:rPr>
                          <m:t>𝑢</m:t>
                        </m:r>
                      </m:e>
                      <m:sup>
                        <m:r>
                          <a:rPr lang="en-US" altLang="ko-KR" sz="1800" i="1">
                            <a:latin typeface="Cambria Math" panose="02040503050406030204" pitchFamily="18" charset="0"/>
                          </a:rPr>
                          <m:t>′</m:t>
                        </m:r>
                      </m:sup>
                    </m:sSup>
                    <m:d>
                      <m:dPr>
                        <m:ctrlPr>
                          <a:rPr lang="en-US" altLang="ko-KR" sz="1800" i="1" smtClean="0">
                            <a:latin typeface="Cambria Math" panose="02040503050406030204" pitchFamily="18" charset="0"/>
                          </a:rPr>
                        </m:ctrlPr>
                      </m:dPr>
                      <m:e>
                        <m:r>
                          <a:rPr lang="en-US" altLang="ko-KR" sz="1800" i="1">
                            <a:latin typeface="Cambria Math" panose="02040503050406030204" pitchFamily="18" charset="0"/>
                          </a:rPr>
                          <m:t>𝑥</m:t>
                        </m:r>
                      </m:e>
                    </m:d>
                    <m:r>
                      <a:rPr lang="en-US" altLang="ko-KR" sz="1800" b="0" i="1" smtClean="0">
                        <a:latin typeface="Cambria Math" panose="02040503050406030204" pitchFamily="18" charset="0"/>
                      </a:rPr>
                      <m:t>=2,  </m:t>
                    </m:r>
                    <m:sSup>
                      <m:sSupPr>
                        <m:ctrlPr>
                          <a:rPr lang="en-US" altLang="ko-KR" i="1">
                            <a:latin typeface="Cambria Math" panose="02040503050406030204" pitchFamily="18" charset="0"/>
                          </a:rPr>
                        </m:ctrlPr>
                      </m:sSupPr>
                      <m:e>
                        <m:r>
                          <a:rPr lang="en-US" altLang="ko-KR" b="0" i="1" smtClean="0">
                            <a:latin typeface="Cambria Math" panose="02040503050406030204" pitchFamily="18" charset="0"/>
                          </a:rPr>
                          <m:t>𝑣</m:t>
                        </m:r>
                      </m:e>
                      <m:sup>
                        <m:r>
                          <a:rPr lang="en-US" altLang="ko-KR" i="1">
                            <a:latin typeface="Cambria Math" panose="02040503050406030204" pitchFamily="18" charset="0"/>
                          </a:rPr>
                          <m:t>′</m:t>
                        </m:r>
                      </m:sup>
                    </m:sSup>
                    <m:d>
                      <m:dPr>
                        <m:ctrlPr>
                          <a:rPr lang="en-US" altLang="ko-KR" i="1">
                            <a:latin typeface="Cambria Math" panose="02040503050406030204" pitchFamily="18" charset="0"/>
                          </a:rPr>
                        </m:ctrlPr>
                      </m:dPr>
                      <m:e>
                        <m:r>
                          <a:rPr lang="en-US" altLang="ko-KR" i="1">
                            <a:latin typeface="Cambria Math" panose="02040503050406030204" pitchFamily="18" charset="0"/>
                          </a:rPr>
                          <m:t>𝑥</m:t>
                        </m:r>
                      </m:e>
                    </m:d>
                    <m:r>
                      <a:rPr lang="en-US" altLang="ko-KR" b="0" i="1" smtClean="0">
                        <a:latin typeface="Cambria Math" panose="02040503050406030204" pitchFamily="18" charset="0"/>
                      </a:rPr>
                      <m:t>=1</m:t>
                    </m:r>
                  </m:oMath>
                </a14:m>
                <a:endParaRPr lang="ko-KR" altLang="en-US" dirty="0">
                  <a:latin typeface="Arial Narrow" panose="020B0606020202030204" pitchFamily="34" charset="0"/>
                </a:endParaRPr>
              </a:p>
              <a:p>
                <a:pPr marL="342900" indent="-342900">
                  <a:lnSpc>
                    <a:spcPct val="150000"/>
                  </a:lnSpc>
                  <a:buAutoNum type="arabicPeriod"/>
                </a:pPr>
                <a14:m>
                  <m:oMath xmlns:m="http://schemas.openxmlformats.org/officeDocument/2006/math">
                    <m:sSup>
                      <m:sSupPr>
                        <m:ctrlPr>
                          <a:rPr lang="en-US" altLang="ko-KR" sz="1800" i="1" smtClean="0">
                            <a:latin typeface="Cambria Math" panose="02040503050406030204" pitchFamily="18" charset="0"/>
                          </a:rPr>
                        </m:ctrlPr>
                      </m:sSupPr>
                      <m:e>
                        <m:r>
                          <a:rPr lang="en-US" altLang="ko-KR" sz="1800" b="0" i="1" smtClean="0">
                            <a:latin typeface="Cambria Math" panose="02040503050406030204" pitchFamily="18" charset="0"/>
                          </a:rPr>
                          <m:t>𝑔</m:t>
                        </m:r>
                      </m:e>
                      <m:sup>
                        <m:r>
                          <a:rPr lang="en-US" altLang="ko-KR" sz="1800" i="1">
                            <a:latin typeface="Cambria Math" panose="02040503050406030204" pitchFamily="18" charset="0"/>
                          </a:rPr>
                          <m:t>′</m:t>
                        </m:r>
                      </m:sup>
                    </m:sSup>
                    <m:d>
                      <m:dPr>
                        <m:ctrlPr>
                          <a:rPr lang="en-US" altLang="ko-KR" sz="1800" i="1">
                            <a:latin typeface="Cambria Math" panose="02040503050406030204" pitchFamily="18" charset="0"/>
                          </a:rPr>
                        </m:ctrlPr>
                      </m:dPr>
                      <m:e>
                        <m:r>
                          <a:rPr lang="en-US" altLang="ko-KR" sz="1800" i="1">
                            <a:latin typeface="Cambria Math" panose="02040503050406030204" pitchFamily="18" charset="0"/>
                          </a:rPr>
                          <m:t>𝑥</m:t>
                        </m:r>
                      </m:e>
                    </m:d>
                    <m:r>
                      <a:rPr lang="en-US" altLang="ko-KR" sz="1800" i="1">
                        <a:latin typeface="Cambria Math" panose="02040503050406030204" pitchFamily="18" charset="0"/>
                      </a:rPr>
                      <m:t>=</m:t>
                    </m:r>
                    <m:f>
                      <m:fPr>
                        <m:ctrlPr>
                          <a:rPr lang="en-US" altLang="ko-KR" sz="1800" i="1">
                            <a:latin typeface="Cambria Math" panose="02040503050406030204" pitchFamily="18" charset="0"/>
                          </a:rPr>
                        </m:ctrlPr>
                      </m:fPr>
                      <m:num>
                        <m:r>
                          <a:rPr lang="en-US" altLang="ko-KR" sz="1800" i="1" smtClean="0">
                            <a:latin typeface="Cambria Math" panose="02040503050406030204" pitchFamily="18" charset="0"/>
                          </a:rPr>
                          <m:t>2</m:t>
                        </m:r>
                        <m:r>
                          <a:rPr lang="en-US" altLang="ko-KR" sz="1800" b="0" i="1" smtClean="0">
                            <a:latin typeface="Cambria Math" panose="02040503050406030204" pitchFamily="18" charset="0"/>
                          </a:rPr>
                          <m:t>(</m:t>
                        </m:r>
                        <m:r>
                          <a:rPr lang="en-US" altLang="ko-KR" sz="1800" b="0" i="1" smtClean="0">
                            <a:latin typeface="Cambria Math" panose="02040503050406030204" pitchFamily="18" charset="0"/>
                          </a:rPr>
                          <m:t>𝑥</m:t>
                        </m:r>
                        <m:r>
                          <a:rPr lang="en-US" altLang="ko-KR" sz="1800" b="0" i="1" smtClean="0">
                            <a:latin typeface="Cambria Math" panose="02040503050406030204" pitchFamily="18" charset="0"/>
                          </a:rPr>
                          <m:t>+1)−(2</m:t>
                        </m:r>
                        <m:r>
                          <a:rPr lang="en-US" altLang="ko-KR" sz="1800" b="0" i="1" smtClean="0">
                            <a:latin typeface="Cambria Math" panose="02040503050406030204" pitchFamily="18" charset="0"/>
                          </a:rPr>
                          <m:t>𝑥</m:t>
                        </m:r>
                        <m:r>
                          <a:rPr lang="en-US" altLang="ko-KR" sz="1800" b="0" i="1" smtClean="0">
                            <a:latin typeface="Cambria Math" panose="02040503050406030204" pitchFamily="18" charset="0"/>
                          </a:rPr>
                          <m:t>−3) </m:t>
                        </m:r>
                      </m:num>
                      <m:den>
                        <m:sSup>
                          <m:sSupPr>
                            <m:ctrlPr>
                              <a:rPr lang="en-US" altLang="ko-KR" sz="1800" i="1" smtClean="0">
                                <a:latin typeface="Cambria Math" panose="02040503050406030204" pitchFamily="18" charset="0"/>
                              </a:rPr>
                            </m:ctrlPr>
                          </m:sSupPr>
                          <m:e>
                            <m:r>
                              <a:rPr lang="en-US" altLang="ko-KR" i="1">
                                <a:latin typeface="Cambria Math" panose="02040503050406030204" pitchFamily="18" charset="0"/>
                              </a:rPr>
                              <m:t>(</m:t>
                            </m:r>
                            <m:r>
                              <a:rPr lang="en-US" altLang="ko-KR" i="1">
                                <a:latin typeface="Cambria Math" panose="02040503050406030204" pitchFamily="18" charset="0"/>
                              </a:rPr>
                              <m:t>𝑥</m:t>
                            </m:r>
                            <m:r>
                              <a:rPr lang="en-US" altLang="ko-KR" i="1">
                                <a:latin typeface="Cambria Math" panose="02040503050406030204" pitchFamily="18" charset="0"/>
                              </a:rPr>
                              <m:t>+1)</m:t>
                            </m:r>
                          </m:e>
                          <m:sup>
                            <m:r>
                              <a:rPr lang="en-US" altLang="ko-KR" sz="1800" b="0" i="1" smtClean="0">
                                <a:latin typeface="Cambria Math" panose="02040503050406030204" pitchFamily="18" charset="0"/>
                              </a:rPr>
                              <m:t>2</m:t>
                            </m:r>
                          </m:sup>
                        </m:sSup>
                      </m:den>
                    </m:f>
                    <m:r>
                      <a:rPr lang="en-US" altLang="ko-KR" sz="1800" b="0" i="1" smtClean="0">
                        <a:latin typeface="Cambria Math" panose="02040503050406030204" pitchFamily="18" charset="0"/>
                      </a:rPr>
                      <m:t>=</m:t>
                    </m:r>
                    <m:f>
                      <m:fPr>
                        <m:ctrlPr>
                          <a:rPr lang="en-US" altLang="ko-KR" i="1">
                            <a:latin typeface="Cambria Math" panose="02040503050406030204" pitchFamily="18" charset="0"/>
                          </a:rPr>
                        </m:ctrlPr>
                      </m:fPr>
                      <m:num>
                        <m:r>
                          <a:rPr lang="en-US" altLang="ko-KR" i="1">
                            <a:latin typeface="Cambria Math" panose="02040503050406030204" pitchFamily="18" charset="0"/>
                          </a:rPr>
                          <m:t>(</m:t>
                        </m:r>
                        <m:r>
                          <a:rPr lang="en-US" altLang="ko-KR" b="0" i="1" smtClean="0">
                            <a:latin typeface="Cambria Math" panose="02040503050406030204" pitchFamily="18" charset="0"/>
                          </a:rPr>
                          <m:t>2</m:t>
                        </m:r>
                        <m:r>
                          <a:rPr lang="en-US" altLang="ko-KR" i="1">
                            <a:latin typeface="Cambria Math" panose="02040503050406030204" pitchFamily="18" charset="0"/>
                          </a:rPr>
                          <m:t>𝑥</m:t>
                        </m:r>
                        <m:r>
                          <a:rPr lang="en-US" altLang="ko-KR" i="1">
                            <a:latin typeface="Cambria Math" panose="02040503050406030204" pitchFamily="18" charset="0"/>
                          </a:rPr>
                          <m:t>+2−2</m:t>
                        </m:r>
                        <m:r>
                          <a:rPr lang="en-US" altLang="ko-KR" b="0" i="1" smtClean="0">
                            <a:latin typeface="Cambria Math" panose="02040503050406030204" pitchFamily="18" charset="0"/>
                          </a:rPr>
                          <m:t>𝑥</m:t>
                        </m:r>
                        <m:r>
                          <a:rPr lang="en-US" altLang="ko-KR" b="0" i="1" smtClean="0">
                            <a:latin typeface="Cambria Math" panose="02040503050406030204" pitchFamily="18" charset="0"/>
                          </a:rPr>
                          <m:t>+3) </m:t>
                        </m:r>
                      </m:num>
                      <m:den>
                        <m:r>
                          <a:rPr lang="en-US" altLang="ko-KR" b="0" i="1" smtClean="0">
                            <a:latin typeface="Cambria Math" panose="02040503050406030204" pitchFamily="18" charset="0"/>
                          </a:rPr>
                          <m:t>(</m:t>
                        </m:r>
                        <m:sSup>
                          <m:sSupPr>
                            <m:ctrlPr>
                              <a:rPr lang="en-US" altLang="ko-KR" i="1">
                                <a:latin typeface="Cambria Math" panose="02040503050406030204" pitchFamily="18" charset="0"/>
                              </a:rPr>
                            </m:ctrlPr>
                          </m:sSupPr>
                          <m:e>
                            <m:r>
                              <a:rPr lang="en-US" altLang="ko-KR" b="0" i="1" smtClean="0">
                                <a:latin typeface="Cambria Math" panose="02040503050406030204" pitchFamily="18" charset="0"/>
                              </a:rPr>
                              <m:t>𝑥</m:t>
                            </m:r>
                          </m:e>
                          <m:sup>
                            <m:r>
                              <a:rPr lang="en-US" altLang="ko-KR" i="1">
                                <a:latin typeface="Cambria Math" panose="02040503050406030204" pitchFamily="18" charset="0"/>
                              </a:rPr>
                              <m:t>2</m:t>
                            </m:r>
                          </m:sup>
                        </m:sSup>
                        <m:r>
                          <a:rPr lang="en-US" altLang="ko-KR" b="0" i="1" smtClean="0">
                            <a:latin typeface="Cambria Math" panose="02040503050406030204" pitchFamily="18" charset="0"/>
                          </a:rPr>
                          <m:t>+2</m:t>
                        </m:r>
                        <m:r>
                          <a:rPr lang="en-US" altLang="ko-KR" b="0" i="1" smtClean="0">
                            <a:latin typeface="Cambria Math" panose="02040503050406030204" pitchFamily="18" charset="0"/>
                          </a:rPr>
                          <m:t>𝑥</m:t>
                        </m:r>
                        <m:r>
                          <a:rPr lang="en-US" altLang="ko-KR" b="0" i="1" smtClean="0">
                            <a:latin typeface="Cambria Math" panose="02040503050406030204" pitchFamily="18" charset="0"/>
                          </a:rPr>
                          <m:t>+1)</m:t>
                        </m:r>
                      </m:den>
                    </m:f>
                    <m:r>
                      <a:rPr lang="en-US" altLang="ko-KR" b="0" i="1" smtClean="0">
                        <a:latin typeface="Cambria Math" panose="02040503050406030204" pitchFamily="18" charset="0"/>
                      </a:rPr>
                      <m:t>=</m:t>
                    </m:r>
                    <m:f>
                      <m:fPr>
                        <m:ctrlPr>
                          <a:rPr lang="en-US" altLang="ko-KR" i="1">
                            <a:latin typeface="Cambria Math" panose="02040503050406030204" pitchFamily="18" charset="0"/>
                          </a:rPr>
                        </m:ctrlPr>
                      </m:fPr>
                      <m:num>
                        <m:r>
                          <a:rPr lang="en-US" altLang="ko-KR" b="0" i="1" smtClean="0">
                            <a:latin typeface="Cambria Math" panose="02040503050406030204" pitchFamily="18" charset="0"/>
                          </a:rPr>
                          <m:t>5</m:t>
                        </m:r>
                        <m:r>
                          <a:rPr lang="en-US" altLang="ko-KR" i="1">
                            <a:latin typeface="Cambria Math" panose="02040503050406030204" pitchFamily="18" charset="0"/>
                          </a:rPr>
                          <m:t> </m:t>
                        </m:r>
                      </m:num>
                      <m:den>
                        <m:r>
                          <a:rPr lang="en-US" altLang="ko-KR" i="1">
                            <a:latin typeface="Cambria Math" panose="02040503050406030204" pitchFamily="18" charset="0"/>
                          </a:rPr>
                          <m:t>(</m:t>
                        </m:r>
                        <m:sSup>
                          <m:sSupPr>
                            <m:ctrlPr>
                              <a:rPr lang="en-US" altLang="ko-KR" i="1">
                                <a:latin typeface="Cambria Math" panose="02040503050406030204" pitchFamily="18" charset="0"/>
                              </a:rPr>
                            </m:ctrlPr>
                          </m:sSupPr>
                          <m:e>
                            <m:r>
                              <a:rPr lang="en-US" altLang="ko-KR" i="1">
                                <a:latin typeface="Cambria Math" panose="02040503050406030204" pitchFamily="18" charset="0"/>
                              </a:rPr>
                              <m:t>𝑥</m:t>
                            </m:r>
                          </m:e>
                          <m:sup>
                            <m:r>
                              <a:rPr lang="en-US" altLang="ko-KR" i="1">
                                <a:latin typeface="Cambria Math" panose="02040503050406030204" pitchFamily="18" charset="0"/>
                              </a:rPr>
                              <m:t>2</m:t>
                            </m:r>
                          </m:sup>
                        </m:sSup>
                        <m:r>
                          <a:rPr lang="en-US" altLang="ko-KR" i="1">
                            <a:latin typeface="Cambria Math" panose="02040503050406030204" pitchFamily="18" charset="0"/>
                          </a:rPr>
                          <m:t>+2</m:t>
                        </m:r>
                        <m:r>
                          <a:rPr lang="en-US" altLang="ko-KR" i="1">
                            <a:latin typeface="Cambria Math" panose="02040503050406030204" pitchFamily="18" charset="0"/>
                          </a:rPr>
                          <m:t>𝑥</m:t>
                        </m:r>
                        <m:r>
                          <a:rPr lang="en-US" altLang="ko-KR" i="1">
                            <a:latin typeface="Cambria Math" panose="02040503050406030204" pitchFamily="18" charset="0"/>
                          </a:rPr>
                          <m:t>+1)</m:t>
                        </m:r>
                      </m:den>
                    </m:f>
                  </m:oMath>
                </a14:m>
                <a:endParaRPr lang="en-US" altLang="ko-KR" b="0" dirty="0">
                  <a:latin typeface="Arial Narrow" panose="020B0606020202030204" pitchFamily="34" charset="0"/>
                </a:endParaRPr>
              </a:p>
              <a:p>
                <a:endParaRPr lang="ko-KR" altLang="en-US" dirty="0">
                  <a:latin typeface="Arial Narrow" panose="020B0606020202030204" pitchFamily="34" charset="0"/>
                </a:endParaRPr>
              </a:p>
            </p:txBody>
          </p:sp>
        </mc:Choice>
        <mc:Fallback xmlns="">
          <p:sp>
            <p:nvSpPr>
              <p:cNvPr id="4" name="TextBox 3">
                <a:extLst>
                  <a:ext uri="{FF2B5EF4-FFF2-40B4-BE49-F238E27FC236}">
                    <a16:creationId xmlns:a16="http://schemas.microsoft.com/office/drawing/2014/main" id="{5DDB75CA-FA76-FE18-1218-D7EF3EB584A1}"/>
                  </a:ext>
                </a:extLst>
              </p:cNvPr>
              <p:cNvSpPr txBox="1">
                <a:spLocks noRot="1" noChangeAspect="1" noMove="1" noResize="1" noEditPoints="1" noAdjustHandles="1" noChangeArrowheads="1" noChangeShapeType="1" noTextEdit="1"/>
              </p:cNvSpPr>
              <p:nvPr/>
            </p:nvSpPr>
            <p:spPr>
              <a:xfrm>
                <a:off x="711200" y="1344810"/>
                <a:ext cx="6464300" cy="4238020"/>
              </a:xfrm>
              <a:prstGeom prst="rect">
                <a:avLst/>
              </a:prstGeom>
              <a:blipFill>
                <a:blip r:embed="rId3"/>
                <a:stretch>
                  <a:fillRect l="-849" t="-719"/>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311171261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Simple differentiation problems</a:t>
            </a:r>
          </a:p>
        </p:txBody>
      </p:sp>
      <p:sp>
        <p:nvSpPr>
          <p:cNvPr id="10" name="직사각형 9">
            <a:extLst>
              <a:ext uri="{FF2B5EF4-FFF2-40B4-BE49-F238E27FC236}">
                <a16:creationId xmlns:a16="http://schemas.microsoft.com/office/drawing/2014/main" id="{C7C7178E-B73C-405C-98AA-12B1241AB1A3}"/>
              </a:ext>
            </a:extLst>
          </p:cNvPr>
          <p:cNvSpPr/>
          <p:nvPr/>
        </p:nvSpPr>
        <p:spPr>
          <a:xfrm>
            <a:off x="328771" y="1139130"/>
            <a:ext cx="8412893" cy="1286827"/>
          </a:xfrm>
          <a:prstGeom prst="rect">
            <a:avLst/>
          </a:prstGeom>
        </p:spPr>
        <p:txBody>
          <a:bodyPr wrap="square">
            <a:spAutoFit/>
          </a:bodyPr>
          <a:lstStyle/>
          <a:p>
            <a:pPr marL="742950" lvl="1" indent="-285750">
              <a:lnSpc>
                <a:spcPct val="150000"/>
              </a:lnSpc>
              <a:buFont typeface="Arial" panose="020B0604020202020204" pitchFamily="34" charset="0"/>
              <a:buChar char="•"/>
            </a:pPr>
            <a:endParaRPr lang="en-US" altLang="ko-KR" i="1" dirty="0">
              <a:solidFill>
                <a:srgbClr val="222222"/>
              </a:solidFill>
              <a:latin typeface="Arial Narrow" panose="020B0606020202030204" pitchFamily="34" charset="0"/>
            </a:endParaRPr>
          </a:p>
          <a:p>
            <a:pPr marL="742950" lvl="1" indent="-285750">
              <a:lnSpc>
                <a:spcPct val="150000"/>
              </a:lnSpc>
              <a:buFont typeface="Arial" panose="020B0604020202020204" pitchFamily="34" charset="0"/>
              <a:buChar char="•"/>
            </a:pPr>
            <a:endParaRPr lang="en-US" altLang="ko-KR" i="1" dirty="0">
              <a:solidFill>
                <a:srgbClr val="222222"/>
              </a:solidFill>
              <a:latin typeface="Cambria Math" panose="02040503050406030204" pitchFamily="18" charset="0"/>
            </a:endParaRPr>
          </a:p>
          <a:p>
            <a:pPr marL="742950" lvl="1" indent="-285750">
              <a:lnSpc>
                <a:spcPct val="150000"/>
              </a:lnSpc>
              <a:buFont typeface="Arial" panose="020B0604020202020204" pitchFamily="34" charset="0"/>
              <a:buChar char="•"/>
            </a:pPr>
            <a:endParaRPr lang="en-US" altLang="ko-KR" i="1" dirty="0">
              <a:solidFill>
                <a:srgbClr val="222222"/>
              </a:solidFill>
              <a:latin typeface="Arial Narrow" panose="020B0606020202030204" pitchFamily="34" charset="0"/>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5DDB75CA-FA76-FE18-1218-D7EF3EB584A1}"/>
                  </a:ext>
                </a:extLst>
              </p:cNvPr>
              <p:cNvSpPr txBox="1"/>
              <p:nvPr/>
            </p:nvSpPr>
            <p:spPr>
              <a:xfrm>
                <a:off x="711200" y="1344810"/>
                <a:ext cx="6464300" cy="1477328"/>
              </a:xfrm>
              <a:prstGeom prst="rect">
                <a:avLst/>
              </a:prstGeom>
              <a:noFill/>
            </p:spPr>
            <p:txBody>
              <a:bodyPr wrap="square">
                <a:spAutoFit/>
              </a:bodyPr>
              <a:lstStyle/>
              <a:p>
                <a:r>
                  <a:rPr lang="en-US" altLang="ko-KR" dirty="0">
                    <a:latin typeface="Arial Narrow" panose="020B0606020202030204" pitchFamily="34" charset="0"/>
                  </a:rPr>
                  <a:t>Q4: Find the derivative of the function</a:t>
                </a:r>
              </a:p>
              <a:p>
                <a:endParaRPr lang="ko-KR" altLang="en-US" dirty="0">
                  <a:latin typeface="Arial Narrow" panose="020B0606020202030204" pitchFamily="34" charset="0"/>
                </a:endParaRPr>
              </a:p>
              <a:p>
                <a:pPr/>
                <a14:m>
                  <m:oMathPara xmlns:m="http://schemas.openxmlformats.org/officeDocument/2006/math">
                    <m:oMathParaPr>
                      <m:jc m:val="centerGroup"/>
                    </m:oMathParaPr>
                    <m:oMath xmlns:m="http://schemas.openxmlformats.org/officeDocument/2006/math">
                      <m:r>
                        <a:rPr lang="en-US" altLang="ko-KR" b="0" i="1" smtClean="0">
                          <a:latin typeface="Cambria Math" panose="02040503050406030204" pitchFamily="18" charset="0"/>
                        </a:rPr>
                        <m:t>𝑗</m:t>
                      </m:r>
                      <m:d>
                        <m:dPr>
                          <m:ctrlPr>
                            <a:rPr lang="en-US" altLang="ko-KR" i="1">
                              <a:latin typeface="Cambria Math" panose="02040503050406030204" pitchFamily="18" charset="0"/>
                            </a:rPr>
                          </m:ctrlPr>
                        </m:dPr>
                        <m:e>
                          <m:r>
                            <a:rPr lang="en-US" altLang="ko-KR" i="1">
                              <a:latin typeface="Cambria Math" panose="02040503050406030204" pitchFamily="18" charset="0"/>
                            </a:rPr>
                            <m:t>𝑥</m:t>
                          </m:r>
                        </m:e>
                      </m:d>
                      <m:r>
                        <a:rPr lang="en-US" altLang="ko-KR" i="1">
                          <a:latin typeface="Cambria Math" panose="02040503050406030204" pitchFamily="18" charset="0"/>
                        </a:rPr>
                        <m:t>=</m:t>
                      </m:r>
                      <m:r>
                        <a:rPr lang="en-US" altLang="ko-KR" i="1" smtClean="0">
                          <a:latin typeface="Cambria Math" panose="02040503050406030204" pitchFamily="18" charset="0"/>
                        </a:rPr>
                        <m:t> </m:t>
                      </m:r>
                      <m:sSup>
                        <m:sSupPr>
                          <m:ctrlPr>
                            <a:rPr lang="en-US" altLang="ko-KR" i="1" smtClean="0">
                              <a:latin typeface="Cambria Math" panose="02040503050406030204" pitchFamily="18" charset="0"/>
                            </a:rPr>
                          </m:ctrlPr>
                        </m:sSupPr>
                        <m:e>
                          <m:r>
                            <a:rPr lang="en-US" altLang="ko-KR" i="1">
                              <a:latin typeface="Cambria Math" panose="02040503050406030204" pitchFamily="18" charset="0"/>
                            </a:rPr>
                            <m:t>(</m:t>
                          </m:r>
                          <m:sSup>
                            <m:sSupPr>
                              <m:ctrlPr>
                                <a:rPr lang="en-US" altLang="ko-KR" i="1" smtClean="0">
                                  <a:latin typeface="Cambria Math" panose="02040503050406030204" pitchFamily="18" charset="0"/>
                                </a:rPr>
                              </m:ctrlPr>
                            </m:sSupPr>
                            <m:e>
                              <m:r>
                                <a:rPr lang="en-US" altLang="ko-KR" i="1">
                                  <a:latin typeface="Cambria Math" panose="02040503050406030204" pitchFamily="18" charset="0"/>
                                </a:rPr>
                                <m:t>𝑥</m:t>
                              </m:r>
                            </m:e>
                            <m:sup>
                              <m:r>
                                <a:rPr lang="en-US" altLang="ko-KR" b="0" i="1" smtClean="0">
                                  <a:latin typeface="Cambria Math" panose="02040503050406030204" pitchFamily="18" charset="0"/>
                                </a:rPr>
                                <m:t>2</m:t>
                              </m:r>
                            </m:sup>
                          </m:sSup>
                          <m:r>
                            <a:rPr lang="en-US" altLang="ko-KR" b="0" i="1" smtClean="0">
                              <a:latin typeface="Cambria Math" panose="02040503050406030204" pitchFamily="18" charset="0"/>
                            </a:rPr>
                            <m:t>+1</m:t>
                          </m:r>
                          <m:r>
                            <a:rPr lang="en-US" altLang="ko-KR" i="1">
                              <a:latin typeface="Cambria Math" panose="02040503050406030204" pitchFamily="18" charset="0"/>
                            </a:rPr>
                            <m:t>)</m:t>
                          </m:r>
                        </m:e>
                        <m:sup>
                          <m:r>
                            <a:rPr lang="en-US" altLang="ko-KR" b="0" i="1" smtClean="0">
                              <a:latin typeface="Cambria Math" panose="02040503050406030204" pitchFamily="18" charset="0"/>
                            </a:rPr>
                            <m:t>3</m:t>
                          </m:r>
                        </m:sup>
                      </m:sSup>
                    </m:oMath>
                  </m:oMathPara>
                </a14:m>
                <a:endParaRPr lang="en-US" altLang="ko-KR" dirty="0">
                  <a:latin typeface="Arial Narrow" panose="020B0606020202030204" pitchFamily="34" charset="0"/>
                </a:endParaRPr>
              </a:p>
              <a:p>
                <a:endParaRPr lang="ko-KR" altLang="en-US" dirty="0">
                  <a:latin typeface="Arial Narrow" panose="020B0606020202030204" pitchFamily="34" charset="0"/>
                </a:endParaRPr>
              </a:p>
              <a:p>
                <a:endParaRPr lang="ko-KR" altLang="en-US" dirty="0">
                  <a:latin typeface="Arial Narrow" panose="020B0606020202030204" pitchFamily="34" charset="0"/>
                </a:endParaRPr>
              </a:p>
            </p:txBody>
          </p:sp>
        </mc:Choice>
        <mc:Fallback xmlns="">
          <p:sp>
            <p:nvSpPr>
              <p:cNvPr id="4" name="TextBox 3">
                <a:extLst>
                  <a:ext uri="{FF2B5EF4-FFF2-40B4-BE49-F238E27FC236}">
                    <a16:creationId xmlns:a16="http://schemas.microsoft.com/office/drawing/2014/main" id="{5DDB75CA-FA76-FE18-1218-D7EF3EB584A1}"/>
                  </a:ext>
                </a:extLst>
              </p:cNvPr>
              <p:cNvSpPr txBox="1">
                <a:spLocks noRot="1" noChangeAspect="1" noMove="1" noResize="1" noEditPoints="1" noAdjustHandles="1" noChangeArrowheads="1" noChangeShapeType="1" noTextEdit="1"/>
              </p:cNvSpPr>
              <p:nvPr/>
            </p:nvSpPr>
            <p:spPr>
              <a:xfrm>
                <a:off x="711200" y="1344810"/>
                <a:ext cx="6464300" cy="1477328"/>
              </a:xfrm>
              <a:prstGeom prst="rect">
                <a:avLst/>
              </a:prstGeom>
              <a:blipFill>
                <a:blip r:embed="rId3"/>
                <a:stretch>
                  <a:fillRect l="-849" t="-2066"/>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285153561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9D31AA36-91F1-4552-AC73-F21533D2650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Simple differentiation problems</a:t>
            </a:r>
          </a:p>
        </p:txBody>
      </p:sp>
      <p:sp>
        <p:nvSpPr>
          <p:cNvPr id="10" name="직사각형 9">
            <a:extLst>
              <a:ext uri="{FF2B5EF4-FFF2-40B4-BE49-F238E27FC236}">
                <a16:creationId xmlns:a16="http://schemas.microsoft.com/office/drawing/2014/main" id="{C7C7178E-B73C-405C-98AA-12B1241AB1A3}"/>
              </a:ext>
            </a:extLst>
          </p:cNvPr>
          <p:cNvSpPr/>
          <p:nvPr/>
        </p:nvSpPr>
        <p:spPr>
          <a:xfrm>
            <a:off x="328771" y="1139130"/>
            <a:ext cx="8412893" cy="1286827"/>
          </a:xfrm>
          <a:prstGeom prst="rect">
            <a:avLst/>
          </a:prstGeom>
        </p:spPr>
        <p:txBody>
          <a:bodyPr wrap="square">
            <a:spAutoFit/>
          </a:bodyPr>
          <a:lstStyle/>
          <a:p>
            <a:pPr marL="742950" lvl="1" indent="-285750">
              <a:lnSpc>
                <a:spcPct val="150000"/>
              </a:lnSpc>
              <a:buFont typeface="Arial" panose="020B0604020202020204" pitchFamily="34" charset="0"/>
              <a:buChar char="•"/>
            </a:pPr>
            <a:endParaRPr lang="en-US" altLang="ko-KR" i="1" dirty="0">
              <a:solidFill>
                <a:srgbClr val="222222"/>
              </a:solidFill>
              <a:latin typeface="Arial Narrow" panose="020B0606020202030204" pitchFamily="34" charset="0"/>
            </a:endParaRPr>
          </a:p>
          <a:p>
            <a:pPr marL="742950" lvl="1" indent="-285750">
              <a:lnSpc>
                <a:spcPct val="150000"/>
              </a:lnSpc>
              <a:buFont typeface="Arial" panose="020B0604020202020204" pitchFamily="34" charset="0"/>
              <a:buChar char="•"/>
            </a:pPr>
            <a:endParaRPr lang="en-US" altLang="ko-KR" i="1" dirty="0">
              <a:solidFill>
                <a:srgbClr val="222222"/>
              </a:solidFill>
              <a:latin typeface="Cambria Math" panose="02040503050406030204" pitchFamily="18" charset="0"/>
            </a:endParaRPr>
          </a:p>
          <a:p>
            <a:pPr marL="742950" lvl="1" indent="-285750">
              <a:lnSpc>
                <a:spcPct val="150000"/>
              </a:lnSpc>
              <a:buFont typeface="Arial" panose="020B0604020202020204" pitchFamily="34" charset="0"/>
              <a:buChar char="•"/>
            </a:pPr>
            <a:endParaRPr lang="en-US" altLang="ko-KR" i="1" dirty="0">
              <a:solidFill>
                <a:srgbClr val="222222"/>
              </a:solidFill>
              <a:latin typeface="Arial Narrow" panose="020B0606020202030204" pitchFamily="34" charset="0"/>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5DDB75CA-FA76-FE18-1218-D7EF3EB584A1}"/>
                  </a:ext>
                </a:extLst>
              </p:cNvPr>
              <p:cNvSpPr txBox="1"/>
              <p:nvPr/>
            </p:nvSpPr>
            <p:spPr>
              <a:xfrm>
                <a:off x="711200" y="1344810"/>
                <a:ext cx="6464300" cy="4769767"/>
              </a:xfrm>
              <a:prstGeom prst="rect">
                <a:avLst/>
              </a:prstGeom>
              <a:noFill/>
            </p:spPr>
            <p:txBody>
              <a:bodyPr wrap="square">
                <a:spAutoFit/>
              </a:bodyPr>
              <a:lstStyle/>
              <a:p>
                <a:r>
                  <a:rPr lang="en-US" altLang="ko-KR" dirty="0">
                    <a:latin typeface="Arial Narrow" panose="020B0606020202030204" pitchFamily="34" charset="0"/>
                  </a:rPr>
                  <a:t>Q4: Find the derivative of the function</a:t>
                </a:r>
              </a:p>
              <a:p>
                <a:endParaRPr lang="ko-KR" altLang="en-US" dirty="0">
                  <a:latin typeface="Arial Narrow" panose="020B0606020202030204" pitchFamily="34" charset="0"/>
                </a:endParaRPr>
              </a:p>
              <a:p>
                <a:pPr/>
                <a14:m>
                  <m:oMathPara xmlns:m="http://schemas.openxmlformats.org/officeDocument/2006/math">
                    <m:oMathParaPr>
                      <m:jc m:val="centerGroup"/>
                    </m:oMathParaPr>
                    <m:oMath xmlns:m="http://schemas.openxmlformats.org/officeDocument/2006/math">
                      <m:r>
                        <a:rPr lang="en-US" altLang="ko-KR" b="0" i="1" smtClean="0">
                          <a:latin typeface="Cambria Math" panose="02040503050406030204" pitchFamily="18" charset="0"/>
                        </a:rPr>
                        <m:t>𝑗</m:t>
                      </m:r>
                      <m:d>
                        <m:dPr>
                          <m:ctrlPr>
                            <a:rPr lang="en-US" altLang="ko-KR" i="1">
                              <a:latin typeface="Cambria Math" panose="02040503050406030204" pitchFamily="18" charset="0"/>
                            </a:rPr>
                          </m:ctrlPr>
                        </m:dPr>
                        <m:e>
                          <m:r>
                            <a:rPr lang="en-US" altLang="ko-KR" i="1">
                              <a:latin typeface="Cambria Math" panose="02040503050406030204" pitchFamily="18" charset="0"/>
                            </a:rPr>
                            <m:t>𝑥</m:t>
                          </m:r>
                        </m:e>
                      </m:d>
                      <m:r>
                        <a:rPr lang="en-US" altLang="ko-KR" i="1">
                          <a:latin typeface="Cambria Math" panose="02040503050406030204" pitchFamily="18" charset="0"/>
                        </a:rPr>
                        <m:t>=</m:t>
                      </m:r>
                      <m:r>
                        <a:rPr lang="en-US" altLang="ko-KR" i="1" smtClean="0">
                          <a:latin typeface="Cambria Math" panose="02040503050406030204" pitchFamily="18" charset="0"/>
                        </a:rPr>
                        <m:t> </m:t>
                      </m:r>
                      <m:sSup>
                        <m:sSupPr>
                          <m:ctrlPr>
                            <a:rPr lang="en-US" altLang="ko-KR" i="1" smtClean="0">
                              <a:latin typeface="Cambria Math" panose="02040503050406030204" pitchFamily="18" charset="0"/>
                            </a:rPr>
                          </m:ctrlPr>
                        </m:sSupPr>
                        <m:e>
                          <m:r>
                            <a:rPr lang="en-US" altLang="ko-KR" i="1">
                              <a:latin typeface="Cambria Math" panose="02040503050406030204" pitchFamily="18" charset="0"/>
                            </a:rPr>
                            <m:t>(</m:t>
                          </m:r>
                          <m:sSup>
                            <m:sSupPr>
                              <m:ctrlPr>
                                <a:rPr lang="en-US" altLang="ko-KR" i="1" smtClean="0">
                                  <a:latin typeface="Cambria Math" panose="02040503050406030204" pitchFamily="18" charset="0"/>
                                </a:rPr>
                              </m:ctrlPr>
                            </m:sSupPr>
                            <m:e>
                              <m:r>
                                <a:rPr lang="en-US" altLang="ko-KR" i="1">
                                  <a:latin typeface="Cambria Math" panose="02040503050406030204" pitchFamily="18" charset="0"/>
                                </a:rPr>
                                <m:t>𝑥</m:t>
                              </m:r>
                            </m:e>
                            <m:sup>
                              <m:r>
                                <a:rPr lang="en-US" altLang="ko-KR" b="0" i="1" smtClean="0">
                                  <a:latin typeface="Cambria Math" panose="02040503050406030204" pitchFamily="18" charset="0"/>
                                </a:rPr>
                                <m:t>2</m:t>
                              </m:r>
                            </m:sup>
                          </m:sSup>
                          <m:r>
                            <a:rPr lang="en-US" altLang="ko-KR" b="0" i="1" smtClean="0">
                              <a:latin typeface="Cambria Math" panose="02040503050406030204" pitchFamily="18" charset="0"/>
                            </a:rPr>
                            <m:t>+1</m:t>
                          </m:r>
                          <m:r>
                            <a:rPr lang="en-US" altLang="ko-KR" i="1">
                              <a:latin typeface="Cambria Math" panose="02040503050406030204" pitchFamily="18" charset="0"/>
                            </a:rPr>
                            <m:t>)</m:t>
                          </m:r>
                        </m:e>
                        <m:sup>
                          <m:r>
                            <a:rPr lang="en-US" altLang="ko-KR" b="0" i="1" smtClean="0">
                              <a:latin typeface="Cambria Math" panose="02040503050406030204" pitchFamily="18" charset="0"/>
                            </a:rPr>
                            <m:t>3</m:t>
                          </m:r>
                        </m:sup>
                      </m:sSup>
                    </m:oMath>
                  </m:oMathPara>
                </a14:m>
                <a:endParaRPr lang="en-US" altLang="ko-KR" dirty="0">
                  <a:latin typeface="Arial Narrow" panose="020B0606020202030204" pitchFamily="34" charset="0"/>
                </a:endParaRPr>
              </a:p>
              <a:p>
                <a:endParaRPr lang="ko-KR" altLang="en-US" dirty="0">
                  <a:latin typeface="Arial Narrow" panose="020B0606020202030204" pitchFamily="34" charset="0"/>
                </a:endParaRPr>
              </a:p>
              <a:p>
                <a:r>
                  <a:rPr lang="en-US" altLang="ko-KR" dirty="0">
                    <a:latin typeface="Arial Narrow" panose="020B0606020202030204" pitchFamily="34" charset="0"/>
                  </a:rPr>
                  <a:t>Solution</a:t>
                </a:r>
                <a:r>
                  <a:rPr lang="ko-KR" altLang="en-US" dirty="0">
                    <a:latin typeface="Arial Narrow" panose="020B0606020202030204" pitchFamily="34" charset="0"/>
                  </a:rPr>
                  <a:t>:</a:t>
                </a:r>
                <a:endParaRPr lang="en-US" altLang="ko-KR" dirty="0">
                  <a:latin typeface="Arial Narrow" panose="020B0606020202030204" pitchFamily="34" charset="0"/>
                </a:endParaRPr>
              </a:p>
              <a:p>
                <a:pPr marL="342900" indent="-342900">
                  <a:lnSpc>
                    <a:spcPct val="150000"/>
                  </a:lnSpc>
                  <a:buAutoNum type="arabicPeriod"/>
                </a:pPr>
                <a:r>
                  <a:rPr lang="en-US" altLang="ko-KR" b="0" dirty="0"/>
                  <a:t>Let </a:t>
                </a:r>
                <a14:m>
                  <m:oMath xmlns:m="http://schemas.openxmlformats.org/officeDocument/2006/math">
                    <m:r>
                      <a:rPr lang="en-US" altLang="ko-KR" b="0" i="1" smtClean="0">
                        <a:latin typeface="Cambria Math" panose="02040503050406030204" pitchFamily="18" charset="0"/>
                      </a:rPr>
                      <m:t>𝑓</m:t>
                    </m:r>
                    <m:d>
                      <m:dPr>
                        <m:ctrlPr>
                          <a:rPr lang="en-US" altLang="ko-KR" b="0" i="1" smtClean="0">
                            <a:latin typeface="Cambria Math" panose="02040503050406030204" pitchFamily="18" charset="0"/>
                          </a:rPr>
                        </m:ctrlPr>
                      </m:dPr>
                      <m:e>
                        <m:r>
                          <a:rPr lang="en-US" altLang="ko-KR" b="0" i="1" smtClean="0">
                            <a:latin typeface="Cambria Math" panose="02040503050406030204" pitchFamily="18" charset="0"/>
                          </a:rPr>
                          <m:t>𝑢</m:t>
                        </m:r>
                      </m:e>
                    </m:d>
                    <m:r>
                      <a:rPr lang="en-US" altLang="ko-KR" b="0" i="1" smtClean="0">
                        <a:latin typeface="Cambria Math" panose="02040503050406030204" pitchFamily="18" charset="0"/>
                      </a:rPr>
                      <m:t>=</m:t>
                    </m:r>
                    <m:sSup>
                      <m:sSupPr>
                        <m:ctrlPr>
                          <a:rPr lang="en-US" altLang="ko-KR" b="0" i="1" smtClean="0">
                            <a:latin typeface="Cambria Math" panose="02040503050406030204" pitchFamily="18" charset="0"/>
                          </a:rPr>
                        </m:ctrlPr>
                      </m:sSupPr>
                      <m:e>
                        <m:r>
                          <a:rPr lang="en-US" altLang="ko-KR" i="1">
                            <a:latin typeface="Cambria Math" panose="02040503050406030204" pitchFamily="18" charset="0"/>
                          </a:rPr>
                          <m:t>𝑢</m:t>
                        </m:r>
                      </m:e>
                      <m:sup>
                        <m:r>
                          <a:rPr lang="en-US" altLang="ko-KR" b="0" i="1" smtClean="0">
                            <a:latin typeface="Cambria Math" panose="02040503050406030204" pitchFamily="18" charset="0"/>
                          </a:rPr>
                          <m:t>3</m:t>
                        </m:r>
                      </m:sup>
                    </m:sSup>
                    <m:r>
                      <a:rPr lang="en-US" altLang="ko-KR" b="0" i="1" smtClean="0">
                        <a:latin typeface="Cambria Math" panose="02040503050406030204" pitchFamily="18" charset="0"/>
                      </a:rPr>
                      <m:t>,  </m:t>
                    </m:r>
                    <m:r>
                      <a:rPr lang="en-US" altLang="ko-KR" b="0" i="1" smtClean="0">
                        <a:latin typeface="Cambria Math" panose="02040503050406030204" pitchFamily="18" charset="0"/>
                      </a:rPr>
                      <m:t>𝑔</m:t>
                    </m:r>
                    <m:d>
                      <m:dPr>
                        <m:ctrlPr>
                          <a:rPr lang="en-US" altLang="ko-KR" b="0" i="1" smtClean="0">
                            <a:latin typeface="Cambria Math" panose="02040503050406030204" pitchFamily="18" charset="0"/>
                          </a:rPr>
                        </m:ctrlPr>
                      </m:dPr>
                      <m:e>
                        <m:r>
                          <a:rPr lang="en-US" altLang="ko-KR" b="0" i="1" smtClean="0">
                            <a:latin typeface="Cambria Math" panose="02040503050406030204" pitchFamily="18" charset="0"/>
                          </a:rPr>
                          <m:t>𝑥</m:t>
                        </m:r>
                      </m:e>
                    </m:d>
                    <m:r>
                      <a:rPr lang="en-US" altLang="ko-KR" b="0" i="1" smtClean="0">
                        <a:latin typeface="Cambria Math" panose="02040503050406030204" pitchFamily="18" charset="0"/>
                      </a:rPr>
                      <m:t>=</m:t>
                    </m:r>
                    <m:sSup>
                      <m:sSupPr>
                        <m:ctrlPr>
                          <a:rPr lang="en-US" altLang="ko-KR" i="1">
                            <a:latin typeface="Cambria Math" panose="02040503050406030204" pitchFamily="18" charset="0"/>
                          </a:rPr>
                        </m:ctrlPr>
                      </m:sSupPr>
                      <m:e>
                        <m:r>
                          <a:rPr lang="en-US" altLang="ko-KR" b="0" i="1" smtClean="0">
                            <a:latin typeface="Cambria Math" panose="02040503050406030204" pitchFamily="18" charset="0"/>
                          </a:rPr>
                          <m:t>𝑥</m:t>
                        </m:r>
                      </m:e>
                      <m:sup>
                        <m:r>
                          <a:rPr lang="en-US" altLang="ko-KR" b="0" i="1" smtClean="0">
                            <a:latin typeface="Cambria Math" panose="02040503050406030204" pitchFamily="18" charset="0"/>
                          </a:rPr>
                          <m:t>2</m:t>
                        </m:r>
                      </m:sup>
                    </m:sSup>
                    <m:r>
                      <a:rPr lang="en-US" altLang="ko-KR" b="0" i="1" smtClean="0">
                        <a:latin typeface="Cambria Math" panose="02040503050406030204" pitchFamily="18" charset="0"/>
                      </a:rPr>
                      <m:t>+1,   </m:t>
                    </m:r>
                    <m:r>
                      <a:rPr lang="en-US" altLang="ko-KR" b="0" i="1" smtClean="0">
                        <a:latin typeface="Cambria Math" panose="02040503050406030204" pitchFamily="18" charset="0"/>
                      </a:rPr>
                      <m:t>𝑗</m:t>
                    </m:r>
                    <m:d>
                      <m:dPr>
                        <m:ctrlPr>
                          <a:rPr lang="en-US" altLang="ko-KR" b="0" i="1" smtClean="0">
                            <a:latin typeface="Cambria Math" panose="02040503050406030204" pitchFamily="18" charset="0"/>
                          </a:rPr>
                        </m:ctrlPr>
                      </m:dPr>
                      <m:e>
                        <m:r>
                          <a:rPr lang="en-US" altLang="ko-KR" b="0" i="1" smtClean="0">
                            <a:latin typeface="Cambria Math" panose="02040503050406030204" pitchFamily="18" charset="0"/>
                          </a:rPr>
                          <m:t>𝑢</m:t>
                        </m:r>
                      </m:e>
                    </m:d>
                    <m:r>
                      <a:rPr lang="en-US" altLang="ko-KR" b="0" i="1" smtClean="0">
                        <a:latin typeface="Cambria Math" panose="02040503050406030204" pitchFamily="18" charset="0"/>
                      </a:rPr>
                      <m:t>=</m:t>
                    </m:r>
                    <m:r>
                      <a:rPr lang="en-US" altLang="ko-KR" b="0" i="1" smtClean="0">
                        <a:latin typeface="Cambria Math" panose="02040503050406030204" pitchFamily="18" charset="0"/>
                      </a:rPr>
                      <m:t>𝑓</m:t>
                    </m:r>
                    <m:d>
                      <m:dPr>
                        <m:ctrlPr>
                          <a:rPr lang="en-US" altLang="ko-KR" b="0" i="1" smtClean="0">
                            <a:latin typeface="Cambria Math" panose="02040503050406030204" pitchFamily="18" charset="0"/>
                          </a:rPr>
                        </m:ctrlPr>
                      </m:dPr>
                      <m:e>
                        <m:r>
                          <a:rPr lang="en-US" altLang="ko-KR" b="0" i="1" smtClean="0">
                            <a:latin typeface="Cambria Math" panose="02040503050406030204" pitchFamily="18" charset="0"/>
                          </a:rPr>
                          <m:t>𝑔</m:t>
                        </m:r>
                        <m:d>
                          <m:dPr>
                            <m:ctrlPr>
                              <a:rPr lang="en-US" altLang="ko-KR" b="0" i="1" smtClean="0">
                                <a:latin typeface="Cambria Math" panose="02040503050406030204" pitchFamily="18" charset="0"/>
                              </a:rPr>
                            </m:ctrlPr>
                          </m:dPr>
                          <m:e>
                            <m:r>
                              <a:rPr lang="en-US" altLang="ko-KR" b="0" i="1" smtClean="0">
                                <a:latin typeface="Cambria Math" panose="02040503050406030204" pitchFamily="18" charset="0"/>
                              </a:rPr>
                              <m:t>𝑥</m:t>
                            </m:r>
                          </m:e>
                        </m:d>
                      </m:e>
                    </m:d>
                  </m:oMath>
                </a14:m>
                <a:endParaRPr lang="en-US" altLang="ko-KR" b="0" dirty="0">
                  <a:latin typeface="Arial Narrow" panose="020B0606020202030204" pitchFamily="34" charset="0"/>
                </a:endParaRPr>
              </a:p>
              <a:p>
                <a:pPr marL="342900" indent="-342900">
                  <a:lnSpc>
                    <a:spcPct val="150000"/>
                  </a:lnSpc>
                  <a:buFontTx/>
                  <a:buAutoNum type="arabicPeriod"/>
                </a:pPr>
                <a:r>
                  <a:rPr lang="en-US" altLang="ko-KR" dirty="0">
                    <a:latin typeface="Arial Narrow" panose="020B0606020202030204" pitchFamily="34" charset="0"/>
                  </a:rPr>
                  <a:t>Then, </a:t>
                </a:r>
                <a14:m>
                  <m:oMath xmlns:m="http://schemas.openxmlformats.org/officeDocument/2006/math">
                    <m:sSup>
                      <m:sSupPr>
                        <m:ctrlPr>
                          <a:rPr lang="en-US" altLang="ko-KR" sz="1800" i="1" smtClean="0">
                            <a:latin typeface="Cambria Math" panose="02040503050406030204" pitchFamily="18" charset="0"/>
                          </a:rPr>
                        </m:ctrlPr>
                      </m:sSupPr>
                      <m:e>
                        <m:r>
                          <a:rPr lang="en-US" altLang="ko-KR" sz="1800" b="0" i="1" smtClean="0">
                            <a:latin typeface="Cambria Math" panose="02040503050406030204" pitchFamily="18" charset="0"/>
                          </a:rPr>
                          <m:t>𝑓</m:t>
                        </m:r>
                      </m:e>
                      <m:sup>
                        <m:r>
                          <a:rPr lang="en-US" altLang="ko-KR" sz="1800" i="1">
                            <a:latin typeface="Cambria Math" panose="02040503050406030204" pitchFamily="18" charset="0"/>
                          </a:rPr>
                          <m:t>′</m:t>
                        </m:r>
                      </m:sup>
                    </m:sSup>
                    <m:d>
                      <m:dPr>
                        <m:ctrlPr>
                          <a:rPr lang="en-US" altLang="ko-KR" sz="1800" i="1" smtClean="0">
                            <a:latin typeface="Cambria Math" panose="02040503050406030204" pitchFamily="18" charset="0"/>
                          </a:rPr>
                        </m:ctrlPr>
                      </m:dPr>
                      <m:e>
                        <m:r>
                          <a:rPr lang="en-US" altLang="ko-KR" sz="1800" b="0" i="1" smtClean="0">
                            <a:latin typeface="Cambria Math" panose="02040503050406030204" pitchFamily="18" charset="0"/>
                          </a:rPr>
                          <m:t>𝑢</m:t>
                        </m:r>
                      </m:e>
                    </m:d>
                    <m:r>
                      <a:rPr lang="en-US" altLang="ko-KR" sz="1800" b="0" i="1" smtClean="0">
                        <a:latin typeface="Cambria Math" panose="02040503050406030204" pitchFamily="18" charset="0"/>
                      </a:rPr>
                      <m:t>=</m:t>
                    </m:r>
                    <m:sSup>
                      <m:sSupPr>
                        <m:ctrlPr>
                          <a:rPr lang="en-US" altLang="ko-KR" i="1">
                            <a:latin typeface="Cambria Math" panose="02040503050406030204" pitchFamily="18" charset="0"/>
                          </a:rPr>
                        </m:ctrlPr>
                      </m:sSupPr>
                      <m:e>
                        <m:r>
                          <a:rPr lang="en-US" altLang="ko-KR" b="0" i="1" smtClean="0">
                            <a:latin typeface="Cambria Math" panose="02040503050406030204" pitchFamily="18" charset="0"/>
                          </a:rPr>
                          <m:t>3</m:t>
                        </m:r>
                        <m:r>
                          <a:rPr lang="en-US" altLang="ko-KR" i="1">
                            <a:latin typeface="Cambria Math" panose="02040503050406030204" pitchFamily="18" charset="0"/>
                          </a:rPr>
                          <m:t>𝑢</m:t>
                        </m:r>
                      </m:e>
                      <m:sup>
                        <m:r>
                          <a:rPr lang="en-US" altLang="ko-KR" b="0" i="1" smtClean="0">
                            <a:latin typeface="Cambria Math" panose="02040503050406030204" pitchFamily="18" charset="0"/>
                          </a:rPr>
                          <m:t>2</m:t>
                        </m:r>
                      </m:sup>
                    </m:sSup>
                    <m:r>
                      <a:rPr lang="en-US" altLang="ko-KR" sz="1800" b="0" i="1" smtClean="0">
                        <a:latin typeface="Cambria Math" panose="02040503050406030204" pitchFamily="18" charset="0"/>
                      </a:rPr>
                      <m:t>,  </m:t>
                    </m:r>
                    <m:sSup>
                      <m:sSupPr>
                        <m:ctrlPr>
                          <a:rPr lang="en-US" altLang="ko-KR" i="1">
                            <a:latin typeface="Cambria Math" panose="02040503050406030204" pitchFamily="18" charset="0"/>
                          </a:rPr>
                        </m:ctrlPr>
                      </m:sSupPr>
                      <m:e>
                        <m:r>
                          <a:rPr lang="en-US" altLang="ko-KR" b="0" i="1" smtClean="0">
                            <a:latin typeface="Cambria Math" panose="02040503050406030204" pitchFamily="18" charset="0"/>
                          </a:rPr>
                          <m:t>𝑔</m:t>
                        </m:r>
                      </m:e>
                      <m:sup>
                        <m:r>
                          <a:rPr lang="en-US" altLang="ko-KR" i="1">
                            <a:latin typeface="Cambria Math" panose="02040503050406030204" pitchFamily="18" charset="0"/>
                          </a:rPr>
                          <m:t>′</m:t>
                        </m:r>
                      </m:sup>
                    </m:sSup>
                    <m:d>
                      <m:dPr>
                        <m:ctrlPr>
                          <a:rPr lang="en-US" altLang="ko-KR" i="1">
                            <a:latin typeface="Cambria Math" panose="02040503050406030204" pitchFamily="18" charset="0"/>
                          </a:rPr>
                        </m:ctrlPr>
                      </m:dPr>
                      <m:e>
                        <m:r>
                          <a:rPr lang="en-US" altLang="ko-KR" i="1">
                            <a:latin typeface="Cambria Math" panose="02040503050406030204" pitchFamily="18" charset="0"/>
                          </a:rPr>
                          <m:t>𝑥</m:t>
                        </m:r>
                      </m:e>
                    </m:d>
                    <m:r>
                      <a:rPr lang="en-US" altLang="ko-KR" b="0" i="1" smtClean="0">
                        <a:latin typeface="Cambria Math" panose="02040503050406030204" pitchFamily="18" charset="0"/>
                      </a:rPr>
                      <m:t>=2</m:t>
                    </m:r>
                    <m:r>
                      <a:rPr lang="en-US" altLang="ko-KR" b="0" i="1" smtClean="0">
                        <a:latin typeface="Cambria Math" panose="02040503050406030204" pitchFamily="18" charset="0"/>
                      </a:rPr>
                      <m:t>𝑥</m:t>
                    </m:r>
                  </m:oMath>
                </a14:m>
                <a:endParaRPr lang="en-US" altLang="ko-KR" b="0" dirty="0">
                  <a:latin typeface="Arial Narrow" panose="020B0606020202030204" pitchFamily="34" charset="0"/>
                </a:endParaRPr>
              </a:p>
              <a:p>
                <a:pPr marL="342900" indent="-342900">
                  <a:lnSpc>
                    <a:spcPct val="150000"/>
                  </a:lnSpc>
                  <a:buFontTx/>
                  <a:buAutoNum type="arabicPeriod"/>
                </a:pPr>
                <a:r>
                  <a:rPr lang="en-US" altLang="ko-KR" dirty="0">
                    <a:latin typeface="Arial Narrow" panose="020B0606020202030204" pitchFamily="34" charset="0"/>
                  </a:rPr>
                  <a:t>Applying the chain rule: </a:t>
                </a:r>
                <a14:m>
                  <m:oMath xmlns:m="http://schemas.openxmlformats.org/officeDocument/2006/math">
                    <m:sSup>
                      <m:sSupPr>
                        <m:ctrlPr>
                          <a:rPr lang="en-US" altLang="ko-KR" sz="1800" i="1" smtClean="0">
                            <a:latin typeface="Cambria Math" panose="02040503050406030204" pitchFamily="18" charset="0"/>
                          </a:rPr>
                        </m:ctrlPr>
                      </m:sSupPr>
                      <m:e>
                        <m:r>
                          <a:rPr lang="en-US" altLang="ko-KR" i="1">
                            <a:latin typeface="Cambria Math" panose="02040503050406030204" pitchFamily="18" charset="0"/>
                          </a:rPr>
                          <m:t>𝑓</m:t>
                        </m:r>
                        <m:r>
                          <a:rPr lang="en-US" altLang="ko-KR" i="1">
                            <a:latin typeface="Cambria Math" panose="02040503050406030204" pitchFamily="18" charset="0"/>
                          </a:rPr>
                          <m:t>(</m:t>
                        </m:r>
                        <m:r>
                          <a:rPr lang="en-US" altLang="ko-KR" i="1">
                            <a:latin typeface="Cambria Math" panose="02040503050406030204" pitchFamily="18" charset="0"/>
                          </a:rPr>
                          <m:t>𝑔</m:t>
                        </m:r>
                        <m:r>
                          <a:rPr lang="en-US" altLang="ko-KR" i="1">
                            <a:latin typeface="Cambria Math" panose="02040503050406030204" pitchFamily="18" charset="0"/>
                          </a:rPr>
                          <m:t>(</m:t>
                        </m:r>
                        <m:r>
                          <a:rPr lang="en-US" altLang="ko-KR" i="1">
                            <a:latin typeface="Cambria Math" panose="02040503050406030204" pitchFamily="18" charset="0"/>
                          </a:rPr>
                          <m:t>𝑥</m:t>
                        </m:r>
                        <m:r>
                          <a:rPr lang="en-US" altLang="ko-KR" i="1">
                            <a:latin typeface="Cambria Math" panose="02040503050406030204" pitchFamily="18" charset="0"/>
                          </a:rPr>
                          <m:t>))</m:t>
                        </m:r>
                      </m:e>
                      <m:sup>
                        <m:r>
                          <a:rPr lang="en-US" altLang="ko-KR" sz="1800" i="1">
                            <a:latin typeface="Cambria Math" panose="02040503050406030204" pitchFamily="18" charset="0"/>
                          </a:rPr>
                          <m:t>′</m:t>
                        </m:r>
                      </m:sup>
                    </m:sSup>
                    <m:r>
                      <a:rPr lang="en-US" altLang="ko-KR" sz="1800" i="1">
                        <a:latin typeface="Cambria Math" panose="02040503050406030204" pitchFamily="18" charset="0"/>
                      </a:rPr>
                      <m:t>=</m:t>
                    </m:r>
                    <m:sSup>
                      <m:sSupPr>
                        <m:ctrlPr>
                          <a:rPr lang="en-US" altLang="ko-KR" i="1">
                            <a:latin typeface="Cambria Math" panose="02040503050406030204" pitchFamily="18" charset="0"/>
                          </a:rPr>
                        </m:ctrlPr>
                      </m:sSupPr>
                      <m:e>
                        <m:r>
                          <a:rPr lang="en-US" altLang="ko-KR" i="1">
                            <a:latin typeface="Cambria Math" panose="02040503050406030204" pitchFamily="18" charset="0"/>
                          </a:rPr>
                          <m:t>𝑓</m:t>
                        </m:r>
                      </m:e>
                      <m:sup>
                        <m:r>
                          <a:rPr lang="en-US" altLang="ko-KR" i="1">
                            <a:latin typeface="Cambria Math" panose="02040503050406030204" pitchFamily="18" charset="0"/>
                          </a:rPr>
                          <m:t>′</m:t>
                        </m:r>
                      </m:sup>
                    </m:sSup>
                    <m:d>
                      <m:dPr>
                        <m:ctrlPr>
                          <a:rPr lang="en-US" altLang="ko-KR" b="0" i="1" smtClean="0">
                            <a:latin typeface="Cambria Math" panose="02040503050406030204" pitchFamily="18" charset="0"/>
                          </a:rPr>
                        </m:ctrlPr>
                      </m:dPr>
                      <m:e>
                        <m:r>
                          <a:rPr lang="en-US" altLang="ko-KR" b="0" i="1" smtClean="0">
                            <a:latin typeface="Cambria Math" panose="02040503050406030204" pitchFamily="18" charset="0"/>
                          </a:rPr>
                          <m:t>𝑔</m:t>
                        </m:r>
                        <m:d>
                          <m:dPr>
                            <m:ctrlPr>
                              <a:rPr lang="en-US" altLang="ko-KR" b="0" i="1" smtClean="0">
                                <a:latin typeface="Cambria Math" panose="02040503050406030204" pitchFamily="18" charset="0"/>
                              </a:rPr>
                            </m:ctrlPr>
                          </m:dPr>
                          <m:e>
                            <m:r>
                              <a:rPr lang="en-US" altLang="ko-KR" b="0" i="1" smtClean="0">
                                <a:latin typeface="Cambria Math" panose="02040503050406030204" pitchFamily="18" charset="0"/>
                              </a:rPr>
                              <m:t>𝑥</m:t>
                            </m:r>
                          </m:e>
                        </m:d>
                      </m:e>
                    </m:d>
                    <m:r>
                      <a:rPr lang="en-US" altLang="ko-KR" b="0" i="1" smtClean="0">
                        <a:latin typeface="Cambria Math" panose="02040503050406030204" pitchFamily="18" charset="0"/>
                      </a:rPr>
                      <m:t>∗</m:t>
                    </m:r>
                    <m:sSup>
                      <m:sSupPr>
                        <m:ctrlPr>
                          <a:rPr lang="en-US" altLang="ko-KR" i="1">
                            <a:latin typeface="Cambria Math" panose="02040503050406030204" pitchFamily="18" charset="0"/>
                          </a:rPr>
                        </m:ctrlPr>
                      </m:sSupPr>
                      <m:e>
                        <m:r>
                          <a:rPr lang="en-US" altLang="ko-KR" b="0" i="1" smtClean="0">
                            <a:latin typeface="Cambria Math" panose="02040503050406030204" pitchFamily="18" charset="0"/>
                          </a:rPr>
                          <m:t>𝑔</m:t>
                        </m:r>
                      </m:e>
                      <m:sup>
                        <m:r>
                          <a:rPr lang="en-US" altLang="ko-KR" i="1">
                            <a:latin typeface="Cambria Math" panose="02040503050406030204" pitchFamily="18" charset="0"/>
                          </a:rPr>
                          <m:t>′</m:t>
                        </m:r>
                      </m:sup>
                    </m:sSup>
                    <m:d>
                      <m:dPr>
                        <m:ctrlPr>
                          <a:rPr lang="en-US" altLang="ko-KR" i="1">
                            <a:latin typeface="Cambria Math" panose="02040503050406030204" pitchFamily="18" charset="0"/>
                          </a:rPr>
                        </m:ctrlPr>
                      </m:dPr>
                      <m:e>
                        <m:r>
                          <a:rPr lang="en-US" altLang="ko-KR" b="0" i="1" smtClean="0">
                            <a:latin typeface="Cambria Math" panose="02040503050406030204" pitchFamily="18" charset="0"/>
                          </a:rPr>
                          <m:t>𝑥</m:t>
                        </m:r>
                      </m:e>
                    </m:d>
                  </m:oMath>
                </a14:m>
                <a:endParaRPr lang="en-US" altLang="ko-KR" dirty="0">
                  <a:latin typeface="Arial Narrow" panose="020B0606020202030204" pitchFamily="34" charset="0"/>
                </a:endParaRPr>
              </a:p>
              <a:p>
                <a:pPr marL="342900" indent="-342900">
                  <a:lnSpc>
                    <a:spcPct val="150000"/>
                  </a:lnSpc>
                  <a:buFontTx/>
                  <a:buAutoNum type="arabicPeriod"/>
                </a:pPr>
                <a14:m>
                  <m:oMath xmlns:m="http://schemas.openxmlformats.org/officeDocument/2006/math">
                    <m:sSup>
                      <m:sSupPr>
                        <m:ctrlPr>
                          <a:rPr lang="en-US" altLang="ko-KR" i="1">
                            <a:latin typeface="Cambria Math" panose="02040503050406030204" pitchFamily="18" charset="0"/>
                          </a:rPr>
                        </m:ctrlPr>
                      </m:sSupPr>
                      <m:e>
                        <m:r>
                          <a:rPr lang="en-US" altLang="ko-KR" b="0" i="1" smtClean="0">
                            <a:latin typeface="Cambria Math" panose="02040503050406030204" pitchFamily="18" charset="0"/>
                          </a:rPr>
                          <m:t>𝑗</m:t>
                        </m:r>
                      </m:e>
                      <m:sup>
                        <m:r>
                          <a:rPr lang="en-US" altLang="ko-KR" i="1">
                            <a:latin typeface="Cambria Math" panose="02040503050406030204" pitchFamily="18" charset="0"/>
                          </a:rPr>
                          <m:t>′</m:t>
                        </m:r>
                      </m:sup>
                    </m:sSup>
                    <m:d>
                      <m:dPr>
                        <m:ctrlPr>
                          <a:rPr lang="en-US" altLang="ko-KR" i="1">
                            <a:latin typeface="Cambria Math" panose="02040503050406030204" pitchFamily="18" charset="0"/>
                          </a:rPr>
                        </m:ctrlPr>
                      </m:dPr>
                      <m:e>
                        <m:r>
                          <a:rPr lang="en-US" altLang="ko-KR" i="1">
                            <a:latin typeface="Cambria Math" panose="02040503050406030204" pitchFamily="18" charset="0"/>
                          </a:rPr>
                          <m:t>𝑢</m:t>
                        </m:r>
                      </m:e>
                    </m:d>
                    <m:r>
                      <a:rPr lang="en-US" altLang="ko-KR" i="1">
                        <a:latin typeface="Cambria Math" panose="02040503050406030204" pitchFamily="18" charset="0"/>
                      </a:rPr>
                      <m:t>=</m:t>
                    </m:r>
                    <m:sSup>
                      <m:sSupPr>
                        <m:ctrlPr>
                          <a:rPr lang="en-US" altLang="ko-KR" i="1" smtClean="0">
                            <a:latin typeface="Cambria Math" panose="02040503050406030204" pitchFamily="18" charset="0"/>
                          </a:rPr>
                        </m:ctrlPr>
                      </m:sSupPr>
                      <m:e>
                        <m:r>
                          <a:rPr lang="en-US" altLang="ko-KR" b="0" i="1" smtClean="0">
                            <a:latin typeface="Cambria Math" panose="02040503050406030204" pitchFamily="18" charset="0"/>
                          </a:rPr>
                          <m:t>3(</m:t>
                        </m:r>
                        <m:r>
                          <a:rPr lang="en-US" altLang="ko-KR" b="0" i="1" smtClean="0">
                            <a:latin typeface="Cambria Math" panose="02040503050406030204" pitchFamily="18" charset="0"/>
                          </a:rPr>
                          <m:t>𝑔</m:t>
                        </m:r>
                        <m:r>
                          <a:rPr lang="en-US" altLang="ko-KR" b="0" i="1" smtClean="0">
                            <a:latin typeface="Cambria Math" panose="02040503050406030204" pitchFamily="18" charset="0"/>
                          </a:rPr>
                          <m:t>(</m:t>
                        </m:r>
                        <m:r>
                          <a:rPr lang="en-US" altLang="ko-KR" b="0" i="1" smtClean="0">
                            <a:latin typeface="Cambria Math" panose="02040503050406030204" pitchFamily="18" charset="0"/>
                          </a:rPr>
                          <m:t>𝑥</m:t>
                        </m:r>
                        <m:r>
                          <a:rPr lang="en-US" altLang="ko-KR" b="0" i="1" smtClean="0">
                            <a:latin typeface="Cambria Math" panose="02040503050406030204" pitchFamily="18" charset="0"/>
                          </a:rPr>
                          <m:t>))</m:t>
                        </m:r>
                      </m:e>
                      <m:sup>
                        <m:r>
                          <a:rPr lang="en-US" altLang="ko-KR" b="0" i="1" smtClean="0">
                            <a:latin typeface="Cambria Math" panose="02040503050406030204" pitchFamily="18" charset="0"/>
                          </a:rPr>
                          <m:t>2</m:t>
                        </m:r>
                      </m:sup>
                    </m:sSup>
                    <m:r>
                      <a:rPr lang="en-US" altLang="ko-KR" b="0" i="1" smtClean="0">
                        <a:latin typeface="Cambria Math" panose="02040503050406030204" pitchFamily="18" charset="0"/>
                      </a:rPr>
                      <m:t>∗</m:t>
                    </m:r>
                    <m:sSup>
                      <m:sSupPr>
                        <m:ctrlPr>
                          <a:rPr lang="en-US" altLang="ko-KR" i="1">
                            <a:latin typeface="Cambria Math" panose="02040503050406030204" pitchFamily="18" charset="0"/>
                          </a:rPr>
                        </m:ctrlPr>
                      </m:sSupPr>
                      <m:e>
                        <m:r>
                          <a:rPr lang="en-US" altLang="ko-KR" b="0" i="1" smtClean="0">
                            <a:latin typeface="Cambria Math" panose="02040503050406030204" pitchFamily="18" charset="0"/>
                          </a:rPr>
                          <m:t>𝑔</m:t>
                        </m:r>
                      </m:e>
                      <m:sup>
                        <m:r>
                          <a:rPr lang="en-US" altLang="ko-KR" b="0" i="1" smtClean="0">
                            <a:latin typeface="Cambria Math" panose="02040503050406030204" pitchFamily="18" charset="0"/>
                          </a:rPr>
                          <m:t>′</m:t>
                        </m:r>
                      </m:sup>
                    </m:sSup>
                    <m:d>
                      <m:dPr>
                        <m:ctrlPr>
                          <a:rPr lang="en-US" altLang="ko-KR" b="0" i="1" smtClean="0">
                            <a:latin typeface="Cambria Math" panose="02040503050406030204" pitchFamily="18" charset="0"/>
                          </a:rPr>
                        </m:ctrlPr>
                      </m:dPr>
                      <m:e>
                        <m:r>
                          <a:rPr lang="en-US" altLang="ko-KR" b="0" i="1" smtClean="0">
                            <a:latin typeface="Cambria Math" panose="02040503050406030204" pitchFamily="18" charset="0"/>
                          </a:rPr>
                          <m:t>𝑥</m:t>
                        </m:r>
                      </m:e>
                    </m:d>
                  </m:oMath>
                </a14:m>
                <a:endParaRPr lang="en-US" altLang="ko-KR" b="0" dirty="0">
                  <a:latin typeface="Arial Narrow" panose="020B0606020202030204" pitchFamily="34" charset="0"/>
                </a:endParaRPr>
              </a:p>
              <a:p>
                <a:pPr marL="342900" indent="-342900">
                  <a:lnSpc>
                    <a:spcPct val="150000"/>
                  </a:lnSpc>
                  <a:buFontTx/>
                  <a:buAutoNum type="arabicPeriod"/>
                </a:pPr>
                <a14:m>
                  <m:oMath xmlns:m="http://schemas.openxmlformats.org/officeDocument/2006/math">
                    <m:sSup>
                      <m:sSupPr>
                        <m:ctrlPr>
                          <a:rPr lang="en-US" altLang="ko-KR" i="1" smtClean="0">
                            <a:latin typeface="Cambria Math" panose="02040503050406030204" pitchFamily="18" charset="0"/>
                          </a:rPr>
                        </m:ctrlPr>
                      </m:sSupPr>
                      <m:e>
                        <m:r>
                          <a:rPr lang="en-US" altLang="ko-KR" b="0" i="1" smtClean="0">
                            <a:latin typeface="Cambria Math" panose="02040503050406030204" pitchFamily="18" charset="0"/>
                          </a:rPr>
                          <m:t>𝑗</m:t>
                        </m:r>
                      </m:e>
                      <m:sup>
                        <m:r>
                          <a:rPr lang="en-US" altLang="ko-KR" i="1">
                            <a:latin typeface="Cambria Math" panose="02040503050406030204" pitchFamily="18" charset="0"/>
                          </a:rPr>
                          <m:t>′</m:t>
                        </m:r>
                      </m:sup>
                    </m:sSup>
                    <m:d>
                      <m:dPr>
                        <m:ctrlPr>
                          <a:rPr lang="en-US" altLang="ko-KR" i="1">
                            <a:latin typeface="Cambria Math" panose="02040503050406030204" pitchFamily="18" charset="0"/>
                          </a:rPr>
                        </m:ctrlPr>
                      </m:dPr>
                      <m:e>
                        <m:r>
                          <a:rPr lang="en-US" altLang="ko-KR" i="1">
                            <a:latin typeface="Cambria Math" panose="02040503050406030204" pitchFamily="18" charset="0"/>
                          </a:rPr>
                          <m:t>𝑢</m:t>
                        </m:r>
                      </m:e>
                    </m:d>
                    <m:r>
                      <a:rPr lang="en-US" altLang="ko-KR" i="1">
                        <a:latin typeface="Cambria Math" panose="02040503050406030204" pitchFamily="18" charset="0"/>
                      </a:rPr>
                      <m:t>=</m:t>
                    </m:r>
                    <m:sSup>
                      <m:sSupPr>
                        <m:ctrlPr>
                          <a:rPr lang="en-US" altLang="ko-KR" i="1" smtClean="0">
                            <a:latin typeface="Cambria Math" panose="02040503050406030204" pitchFamily="18" charset="0"/>
                          </a:rPr>
                        </m:ctrlPr>
                      </m:sSupPr>
                      <m:e>
                        <m:r>
                          <a:rPr lang="en-US" altLang="ko-KR" b="0" i="1" smtClean="0">
                            <a:latin typeface="Cambria Math" panose="02040503050406030204" pitchFamily="18" charset="0"/>
                          </a:rPr>
                          <m:t>3(</m:t>
                        </m:r>
                        <m:sSup>
                          <m:sSupPr>
                            <m:ctrlPr>
                              <a:rPr lang="en-US" altLang="ko-KR" i="1">
                                <a:latin typeface="Cambria Math" panose="02040503050406030204" pitchFamily="18" charset="0"/>
                              </a:rPr>
                            </m:ctrlPr>
                          </m:sSupPr>
                          <m:e>
                            <m:r>
                              <a:rPr lang="en-US" altLang="ko-KR" i="1">
                                <a:latin typeface="Cambria Math" panose="02040503050406030204" pitchFamily="18" charset="0"/>
                              </a:rPr>
                              <m:t>𝑥</m:t>
                            </m:r>
                          </m:e>
                          <m:sup>
                            <m:r>
                              <a:rPr lang="en-US" altLang="ko-KR" i="1">
                                <a:latin typeface="Cambria Math" panose="02040503050406030204" pitchFamily="18" charset="0"/>
                              </a:rPr>
                              <m:t>2</m:t>
                            </m:r>
                          </m:sup>
                        </m:sSup>
                        <m:r>
                          <a:rPr lang="en-US" altLang="ko-KR" i="1">
                            <a:latin typeface="Cambria Math" panose="02040503050406030204" pitchFamily="18" charset="0"/>
                          </a:rPr>
                          <m:t>+1)</m:t>
                        </m:r>
                      </m:e>
                      <m:sup>
                        <m:r>
                          <a:rPr lang="en-US" altLang="ko-KR" b="0" i="1" smtClean="0">
                            <a:latin typeface="Cambria Math" panose="02040503050406030204" pitchFamily="18" charset="0"/>
                          </a:rPr>
                          <m:t>2</m:t>
                        </m:r>
                      </m:sup>
                    </m:sSup>
                    <m:r>
                      <a:rPr lang="en-US" altLang="ko-KR" b="0" i="1" smtClean="0">
                        <a:latin typeface="Cambria Math" panose="02040503050406030204" pitchFamily="18" charset="0"/>
                      </a:rPr>
                      <m:t>∗</m:t>
                    </m:r>
                    <m:r>
                      <a:rPr lang="en-US" altLang="ko-KR" i="1" smtClean="0">
                        <a:latin typeface="Cambria Math" panose="02040503050406030204" pitchFamily="18" charset="0"/>
                      </a:rPr>
                      <m:t>2</m:t>
                    </m:r>
                    <m:r>
                      <a:rPr lang="en-US" altLang="ko-KR" b="0" i="1" smtClean="0">
                        <a:latin typeface="Cambria Math" panose="02040503050406030204" pitchFamily="18" charset="0"/>
                      </a:rPr>
                      <m:t>𝑥</m:t>
                    </m:r>
                  </m:oMath>
                </a14:m>
                <a:endParaRPr lang="en-US" altLang="ko-KR" b="0" dirty="0">
                  <a:latin typeface="Arial Narrow" panose="020B0606020202030204" pitchFamily="34" charset="0"/>
                </a:endParaRPr>
              </a:p>
              <a:p>
                <a:pPr marL="342900" indent="-342900">
                  <a:lnSpc>
                    <a:spcPct val="150000"/>
                  </a:lnSpc>
                  <a:buFontTx/>
                  <a:buAutoNum type="arabicPeriod"/>
                </a:pPr>
                <a14:m>
                  <m:oMath xmlns:m="http://schemas.openxmlformats.org/officeDocument/2006/math">
                    <m:sSup>
                      <m:sSupPr>
                        <m:ctrlPr>
                          <a:rPr lang="en-US" altLang="ko-KR" i="1" smtClean="0">
                            <a:latin typeface="Cambria Math" panose="02040503050406030204" pitchFamily="18" charset="0"/>
                          </a:rPr>
                        </m:ctrlPr>
                      </m:sSupPr>
                      <m:e>
                        <m:r>
                          <a:rPr lang="en-US" altLang="ko-KR" b="0" i="1" smtClean="0">
                            <a:latin typeface="Cambria Math" panose="02040503050406030204" pitchFamily="18" charset="0"/>
                          </a:rPr>
                          <m:t>𝑗</m:t>
                        </m:r>
                      </m:e>
                      <m:sup>
                        <m:r>
                          <a:rPr lang="en-US" altLang="ko-KR" i="1">
                            <a:latin typeface="Cambria Math" panose="02040503050406030204" pitchFamily="18" charset="0"/>
                          </a:rPr>
                          <m:t>′</m:t>
                        </m:r>
                      </m:sup>
                    </m:sSup>
                    <m:d>
                      <m:dPr>
                        <m:ctrlPr>
                          <a:rPr lang="en-US" altLang="ko-KR" i="1">
                            <a:latin typeface="Cambria Math" panose="02040503050406030204" pitchFamily="18" charset="0"/>
                          </a:rPr>
                        </m:ctrlPr>
                      </m:dPr>
                      <m:e>
                        <m:r>
                          <a:rPr lang="en-US" altLang="ko-KR" i="1">
                            <a:latin typeface="Cambria Math" panose="02040503050406030204" pitchFamily="18" charset="0"/>
                          </a:rPr>
                          <m:t>𝑢</m:t>
                        </m:r>
                      </m:e>
                    </m:d>
                    <m:r>
                      <a:rPr lang="en-US" altLang="ko-KR" i="1">
                        <a:latin typeface="Cambria Math" panose="02040503050406030204" pitchFamily="18" charset="0"/>
                      </a:rPr>
                      <m:t>=</m:t>
                    </m:r>
                    <m:sSup>
                      <m:sSupPr>
                        <m:ctrlPr>
                          <a:rPr lang="en-US" altLang="ko-KR" i="1" smtClean="0">
                            <a:latin typeface="Cambria Math" panose="02040503050406030204" pitchFamily="18" charset="0"/>
                          </a:rPr>
                        </m:ctrlPr>
                      </m:sSupPr>
                      <m:e>
                        <m:r>
                          <a:rPr lang="en-US" altLang="ko-KR" b="0" i="1" smtClean="0">
                            <a:latin typeface="Cambria Math" panose="02040503050406030204" pitchFamily="18" charset="0"/>
                          </a:rPr>
                          <m:t>6</m:t>
                        </m:r>
                        <m:r>
                          <a:rPr lang="en-US" altLang="ko-KR" b="0" i="1" smtClean="0">
                            <a:latin typeface="Cambria Math" panose="02040503050406030204" pitchFamily="18" charset="0"/>
                          </a:rPr>
                          <m:t>𝑥</m:t>
                        </m:r>
                        <m:r>
                          <a:rPr lang="en-US" altLang="ko-KR" b="0" i="1" smtClean="0">
                            <a:latin typeface="Cambria Math" panose="02040503050406030204" pitchFamily="18" charset="0"/>
                          </a:rPr>
                          <m:t>(</m:t>
                        </m:r>
                        <m:sSup>
                          <m:sSupPr>
                            <m:ctrlPr>
                              <a:rPr lang="en-US" altLang="ko-KR" i="1">
                                <a:latin typeface="Cambria Math" panose="02040503050406030204" pitchFamily="18" charset="0"/>
                              </a:rPr>
                            </m:ctrlPr>
                          </m:sSupPr>
                          <m:e>
                            <m:r>
                              <a:rPr lang="en-US" altLang="ko-KR" i="1">
                                <a:latin typeface="Cambria Math" panose="02040503050406030204" pitchFamily="18" charset="0"/>
                              </a:rPr>
                              <m:t>𝑥</m:t>
                            </m:r>
                          </m:e>
                          <m:sup>
                            <m:r>
                              <a:rPr lang="en-US" altLang="ko-KR" i="1">
                                <a:latin typeface="Cambria Math" panose="02040503050406030204" pitchFamily="18" charset="0"/>
                              </a:rPr>
                              <m:t>2</m:t>
                            </m:r>
                          </m:sup>
                        </m:sSup>
                        <m:r>
                          <a:rPr lang="en-US" altLang="ko-KR" i="1">
                            <a:latin typeface="Cambria Math" panose="02040503050406030204" pitchFamily="18" charset="0"/>
                          </a:rPr>
                          <m:t>+1)</m:t>
                        </m:r>
                      </m:e>
                      <m:sup>
                        <m:r>
                          <a:rPr lang="en-US" altLang="ko-KR" b="0" i="1" smtClean="0">
                            <a:latin typeface="Cambria Math" panose="02040503050406030204" pitchFamily="18" charset="0"/>
                          </a:rPr>
                          <m:t>2</m:t>
                        </m:r>
                      </m:sup>
                    </m:sSup>
                  </m:oMath>
                </a14:m>
                <a:endParaRPr lang="ko-KR" altLang="en-US" dirty="0">
                  <a:latin typeface="Arial Narrow" panose="020B0606020202030204" pitchFamily="34" charset="0"/>
                </a:endParaRPr>
              </a:p>
              <a:p>
                <a:pPr marL="342900" indent="-342900">
                  <a:lnSpc>
                    <a:spcPct val="150000"/>
                  </a:lnSpc>
                  <a:buAutoNum type="arabicPeriod"/>
                </a:pPr>
                <a:endParaRPr lang="en-US" altLang="ko-KR" b="0" dirty="0">
                  <a:latin typeface="Arial Narrow" panose="020B0606020202030204" pitchFamily="34" charset="0"/>
                </a:endParaRPr>
              </a:p>
              <a:p>
                <a:endParaRPr lang="ko-KR" altLang="en-US" dirty="0">
                  <a:latin typeface="Arial Narrow" panose="020B0606020202030204" pitchFamily="34" charset="0"/>
                </a:endParaRPr>
              </a:p>
            </p:txBody>
          </p:sp>
        </mc:Choice>
        <mc:Fallback xmlns="">
          <p:sp>
            <p:nvSpPr>
              <p:cNvPr id="4" name="TextBox 3">
                <a:extLst>
                  <a:ext uri="{FF2B5EF4-FFF2-40B4-BE49-F238E27FC236}">
                    <a16:creationId xmlns:a16="http://schemas.microsoft.com/office/drawing/2014/main" id="{5DDB75CA-FA76-FE18-1218-D7EF3EB584A1}"/>
                  </a:ext>
                </a:extLst>
              </p:cNvPr>
              <p:cNvSpPr txBox="1">
                <a:spLocks noRot="1" noChangeAspect="1" noMove="1" noResize="1" noEditPoints="1" noAdjustHandles="1" noChangeArrowheads="1" noChangeShapeType="1" noTextEdit="1"/>
              </p:cNvSpPr>
              <p:nvPr/>
            </p:nvSpPr>
            <p:spPr>
              <a:xfrm>
                <a:off x="711200" y="1344810"/>
                <a:ext cx="6464300" cy="4769767"/>
              </a:xfrm>
              <a:prstGeom prst="rect">
                <a:avLst/>
              </a:prstGeom>
              <a:blipFill>
                <a:blip r:embed="rId3"/>
                <a:stretch>
                  <a:fillRect l="-849" t="-639"/>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1406215080"/>
      </p:ext>
    </p:extLst>
  </p:cSld>
  <p:clrMapOvr>
    <a:masterClrMapping/>
  </p:clrMapOvr>
</p:sld>
</file>

<file path=ppt/theme/theme1.xml><?xml version="1.0" encoding="utf-8"?>
<a:theme xmlns:a="http://schemas.openxmlformats.org/drawingml/2006/main" name="Office 테마">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19675</TotalTime>
  <Words>9400</Words>
  <Application>Microsoft Office PowerPoint</Application>
  <PresentationFormat>화면 슬라이드 쇼(4:3)</PresentationFormat>
  <Paragraphs>808</Paragraphs>
  <Slides>92</Slides>
  <Notes>92</Notes>
  <HiddenSlides>0</HiddenSlides>
  <MMClips>0</MMClips>
  <ScaleCrop>false</ScaleCrop>
  <HeadingPairs>
    <vt:vector size="6" baseType="variant">
      <vt:variant>
        <vt:lpstr>사용한 글꼴</vt:lpstr>
      </vt:variant>
      <vt:variant>
        <vt:i4>7</vt:i4>
      </vt:variant>
      <vt:variant>
        <vt:lpstr>테마</vt:lpstr>
      </vt:variant>
      <vt:variant>
        <vt:i4>1</vt:i4>
      </vt:variant>
      <vt:variant>
        <vt:lpstr>슬라이드 제목</vt:lpstr>
      </vt:variant>
      <vt:variant>
        <vt:i4>92</vt:i4>
      </vt:variant>
    </vt:vector>
  </HeadingPairs>
  <TitlesOfParts>
    <vt:vector size="100" baseType="lpstr">
      <vt:lpstr>맑은 고딕</vt:lpstr>
      <vt:lpstr>Arial</vt:lpstr>
      <vt:lpstr>Arial Narrow</vt:lpstr>
      <vt:lpstr>Calibri</vt:lpstr>
      <vt:lpstr>Calibri Light</vt:lpstr>
      <vt:lpstr>Cambria Math</vt:lpstr>
      <vt:lpstr>MV Boli</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김준태</dc:creator>
  <cp:lastModifiedBy>Junetae Kim</cp:lastModifiedBy>
  <cp:revision>1898</cp:revision>
  <cp:lastPrinted>2017-04-16T10:58:23Z</cp:lastPrinted>
  <dcterms:created xsi:type="dcterms:W3CDTF">2017-03-22T07:59:28Z</dcterms:created>
  <dcterms:modified xsi:type="dcterms:W3CDTF">2026-03-18T05:51:54Z</dcterms:modified>
</cp:coreProperties>
</file>